a:lnTo>
                <a:lnTo>
                  <a:pt x="4155" y="2846"/>
                </a:lnTo>
                <a:lnTo>
                  <a:pt x="4155" y="2847"/>
                </a:lnTo>
                <a:lnTo>
                  <a:pt x="4155" y="2848"/>
                </a:lnTo>
                <a:lnTo>
                  <a:pt x="4154" y="2848"/>
                </a:lnTo>
                <a:lnTo>
                  <a:pt x="4154" y="2849"/>
                </a:lnTo>
                <a:lnTo>
                  <a:pt x="4154" y="2850"/>
                </a:lnTo>
                <a:lnTo>
                  <a:pt x="4154" y="2851"/>
                </a:lnTo>
                <a:lnTo>
                  <a:pt x="4153" y="2851"/>
                </a:lnTo>
                <a:lnTo>
                  <a:pt x="4152" y="2851"/>
                </a:lnTo>
                <a:lnTo>
                  <a:pt x="4150" y="2851"/>
                </a:lnTo>
                <a:lnTo>
                  <a:pt x="4147" y="2851"/>
                </a:lnTo>
                <a:lnTo>
                  <a:pt x="4147" y="2852"/>
                </a:lnTo>
                <a:lnTo>
                  <a:pt x="4146" y="2852"/>
                </a:lnTo>
                <a:lnTo>
                  <a:pt x="4145" y="2852"/>
                </a:lnTo>
                <a:lnTo>
                  <a:pt x="4144" y="2852"/>
                </a:lnTo>
                <a:lnTo>
                  <a:pt x="4143" y="2852"/>
                </a:lnTo>
                <a:lnTo>
                  <a:pt x="4144" y="2853"/>
                </a:lnTo>
                <a:lnTo>
                  <a:pt x="4143" y="2853"/>
                </a:lnTo>
                <a:lnTo>
                  <a:pt x="4142" y="2853"/>
                </a:lnTo>
                <a:lnTo>
                  <a:pt x="4142" y="2854"/>
                </a:lnTo>
                <a:lnTo>
                  <a:pt x="4142" y="2855"/>
                </a:lnTo>
                <a:lnTo>
                  <a:pt x="4142" y="2856"/>
                </a:lnTo>
                <a:lnTo>
                  <a:pt x="4142" y="2855"/>
                </a:lnTo>
                <a:lnTo>
                  <a:pt x="4143" y="2856"/>
                </a:lnTo>
                <a:lnTo>
                  <a:pt x="4142" y="2856"/>
                </a:lnTo>
                <a:lnTo>
                  <a:pt x="4142" y="2857"/>
                </a:lnTo>
                <a:lnTo>
                  <a:pt x="4143" y="2857"/>
                </a:lnTo>
                <a:lnTo>
                  <a:pt x="4144" y="2857"/>
                </a:lnTo>
                <a:lnTo>
                  <a:pt x="4145" y="2858"/>
                </a:lnTo>
                <a:lnTo>
                  <a:pt x="4146" y="2857"/>
                </a:lnTo>
                <a:lnTo>
                  <a:pt x="4148" y="2858"/>
                </a:lnTo>
                <a:lnTo>
                  <a:pt x="4148" y="2857"/>
                </a:lnTo>
                <a:lnTo>
                  <a:pt x="4148" y="2858"/>
                </a:lnTo>
                <a:lnTo>
                  <a:pt x="4149" y="2859"/>
                </a:lnTo>
                <a:lnTo>
                  <a:pt x="4148" y="2860"/>
                </a:lnTo>
                <a:lnTo>
                  <a:pt x="4148" y="2861"/>
                </a:lnTo>
                <a:lnTo>
                  <a:pt x="4148" y="2862"/>
                </a:lnTo>
                <a:lnTo>
                  <a:pt x="4149" y="2862"/>
                </a:lnTo>
                <a:lnTo>
                  <a:pt x="4150" y="2862"/>
                </a:lnTo>
                <a:lnTo>
                  <a:pt x="4151" y="2862"/>
                </a:lnTo>
                <a:lnTo>
                  <a:pt x="4152" y="2862"/>
                </a:lnTo>
                <a:lnTo>
                  <a:pt x="4153" y="2862"/>
                </a:lnTo>
                <a:lnTo>
                  <a:pt x="4153" y="2861"/>
                </a:lnTo>
                <a:lnTo>
                  <a:pt x="4153" y="2862"/>
                </a:lnTo>
                <a:lnTo>
                  <a:pt x="4153" y="2863"/>
                </a:lnTo>
                <a:lnTo>
                  <a:pt x="4154" y="2864"/>
                </a:lnTo>
                <a:lnTo>
                  <a:pt x="4154" y="2863"/>
                </a:lnTo>
                <a:lnTo>
                  <a:pt x="4155" y="2864"/>
                </a:lnTo>
                <a:lnTo>
                  <a:pt x="4155" y="2865"/>
                </a:lnTo>
                <a:lnTo>
                  <a:pt x="4155" y="2866"/>
                </a:lnTo>
                <a:lnTo>
                  <a:pt x="4155" y="2867"/>
                </a:lnTo>
                <a:lnTo>
                  <a:pt x="4154" y="2868"/>
                </a:lnTo>
                <a:lnTo>
                  <a:pt x="4154" y="2869"/>
                </a:lnTo>
                <a:lnTo>
                  <a:pt x="4155" y="2869"/>
                </a:lnTo>
                <a:lnTo>
                  <a:pt x="4154" y="2870"/>
                </a:lnTo>
                <a:lnTo>
                  <a:pt x="4154" y="2871"/>
                </a:lnTo>
                <a:lnTo>
                  <a:pt x="4155" y="2871"/>
                </a:lnTo>
                <a:lnTo>
                  <a:pt x="4156" y="2871"/>
                </a:lnTo>
                <a:lnTo>
                  <a:pt x="4156" y="2872"/>
                </a:lnTo>
                <a:lnTo>
                  <a:pt x="4155" y="2872"/>
                </a:lnTo>
                <a:lnTo>
                  <a:pt x="4154" y="2872"/>
                </a:lnTo>
                <a:lnTo>
                  <a:pt x="4155" y="2874"/>
                </a:lnTo>
                <a:lnTo>
                  <a:pt x="4156" y="2874"/>
                </a:lnTo>
                <a:lnTo>
                  <a:pt x="4157" y="2874"/>
                </a:lnTo>
                <a:lnTo>
                  <a:pt x="4158" y="2874"/>
                </a:lnTo>
                <a:lnTo>
                  <a:pt x="4158" y="2873"/>
                </a:lnTo>
                <a:lnTo>
                  <a:pt x="4158" y="2874"/>
                </a:lnTo>
                <a:lnTo>
                  <a:pt x="4157" y="2876"/>
                </a:lnTo>
                <a:lnTo>
                  <a:pt x="4156" y="2876"/>
                </a:lnTo>
                <a:lnTo>
                  <a:pt x="4155" y="2877"/>
                </a:lnTo>
                <a:lnTo>
                  <a:pt x="4155" y="2878"/>
                </a:lnTo>
                <a:lnTo>
                  <a:pt x="4155" y="2877"/>
                </a:lnTo>
                <a:lnTo>
                  <a:pt x="4156" y="2877"/>
                </a:lnTo>
                <a:lnTo>
                  <a:pt x="4157" y="2878"/>
                </a:lnTo>
                <a:lnTo>
                  <a:pt x="4158" y="2877"/>
                </a:lnTo>
                <a:lnTo>
                  <a:pt x="4159" y="2878"/>
                </a:lnTo>
                <a:lnTo>
                  <a:pt x="4159" y="2879"/>
                </a:lnTo>
                <a:lnTo>
                  <a:pt x="4159" y="2880"/>
                </a:lnTo>
                <a:lnTo>
                  <a:pt x="4159" y="2881"/>
                </a:lnTo>
                <a:lnTo>
                  <a:pt x="4159" y="2882"/>
                </a:lnTo>
                <a:lnTo>
                  <a:pt x="4159" y="2883"/>
                </a:lnTo>
                <a:lnTo>
                  <a:pt x="4160" y="2883"/>
                </a:lnTo>
                <a:lnTo>
                  <a:pt x="4159" y="2883"/>
                </a:lnTo>
                <a:lnTo>
                  <a:pt x="4160" y="2883"/>
                </a:lnTo>
                <a:lnTo>
                  <a:pt x="4159" y="2883"/>
                </a:lnTo>
                <a:lnTo>
                  <a:pt x="4159" y="2884"/>
                </a:lnTo>
                <a:lnTo>
                  <a:pt x="4159" y="2883"/>
                </a:lnTo>
                <a:lnTo>
                  <a:pt x="4158" y="2884"/>
                </a:lnTo>
                <a:lnTo>
                  <a:pt x="4157" y="2884"/>
                </a:lnTo>
                <a:lnTo>
                  <a:pt x="4156" y="2885"/>
                </a:lnTo>
                <a:lnTo>
                  <a:pt x="4157" y="2885"/>
                </a:lnTo>
                <a:lnTo>
                  <a:pt x="4158" y="2885"/>
                </a:lnTo>
                <a:lnTo>
                  <a:pt x="4159" y="2885"/>
                </a:lnTo>
                <a:lnTo>
                  <a:pt x="4159" y="2884"/>
                </a:lnTo>
                <a:lnTo>
                  <a:pt x="4159" y="2885"/>
                </a:lnTo>
                <a:lnTo>
                  <a:pt x="4158" y="2886"/>
                </a:lnTo>
                <a:lnTo>
                  <a:pt x="4157" y="2887"/>
                </a:lnTo>
                <a:lnTo>
                  <a:pt x="4156" y="2887"/>
                </a:lnTo>
                <a:lnTo>
                  <a:pt x="4155" y="2886"/>
                </a:lnTo>
                <a:lnTo>
                  <a:pt x="4154" y="2887"/>
                </a:lnTo>
                <a:lnTo>
                  <a:pt x="4153" y="2887"/>
                </a:lnTo>
                <a:lnTo>
                  <a:pt x="4153" y="2886"/>
                </a:lnTo>
                <a:lnTo>
                  <a:pt x="4154" y="2886"/>
                </a:lnTo>
                <a:lnTo>
                  <a:pt x="4154" y="2885"/>
                </a:lnTo>
                <a:lnTo>
                  <a:pt x="4154" y="2884"/>
                </a:lnTo>
                <a:lnTo>
                  <a:pt x="4153" y="2884"/>
                </a:lnTo>
                <a:lnTo>
                  <a:pt x="4153" y="2883"/>
                </a:lnTo>
                <a:lnTo>
                  <a:pt x="4152" y="2883"/>
                </a:lnTo>
                <a:lnTo>
                  <a:pt x="4153" y="2882"/>
                </a:lnTo>
                <a:lnTo>
                  <a:pt x="4153" y="2883"/>
                </a:lnTo>
                <a:lnTo>
                  <a:pt x="4153" y="2882"/>
                </a:lnTo>
                <a:lnTo>
                  <a:pt x="4154" y="2882"/>
                </a:lnTo>
                <a:lnTo>
                  <a:pt x="4153" y="2882"/>
                </a:lnTo>
                <a:lnTo>
                  <a:pt x="4153" y="2881"/>
                </a:lnTo>
                <a:lnTo>
                  <a:pt x="4153" y="2880"/>
                </a:lnTo>
                <a:lnTo>
                  <a:pt x="4153" y="2879"/>
                </a:lnTo>
                <a:lnTo>
                  <a:pt x="4152" y="2879"/>
                </a:lnTo>
                <a:lnTo>
                  <a:pt x="4153" y="2878"/>
                </a:lnTo>
                <a:lnTo>
                  <a:pt x="4153" y="2877"/>
                </a:lnTo>
                <a:lnTo>
                  <a:pt x="4153" y="2876"/>
                </a:lnTo>
                <a:lnTo>
                  <a:pt x="4153" y="2875"/>
                </a:lnTo>
                <a:lnTo>
                  <a:pt x="4152" y="2875"/>
                </a:lnTo>
                <a:lnTo>
                  <a:pt x="4151" y="2874"/>
                </a:lnTo>
                <a:lnTo>
                  <a:pt x="4150" y="2875"/>
                </a:lnTo>
                <a:lnTo>
                  <a:pt x="4150" y="2877"/>
                </a:lnTo>
                <a:lnTo>
                  <a:pt x="4150" y="2876"/>
                </a:lnTo>
                <a:lnTo>
                  <a:pt x="4149" y="2876"/>
                </a:lnTo>
                <a:lnTo>
                  <a:pt x="4148" y="2876"/>
                </a:lnTo>
                <a:lnTo>
                  <a:pt x="4149" y="2876"/>
                </a:lnTo>
                <a:lnTo>
                  <a:pt x="4149" y="2877"/>
                </a:lnTo>
                <a:lnTo>
                  <a:pt x="4148" y="2877"/>
                </a:lnTo>
                <a:lnTo>
                  <a:pt x="4148" y="2878"/>
                </a:lnTo>
                <a:lnTo>
                  <a:pt x="4149" y="2878"/>
                </a:lnTo>
                <a:lnTo>
                  <a:pt x="4149" y="2879"/>
                </a:lnTo>
                <a:lnTo>
                  <a:pt x="4150" y="2879"/>
                </a:lnTo>
                <a:lnTo>
                  <a:pt x="4150" y="2878"/>
                </a:lnTo>
                <a:lnTo>
                  <a:pt x="4151" y="2878"/>
                </a:lnTo>
                <a:lnTo>
                  <a:pt x="4151" y="2879"/>
                </a:lnTo>
                <a:lnTo>
                  <a:pt x="4150" y="2879"/>
                </a:lnTo>
                <a:lnTo>
                  <a:pt x="4151" y="2879"/>
                </a:lnTo>
                <a:lnTo>
                  <a:pt x="4152" y="2880"/>
                </a:lnTo>
                <a:lnTo>
                  <a:pt x="4151" y="2881"/>
                </a:lnTo>
                <a:lnTo>
                  <a:pt x="4151" y="2882"/>
                </a:lnTo>
                <a:lnTo>
                  <a:pt x="4150" y="2882"/>
                </a:lnTo>
                <a:lnTo>
                  <a:pt x="4149" y="2883"/>
                </a:lnTo>
                <a:lnTo>
                  <a:pt x="4149" y="2884"/>
                </a:lnTo>
                <a:lnTo>
                  <a:pt x="4148" y="2885"/>
                </a:lnTo>
                <a:lnTo>
                  <a:pt x="4148" y="2884"/>
                </a:lnTo>
                <a:lnTo>
                  <a:pt x="4148" y="2883"/>
                </a:lnTo>
                <a:lnTo>
                  <a:pt x="4147" y="2883"/>
                </a:lnTo>
                <a:lnTo>
                  <a:pt x="4146" y="2883"/>
                </a:lnTo>
                <a:lnTo>
                  <a:pt x="4145" y="2884"/>
                </a:lnTo>
                <a:lnTo>
                  <a:pt x="4144" y="2884"/>
                </a:lnTo>
                <a:lnTo>
                  <a:pt x="4145" y="2884"/>
                </a:lnTo>
                <a:lnTo>
                  <a:pt x="4144" y="2884"/>
                </a:lnTo>
                <a:lnTo>
                  <a:pt x="4144" y="2883"/>
                </a:lnTo>
                <a:lnTo>
                  <a:pt x="4145" y="2883"/>
                </a:lnTo>
                <a:lnTo>
                  <a:pt x="4145" y="2882"/>
                </a:lnTo>
                <a:lnTo>
                  <a:pt x="4146" y="2882"/>
                </a:lnTo>
                <a:lnTo>
                  <a:pt x="4146" y="2881"/>
                </a:lnTo>
                <a:lnTo>
                  <a:pt x="4146" y="2880"/>
                </a:lnTo>
                <a:lnTo>
                  <a:pt x="4145" y="2879"/>
                </a:lnTo>
                <a:lnTo>
                  <a:pt x="4144" y="2878"/>
                </a:lnTo>
                <a:lnTo>
                  <a:pt x="4144" y="2876"/>
                </a:lnTo>
                <a:lnTo>
                  <a:pt x="4145" y="2875"/>
                </a:lnTo>
                <a:lnTo>
                  <a:pt x="4145" y="2874"/>
                </a:lnTo>
                <a:lnTo>
                  <a:pt x="4145" y="2875"/>
                </a:lnTo>
                <a:lnTo>
                  <a:pt x="4145" y="2874"/>
                </a:lnTo>
                <a:lnTo>
                  <a:pt x="4144" y="2875"/>
                </a:lnTo>
                <a:lnTo>
                  <a:pt x="4143" y="2875"/>
                </a:lnTo>
                <a:lnTo>
                  <a:pt x="4142" y="2875"/>
                </a:lnTo>
                <a:lnTo>
                  <a:pt x="4141" y="2875"/>
                </a:lnTo>
                <a:lnTo>
                  <a:pt x="4141" y="2876"/>
                </a:lnTo>
                <a:lnTo>
                  <a:pt x="4140" y="2877"/>
                </a:lnTo>
                <a:lnTo>
                  <a:pt x="4139" y="2877"/>
                </a:lnTo>
                <a:lnTo>
                  <a:pt x="4140" y="2877"/>
                </a:lnTo>
                <a:lnTo>
                  <a:pt x="4140" y="2876"/>
                </a:lnTo>
                <a:lnTo>
                  <a:pt x="4140" y="2875"/>
                </a:lnTo>
                <a:lnTo>
                  <a:pt x="4140" y="2874"/>
                </a:lnTo>
                <a:lnTo>
                  <a:pt x="4140" y="2873"/>
                </a:lnTo>
                <a:lnTo>
                  <a:pt x="4141" y="2873"/>
                </a:lnTo>
                <a:lnTo>
                  <a:pt x="4141" y="2871"/>
                </a:lnTo>
                <a:lnTo>
                  <a:pt x="4141" y="2870"/>
                </a:lnTo>
                <a:lnTo>
                  <a:pt x="4140" y="2870"/>
                </a:lnTo>
                <a:lnTo>
                  <a:pt x="4139" y="2870"/>
                </a:lnTo>
                <a:lnTo>
                  <a:pt x="4138" y="2871"/>
                </a:lnTo>
                <a:lnTo>
                  <a:pt x="4136" y="2870"/>
                </a:lnTo>
                <a:lnTo>
                  <a:pt x="4137" y="2869"/>
                </a:lnTo>
                <a:lnTo>
                  <a:pt x="4136" y="2869"/>
                </a:lnTo>
                <a:lnTo>
                  <a:pt x="4135" y="2869"/>
                </a:lnTo>
                <a:lnTo>
                  <a:pt x="4135" y="2868"/>
                </a:lnTo>
                <a:lnTo>
                  <a:pt x="4134" y="2868"/>
                </a:lnTo>
                <a:lnTo>
                  <a:pt x="4133" y="2868"/>
                </a:lnTo>
                <a:lnTo>
                  <a:pt x="4132" y="2867"/>
                </a:lnTo>
                <a:lnTo>
                  <a:pt x="4132" y="2866"/>
                </a:lnTo>
                <a:lnTo>
                  <a:pt x="4133" y="2865"/>
                </a:lnTo>
                <a:lnTo>
                  <a:pt x="4132" y="2865"/>
                </a:lnTo>
                <a:lnTo>
                  <a:pt x="4132" y="2866"/>
                </a:lnTo>
                <a:lnTo>
                  <a:pt x="4131" y="2866"/>
                </a:lnTo>
                <a:lnTo>
                  <a:pt x="4131" y="2867"/>
                </a:lnTo>
                <a:lnTo>
                  <a:pt x="4131" y="2868"/>
                </a:lnTo>
                <a:lnTo>
                  <a:pt x="4131" y="2869"/>
                </a:lnTo>
                <a:lnTo>
                  <a:pt x="4131" y="2870"/>
                </a:lnTo>
                <a:lnTo>
                  <a:pt x="4130" y="2871"/>
                </a:lnTo>
                <a:lnTo>
                  <a:pt x="4130" y="2872"/>
                </a:lnTo>
                <a:lnTo>
                  <a:pt x="4130" y="2873"/>
                </a:lnTo>
                <a:lnTo>
                  <a:pt x="4130" y="2874"/>
                </a:lnTo>
                <a:lnTo>
                  <a:pt x="4130" y="2875"/>
                </a:lnTo>
                <a:lnTo>
                  <a:pt x="4130" y="2876"/>
                </a:lnTo>
                <a:lnTo>
                  <a:pt x="4131" y="2876"/>
                </a:lnTo>
                <a:lnTo>
                  <a:pt x="4131" y="2877"/>
                </a:lnTo>
                <a:lnTo>
                  <a:pt x="4130" y="2877"/>
                </a:lnTo>
                <a:lnTo>
                  <a:pt x="4129" y="2877"/>
                </a:lnTo>
                <a:lnTo>
                  <a:pt x="4128" y="2879"/>
                </a:lnTo>
                <a:lnTo>
                  <a:pt x="4127" y="2879"/>
                </a:lnTo>
                <a:lnTo>
                  <a:pt x="4125" y="2879"/>
                </a:lnTo>
                <a:lnTo>
                  <a:pt x="4126" y="2877"/>
                </a:lnTo>
                <a:lnTo>
                  <a:pt x="4125" y="2877"/>
                </a:lnTo>
                <a:lnTo>
                  <a:pt x="4124" y="2877"/>
                </a:lnTo>
                <a:lnTo>
                  <a:pt x="4124" y="2876"/>
                </a:lnTo>
                <a:lnTo>
                  <a:pt x="4124" y="2875"/>
                </a:lnTo>
                <a:lnTo>
                  <a:pt x="4124" y="2874"/>
                </a:lnTo>
                <a:lnTo>
                  <a:pt x="4124" y="2873"/>
                </a:lnTo>
                <a:lnTo>
                  <a:pt x="4125" y="2873"/>
                </a:lnTo>
                <a:lnTo>
                  <a:pt x="4125" y="2872"/>
                </a:lnTo>
                <a:lnTo>
                  <a:pt x="4124" y="2872"/>
                </a:lnTo>
                <a:lnTo>
                  <a:pt x="4123" y="2872"/>
                </a:lnTo>
                <a:lnTo>
                  <a:pt x="4124" y="2871"/>
                </a:lnTo>
                <a:lnTo>
                  <a:pt x="4124" y="2870"/>
                </a:lnTo>
                <a:lnTo>
                  <a:pt x="4123" y="2870"/>
                </a:lnTo>
                <a:lnTo>
                  <a:pt x="4123" y="2871"/>
                </a:lnTo>
                <a:lnTo>
                  <a:pt x="4122" y="2872"/>
                </a:lnTo>
                <a:lnTo>
                  <a:pt x="4121" y="2873"/>
                </a:lnTo>
                <a:lnTo>
                  <a:pt x="4120" y="2873"/>
                </a:lnTo>
                <a:lnTo>
                  <a:pt x="4119" y="2873"/>
                </a:lnTo>
                <a:lnTo>
                  <a:pt x="4119" y="2874"/>
                </a:lnTo>
                <a:lnTo>
                  <a:pt x="4117" y="2874"/>
                </a:lnTo>
                <a:lnTo>
                  <a:pt x="4117" y="2875"/>
                </a:lnTo>
                <a:lnTo>
                  <a:pt x="4116" y="2875"/>
                </a:lnTo>
                <a:lnTo>
                  <a:pt x="4115" y="2875"/>
                </a:lnTo>
                <a:lnTo>
                  <a:pt x="4114" y="2876"/>
                </a:lnTo>
                <a:lnTo>
                  <a:pt x="4113" y="2877"/>
                </a:lnTo>
                <a:lnTo>
                  <a:pt x="4113" y="2878"/>
                </a:lnTo>
                <a:lnTo>
                  <a:pt x="4112" y="2879"/>
                </a:lnTo>
                <a:lnTo>
                  <a:pt x="4113" y="2879"/>
                </a:lnTo>
                <a:lnTo>
                  <a:pt x="4112" y="2880"/>
                </a:lnTo>
                <a:lnTo>
                  <a:pt x="4111" y="2880"/>
                </a:lnTo>
                <a:lnTo>
                  <a:pt x="4111" y="2881"/>
                </a:lnTo>
                <a:lnTo>
                  <a:pt x="4112" y="2882"/>
                </a:lnTo>
                <a:lnTo>
                  <a:pt x="4113" y="2882"/>
                </a:lnTo>
                <a:lnTo>
                  <a:pt x="4113" y="2883"/>
                </a:lnTo>
                <a:lnTo>
                  <a:pt x="4115" y="2883"/>
                </a:lnTo>
                <a:lnTo>
                  <a:pt x="4116" y="2883"/>
                </a:lnTo>
                <a:lnTo>
                  <a:pt x="4118" y="2884"/>
                </a:lnTo>
                <a:lnTo>
                  <a:pt x="4118" y="2885"/>
                </a:lnTo>
                <a:lnTo>
                  <a:pt x="4119" y="2885"/>
                </a:lnTo>
                <a:lnTo>
                  <a:pt x="4118" y="2885"/>
                </a:lnTo>
                <a:lnTo>
                  <a:pt x="4118" y="2884"/>
                </a:lnTo>
                <a:lnTo>
                  <a:pt x="4119" y="2884"/>
                </a:lnTo>
                <a:lnTo>
                  <a:pt x="4119" y="2885"/>
                </a:lnTo>
                <a:lnTo>
                  <a:pt x="4120" y="2885"/>
                </a:lnTo>
                <a:lnTo>
                  <a:pt x="4119" y="2886"/>
                </a:lnTo>
                <a:lnTo>
                  <a:pt x="4120" y="2887"/>
                </a:lnTo>
                <a:lnTo>
                  <a:pt x="4120" y="2888"/>
                </a:lnTo>
                <a:lnTo>
                  <a:pt x="4121" y="2889"/>
                </a:lnTo>
                <a:lnTo>
                  <a:pt x="4121" y="2888"/>
                </a:lnTo>
                <a:lnTo>
                  <a:pt x="4121" y="2889"/>
                </a:lnTo>
                <a:lnTo>
                  <a:pt x="4121" y="2890"/>
                </a:lnTo>
                <a:lnTo>
                  <a:pt x="4122" y="2891"/>
                </a:lnTo>
                <a:lnTo>
                  <a:pt x="4123" y="2890"/>
                </a:lnTo>
                <a:lnTo>
                  <a:pt x="4123" y="2889"/>
                </a:lnTo>
                <a:lnTo>
                  <a:pt x="4123" y="2888"/>
                </a:lnTo>
                <a:lnTo>
                  <a:pt x="4123" y="2889"/>
                </a:lnTo>
                <a:lnTo>
                  <a:pt x="4124" y="2889"/>
                </a:lnTo>
                <a:lnTo>
                  <a:pt x="4125" y="2890"/>
                </a:lnTo>
                <a:lnTo>
                  <a:pt x="4126" y="2889"/>
                </a:lnTo>
                <a:lnTo>
                  <a:pt x="4126" y="2888"/>
                </a:lnTo>
                <a:lnTo>
                  <a:pt x="4127" y="2889"/>
                </a:lnTo>
                <a:lnTo>
                  <a:pt x="4127" y="2890"/>
                </a:lnTo>
                <a:lnTo>
                  <a:pt x="4128" y="2891"/>
                </a:lnTo>
                <a:lnTo>
                  <a:pt x="4129" y="2892"/>
                </a:lnTo>
                <a:lnTo>
                  <a:pt x="4130" y="2892"/>
                </a:lnTo>
                <a:lnTo>
                  <a:pt x="4130" y="2893"/>
                </a:lnTo>
                <a:lnTo>
                  <a:pt x="4131" y="2894"/>
                </a:lnTo>
                <a:lnTo>
                  <a:pt x="4132" y="2894"/>
                </a:lnTo>
                <a:lnTo>
                  <a:pt x="4133" y="2894"/>
                </a:lnTo>
                <a:lnTo>
                  <a:pt x="4134" y="2894"/>
                </a:lnTo>
                <a:lnTo>
                  <a:pt x="4133" y="2895"/>
                </a:lnTo>
                <a:lnTo>
                  <a:pt x="4133" y="2896"/>
                </a:lnTo>
                <a:lnTo>
                  <a:pt x="4132" y="2896"/>
                </a:lnTo>
                <a:lnTo>
                  <a:pt x="4130" y="2897"/>
                </a:lnTo>
                <a:lnTo>
                  <a:pt x="4130" y="2898"/>
                </a:lnTo>
                <a:lnTo>
                  <a:pt x="4130" y="2897"/>
                </a:lnTo>
                <a:lnTo>
                  <a:pt x="4129" y="2897"/>
                </a:lnTo>
                <a:lnTo>
                  <a:pt x="4128" y="2897"/>
                </a:lnTo>
                <a:lnTo>
                  <a:pt x="4127" y="2897"/>
                </a:lnTo>
                <a:lnTo>
                  <a:pt x="4126" y="2897"/>
                </a:lnTo>
                <a:lnTo>
                  <a:pt x="4126" y="2898"/>
                </a:lnTo>
                <a:lnTo>
                  <a:pt x="4127" y="2900"/>
                </a:lnTo>
                <a:lnTo>
                  <a:pt x="4127" y="2901"/>
                </a:lnTo>
                <a:lnTo>
                  <a:pt x="4127" y="2902"/>
                </a:lnTo>
                <a:lnTo>
                  <a:pt x="4126" y="2903"/>
                </a:lnTo>
                <a:lnTo>
                  <a:pt x="4125" y="2903"/>
                </a:lnTo>
                <a:lnTo>
                  <a:pt x="4125" y="2904"/>
                </a:lnTo>
                <a:lnTo>
                  <a:pt x="4124" y="2903"/>
                </a:lnTo>
                <a:lnTo>
                  <a:pt x="4123" y="2903"/>
                </a:lnTo>
                <a:lnTo>
                  <a:pt x="4122" y="2903"/>
                </a:lnTo>
                <a:lnTo>
                  <a:pt x="4122" y="2902"/>
                </a:lnTo>
                <a:lnTo>
                  <a:pt x="4121" y="2902"/>
                </a:lnTo>
                <a:lnTo>
                  <a:pt x="4120" y="2902"/>
                </a:lnTo>
                <a:lnTo>
                  <a:pt x="4119" y="2902"/>
                </a:lnTo>
                <a:lnTo>
                  <a:pt x="4117" y="2903"/>
                </a:lnTo>
                <a:lnTo>
                  <a:pt x="4116" y="2903"/>
                </a:lnTo>
                <a:lnTo>
                  <a:pt x="4115" y="2902"/>
                </a:lnTo>
                <a:lnTo>
                  <a:pt x="4115" y="2901"/>
                </a:lnTo>
                <a:lnTo>
                  <a:pt x="4114" y="2901"/>
                </a:lnTo>
                <a:lnTo>
                  <a:pt x="4113" y="2900"/>
                </a:lnTo>
                <a:lnTo>
                  <a:pt x="4113" y="2899"/>
                </a:lnTo>
                <a:lnTo>
                  <a:pt x="4114" y="2898"/>
                </a:lnTo>
                <a:lnTo>
                  <a:pt x="4113" y="2897"/>
                </a:lnTo>
                <a:lnTo>
                  <a:pt x="4113" y="2898"/>
                </a:lnTo>
                <a:lnTo>
                  <a:pt x="4112" y="2897"/>
                </a:lnTo>
                <a:lnTo>
                  <a:pt x="4111" y="2897"/>
                </a:lnTo>
                <a:lnTo>
                  <a:pt x="4111" y="2898"/>
                </a:lnTo>
                <a:lnTo>
                  <a:pt x="4111" y="2899"/>
                </a:lnTo>
                <a:lnTo>
                  <a:pt x="4110" y="2899"/>
                </a:lnTo>
                <a:lnTo>
                  <a:pt x="4110" y="2900"/>
                </a:lnTo>
                <a:lnTo>
                  <a:pt x="4109" y="2901"/>
                </a:lnTo>
                <a:lnTo>
                  <a:pt x="4110" y="2903"/>
                </a:lnTo>
                <a:lnTo>
                  <a:pt x="4110" y="2904"/>
                </a:lnTo>
                <a:lnTo>
                  <a:pt x="4111" y="2904"/>
                </a:lnTo>
                <a:lnTo>
                  <a:pt x="4112" y="2904"/>
                </a:lnTo>
                <a:lnTo>
                  <a:pt x="4113" y="2904"/>
                </a:lnTo>
                <a:lnTo>
                  <a:pt x="4113" y="2905"/>
                </a:lnTo>
                <a:lnTo>
                  <a:pt x="4112" y="2905"/>
                </a:lnTo>
                <a:lnTo>
                  <a:pt x="4112" y="2906"/>
                </a:lnTo>
                <a:lnTo>
                  <a:pt x="4112" y="2907"/>
                </a:lnTo>
                <a:lnTo>
                  <a:pt x="4113" y="2907"/>
                </a:lnTo>
                <a:lnTo>
                  <a:pt x="4114" y="2907"/>
                </a:lnTo>
                <a:lnTo>
                  <a:pt x="4113" y="2906"/>
                </a:lnTo>
                <a:lnTo>
                  <a:pt x="4114" y="2906"/>
                </a:lnTo>
                <a:lnTo>
                  <a:pt x="4115" y="2906"/>
                </a:lnTo>
                <a:lnTo>
                  <a:pt x="4115" y="2907"/>
                </a:lnTo>
                <a:lnTo>
                  <a:pt x="4114" y="2908"/>
                </a:lnTo>
                <a:lnTo>
                  <a:pt x="4114" y="2909"/>
                </a:lnTo>
                <a:lnTo>
                  <a:pt x="4114" y="2908"/>
                </a:lnTo>
                <a:lnTo>
                  <a:pt x="4110" y="2910"/>
                </a:lnTo>
                <a:lnTo>
                  <a:pt x="4109" y="2910"/>
                </a:lnTo>
                <a:lnTo>
                  <a:pt x="4108" y="2910"/>
                </a:lnTo>
                <a:lnTo>
                  <a:pt x="4107" y="2910"/>
                </a:lnTo>
                <a:lnTo>
                  <a:pt x="4107" y="2911"/>
                </a:lnTo>
                <a:lnTo>
                  <a:pt x="4106" y="2911"/>
                </a:lnTo>
                <a:lnTo>
                  <a:pt x="4106" y="2910"/>
                </a:lnTo>
                <a:lnTo>
                  <a:pt x="4107" y="2910"/>
                </a:lnTo>
                <a:lnTo>
                  <a:pt x="4106" y="2910"/>
                </a:lnTo>
                <a:lnTo>
                  <a:pt x="4105" y="2910"/>
                </a:lnTo>
                <a:lnTo>
                  <a:pt x="4105" y="2909"/>
                </a:lnTo>
                <a:lnTo>
                  <a:pt x="4103" y="2909"/>
                </a:lnTo>
                <a:lnTo>
                  <a:pt x="4103" y="2908"/>
                </a:lnTo>
                <a:lnTo>
                  <a:pt x="4103" y="2907"/>
                </a:lnTo>
                <a:lnTo>
                  <a:pt x="4103" y="2906"/>
                </a:lnTo>
                <a:lnTo>
                  <a:pt x="4103" y="2905"/>
                </a:lnTo>
                <a:lnTo>
                  <a:pt x="4103" y="2904"/>
                </a:lnTo>
                <a:lnTo>
                  <a:pt x="4104" y="2904"/>
                </a:lnTo>
                <a:lnTo>
                  <a:pt x="4105" y="2905"/>
                </a:lnTo>
                <a:lnTo>
                  <a:pt x="4106" y="2904"/>
                </a:lnTo>
                <a:lnTo>
                  <a:pt x="4106" y="2903"/>
                </a:lnTo>
                <a:lnTo>
                  <a:pt x="4107" y="2902"/>
                </a:lnTo>
                <a:lnTo>
                  <a:pt x="4107" y="2901"/>
                </a:lnTo>
                <a:lnTo>
                  <a:pt x="4106" y="2901"/>
                </a:lnTo>
                <a:lnTo>
                  <a:pt x="4107" y="2900"/>
                </a:lnTo>
                <a:lnTo>
                  <a:pt x="4107" y="2899"/>
                </a:lnTo>
                <a:lnTo>
                  <a:pt x="4106" y="2900"/>
                </a:lnTo>
                <a:lnTo>
                  <a:pt x="4105" y="2899"/>
                </a:lnTo>
                <a:lnTo>
                  <a:pt x="4106" y="2899"/>
                </a:lnTo>
                <a:lnTo>
                  <a:pt x="4106" y="2898"/>
                </a:lnTo>
                <a:lnTo>
                  <a:pt x="4105" y="2899"/>
                </a:lnTo>
                <a:lnTo>
                  <a:pt x="4103" y="2899"/>
                </a:lnTo>
                <a:lnTo>
                  <a:pt x="4101" y="2900"/>
                </a:lnTo>
                <a:lnTo>
                  <a:pt x="4101" y="2899"/>
                </a:lnTo>
                <a:lnTo>
                  <a:pt x="4102" y="2898"/>
                </a:lnTo>
                <a:lnTo>
                  <a:pt x="4103" y="2898"/>
                </a:lnTo>
                <a:lnTo>
                  <a:pt x="4105" y="2897"/>
                </a:lnTo>
                <a:lnTo>
                  <a:pt x="4106" y="2897"/>
                </a:lnTo>
                <a:lnTo>
                  <a:pt x="4105" y="2897"/>
                </a:lnTo>
                <a:lnTo>
                  <a:pt x="4104" y="2897"/>
                </a:lnTo>
                <a:lnTo>
                  <a:pt x="4103" y="2897"/>
                </a:lnTo>
                <a:lnTo>
                  <a:pt x="4103" y="2898"/>
                </a:lnTo>
                <a:lnTo>
                  <a:pt x="4101" y="2898"/>
                </a:lnTo>
                <a:lnTo>
                  <a:pt x="4101" y="2899"/>
                </a:lnTo>
                <a:lnTo>
                  <a:pt x="4100" y="2900"/>
                </a:lnTo>
                <a:lnTo>
                  <a:pt x="4099" y="2900"/>
                </a:lnTo>
                <a:lnTo>
                  <a:pt x="4099" y="2899"/>
                </a:lnTo>
                <a:lnTo>
                  <a:pt x="4098" y="2899"/>
                </a:lnTo>
                <a:lnTo>
                  <a:pt x="4098" y="2898"/>
                </a:lnTo>
                <a:lnTo>
                  <a:pt x="4099" y="2897"/>
                </a:lnTo>
                <a:lnTo>
                  <a:pt x="4099" y="2896"/>
                </a:lnTo>
                <a:lnTo>
                  <a:pt x="4099" y="2895"/>
                </a:lnTo>
                <a:lnTo>
                  <a:pt x="4100" y="2895"/>
                </a:lnTo>
                <a:lnTo>
                  <a:pt x="4101" y="2896"/>
                </a:lnTo>
                <a:lnTo>
                  <a:pt x="4102" y="2895"/>
                </a:lnTo>
                <a:lnTo>
                  <a:pt x="4103" y="2894"/>
                </a:lnTo>
                <a:lnTo>
                  <a:pt x="4103" y="2893"/>
                </a:lnTo>
                <a:lnTo>
                  <a:pt x="4102" y="2892"/>
                </a:lnTo>
                <a:lnTo>
                  <a:pt x="4101" y="2892"/>
                </a:lnTo>
                <a:lnTo>
                  <a:pt x="4101" y="2893"/>
                </a:lnTo>
                <a:lnTo>
                  <a:pt x="4100" y="2893"/>
                </a:lnTo>
                <a:lnTo>
                  <a:pt x="4099" y="2892"/>
                </a:lnTo>
                <a:lnTo>
                  <a:pt x="4099" y="2893"/>
                </a:lnTo>
                <a:lnTo>
                  <a:pt x="4098" y="2893"/>
                </a:lnTo>
                <a:lnTo>
                  <a:pt x="4097" y="2893"/>
                </a:lnTo>
                <a:lnTo>
                  <a:pt x="4096" y="2893"/>
                </a:lnTo>
                <a:lnTo>
                  <a:pt x="4095" y="2894"/>
                </a:lnTo>
                <a:lnTo>
                  <a:pt x="4093" y="2895"/>
                </a:lnTo>
                <a:lnTo>
                  <a:pt x="4092" y="2895"/>
                </a:lnTo>
                <a:lnTo>
                  <a:pt x="4092" y="2896"/>
                </a:lnTo>
                <a:lnTo>
                  <a:pt x="4091" y="2896"/>
                </a:lnTo>
                <a:lnTo>
                  <a:pt x="4091" y="2897"/>
                </a:lnTo>
                <a:lnTo>
                  <a:pt x="4090" y="2897"/>
                </a:lnTo>
                <a:lnTo>
                  <a:pt x="4089" y="2897"/>
                </a:lnTo>
                <a:lnTo>
                  <a:pt x="4088" y="2897"/>
                </a:lnTo>
                <a:lnTo>
                  <a:pt x="4089" y="2897"/>
                </a:lnTo>
                <a:lnTo>
                  <a:pt x="4091" y="2897"/>
                </a:lnTo>
                <a:lnTo>
                  <a:pt x="4092" y="2897"/>
                </a:lnTo>
                <a:lnTo>
                  <a:pt x="4092" y="2898"/>
                </a:lnTo>
                <a:lnTo>
                  <a:pt x="4093" y="2898"/>
                </a:lnTo>
                <a:lnTo>
                  <a:pt x="4094" y="2899"/>
                </a:lnTo>
                <a:lnTo>
                  <a:pt x="4095" y="2899"/>
                </a:lnTo>
                <a:lnTo>
                  <a:pt x="4094" y="2899"/>
                </a:lnTo>
                <a:lnTo>
                  <a:pt x="4095" y="2900"/>
                </a:lnTo>
                <a:lnTo>
                  <a:pt x="4094" y="2900"/>
                </a:lnTo>
                <a:lnTo>
                  <a:pt x="4095" y="2901"/>
                </a:lnTo>
                <a:lnTo>
                  <a:pt x="4096" y="2901"/>
                </a:lnTo>
                <a:lnTo>
                  <a:pt x="4096" y="2900"/>
                </a:lnTo>
                <a:lnTo>
                  <a:pt x="4097" y="2900"/>
                </a:lnTo>
                <a:lnTo>
                  <a:pt x="4097" y="2901"/>
                </a:lnTo>
                <a:lnTo>
                  <a:pt x="4098" y="2901"/>
                </a:lnTo>
                <a:lnTo>
                  <a:pt x="4099" y="2901"/>
                </a:lnTo>
                <a:lnTo>
                  <a:pt x="4098" y="2901"/>
                </a:lnTo>
                <a:lnTo>
                  <a:pt x="4098" y="2903"/>
                </a:lnTo>
                <a:lnTo>
                  <a:pt x="4098" y="2904"/>
                </a:lnTo>
                <a:lnTo>
                  <a:pt x="4098" y="2905"/>
                </a:lnTo>
                <a:lnTo>
                  <a:pt x="4097" y="2904"/>
                </a:lnTo>
                <a:lnTo>
                  <a:pt x="4097" y="2905"/>
                </a:lnTo>
                <a:lnTo>
                  <a:pt x="4096" y="2906"/>
                </a:lnTo>
                <a:lnTo>
                  <a:pt x="4095" y="2906"/>
                </a:lnTo>
                <a:lnTo>
                  <a:pt x="4095" y="2907"/>
                </a:lnTo>
                <a:lnTo>
                  <a:pt x="4095" y="2908"/>
                </a:lnTo>
                <a:lnTo>
                  <a:pt x="4096" y="2909"/>
                </a:lnTo>
                <a:lnTo>
                  <a:pt x="4097" y="2909"/>
                </a:lnTo>
                <a:lnTo>
                  <a:pt x="4097" y="2910"/>
                </a:lnTo>
                <a:lnTo>
                  <a:pt x="4096" y="2910"/>
                </a:lnTo>
                <a:lnTo>
                  <a:pt x="4095" y="2911"/>
                </a:lnTo>
                <a:lnTo>
                  <a:pt x="4092" y="2911"/>
                </a:lnTo>
                <a:lnTo>
                  <a:pt x="4092" y="2912"/>
                </a:lnTo>
                <a:lnTo>
                  <a:pt x="4091" y="2912"/>
                </a:lnTo>
                <a:lnTo>
                  <a:pt x="4091" y="2911"/>
                </a:lnTo>
                <a:lnTo>
                  <a:pt x="4090" y="2911"/>
                </a:lnTo>
                <a:lnTo>
                  <a:pt x="4089" y="2912"/>
                </a:lnTo>
                <a:lnTo>
                  <a:pt x="4088" y="2912"/>
                </a:lnTo>
                <a:lnTo>
                  <a:pt x="4087" y="2913"/>
                </a:lnTo>
                <a:lnTo>
                  <a:pt x="4088" y="2913"/>
                </a:lnTo>
                <a:lnTo>
                  <a:pt x="4089" y="2913"/>
                </a:lnTo>
                <a:lnTo>
                  <a:pt x="4090" y="2913"/>
                </a:lnTo>
                <a:lnTo>
                  <a:pt x="4091" y="2915"/>
                </a:lnTo>
                <a:lnTo>
                  <a:pt x="4093" y="2917"/>
                </a:lnTo>
                <a:lnTo>
                  <a:pt x="4094" y="2917"/>
                </a:lnTo>
                <a:lnTo>
                  <a:pt x="4095" y="2917"/>
                </a:lnTo>
                <a:lnTo>
                  <a:pt x="4095" y="2918"/>
                </a:lnTo>
                <a:lnTo>
                  <a:pt x="4096" y="2918"/>
                </a:lnTo>
                <a:lnTo>
                  <a:pt x="4097" y="2919"/>
                </a:lnTo>
                <a:lnTo>
                  <a:pt x="4098" y="2919"/>
                </a:lnTo>
                <a:lnTo>
                  <a:pt x="4098" y="2920"/>
                </a:lnTo>
                <a:lnTo>
                  <a:pt x="4099" y="2920"/>
                </a:lnTo>
                <a:lnTo>
                  <a:pt x="4099" y="2919"/>
                </a:lnTo>
                <a:lnTo>
                  <a:pt x="4099" y="2918"/>
                </a:lnTo>
                <a:lnTo>
                  <a:pt x="4099" y="2917"/>
                </a:lnTo>
                <a:lnTo>
                  <a:pt x="4100" y="2916"/>
                </a:lnTo>
                <a:lnTo>
                  <a:pt x="4101" y="2916"/>
                </a:lnTo>
                <a:lnTo>
                  <a:pt x="4102" y="2916"/>
                </a:lnTo>
                <a:lnTo>
                  <a:pt x="4101" y="2917"/>
                </a:lnTo>
                <a:lnTo>
                  <a:pt x="4101" y="2918"/>
                </a:lnTo>
                <a:lnTo>
                  <a:pt x="4100" y="2918"/>
                </a:lnTo>
                <a:lnTo>
                  <a:pt x="4100" y="2919"/>
                </a:lnTo>
                <a:lnTo>
                  <a:pt x="4100" y="2921"/>
                </a:lnTo>
                <a:lnTo>
                  <a:pt x="4099" y="2921"/>
                </a:lnTo>
                <a:lnTo>
                  <a:pt x="4098" y="2922"/>
                </a:lnTo>
                <a:lnTo>
                  <a:pt x="4098" y="2923"/>
                </a:lnTo>
                <a:lnTo>
                  <a:pt x="4099" y="2924"/>
                </a:lnTo>
                <a:lnTo>
                  <a:pt x="4099" y="2925"/>
                </a:lnTo>
                <a:lnTo>
                  <a:pt x="4100" y="2925"/>
                </a:lnTo>
                <a:lnTo>
                  <a:pt x="4100" y="2924"/>
                </a:lnTo>
                <a:lnTo>
                  <a:pt x="4101" y="2925"/>
                </a:lnTo>
                <a:lnTo>
                  <a:pt x="4100" y="2925"/>
                </a:lnTo>
                <a:lnTo>
                  <a:pt x="4100" y="2926"/>
                </a:lnTo>
                <a:lnTo>
                  <a:pt x="4101" y="2926"/>
                </a:lnTo>
                <a:lnTo>
                  <a:pt x="4102" y="2925"/>
                </a:lnTo>
                <a:lnTo>
                  <a:pt x="4103" y="2926"/>
                </a:lnTo>
                <a:lnTo>
                  <a:pt x="4102" y="2926"/>
                </a:lnTo>
                <a:lnTo>
                  <a:pt x="4101" y="2926"/>
                </a:lnTo>
                <a:lnTo>
                  <a:pt x="4101" y="2927"/>
                </a:lnTo>
                <a:lnTo>
                  <a:pt x="4099" y="2927"/>
                </a:lnTo>
                <a:lnTo>
                  <a:pt x="4098" y="2927"/>
                </a:lnTo>
                <a:lnTo>
                  <a:pt x="4099" y="2926"/>
                </a:lnTo>
                <a:lnTo>
                  <a:pt x="4098" y="2925"/>
                </a:lnTo>
                <a:lnTo>
                  <a:pt x="4097" y="2925"/>
                </a:lnTo>
                <a:lnTo>
                  <a:pt x="4096" y="2925"/>
                </a:lnTo>
                <a:lnTo>
                  <a:pt x="4095" y="2926"/>
                </a:lnTo>
                <a:lnTo>
                  <a:pt x="4094" y="2926"/>
                </a:lnTo>
                <a:lnTo>
                  <a:pt x="4094" y="2925"/>
                </a:lnTo>
                <a:lnTo>
                  <a:pt x="4092" y="2926"/>
                </a:lnTo>
                <a:lnTo>
                  <a:pt x="4091" y="2927"/>
                </a:lnTo>
                <a:lnTo>
                  <a:pt x="4091" y="2928"/>
                </a:lnTo>
                <a:lnTo>
                  <a:pt x="4092" y="2928"/>
                </a:lnTo>
                <a:lnTo>
                  <a:pt x="4092" y="2929"/>
                </a:lnTo>
                <a:lnTo>
                  <a:pt x="4092" y="2930"/>
                </a:lnTo>
                <a:lnTo>
                  <a:pt x="4092" y="2931"/>
                </a:lnTo>
                <a:lnTo>
                  <a:pt x="4093" y="2931"/>
                </a:lnTo>
                <a:lnTo>
                  <a:pt x="4093" y="2932"/>
                </a:lnTo>
                <a:lnTo>
                  <a:pt x="4094" y="2932"/>
                </a:lnTo>
                <a:lnTo>
                  <a:pt x="4095" y="2932"/>
                </a:lnTo>
                <a:lnTo>
                  <a:pt x="4097" y="2932"/>
                </a:lnTo>
                <a:lnTo>
                  <a:pt x="4098" y="2932"/>
                </a:lnTo>
                <a:lnTo>
                  <a:pt x="4099" y="2933"/>
                </a:lnTo>
                <a:lnTo>
                  <a:pt x="4099" y="2934"/>
                </a:lnTo>
                <a:lnTo>
                  <a:pt x="4098" y="2934"/>
                </a:lnTo>
                <a:lnTo>
                  <a:pt x="4097" y="2934"/>
                </a:lnTo>
                <a:lnTo>
                  <a:pt x="4096" y="2934"/>
                </a:lnTo>
                <a:lnTo>
                  <a:pt x="4095" y="2934"/>
                </a:lnTo>
                <a:lnTo>
                  <a:pt x="4094" y="2934"/>
                </a:lnTo>
                <a:lnTo>
                  <a:pt x="4094" y="2935"/>
                </a:lnTo>
                <a:lnTo>
                  <a:pt x="4092" y="2934"/>
                </a:lnTo>
                <a:lnTo>
                  <a:pt x="4091" y="2934"/>
                </a:lnTo>
                <a:lnTo>
                  <a:pt x="4091" y="2933"/>
                </a:lnTo>
                <a:lnTo>
                  <a:pt x="4090" y="2932"/>
                </a:lnTo>
                <a:lnTo>
                  <a:pt x="4089" y="2932"/>
                </a:lnTo>
                <a:lnTo>
                  <a:pt x="4088" y="2933"/>
                </a:lnTo>
                <a:lnTo>
                  <a:pt x="4087" y="2933"/>
                </a:lnTo>
                <a:lnTo>
                  <a:pt x="4087" y="2934"/>
                </a:lnTo>
                <a:lnTo>
                  <a:pt x="4086" y="2934"/>
                </a:lnTo>
                <a:lnTo>
                  <a:pt x="4085" y="2934"/>
                </a:lnTo>
                <a:lnTo>
                  <a:pt x="4085" y="2935"/>
                </a:lnTo>
                <a:lnTo>
                  <a:pt x="4084" y="2935"/>
                </a:lnTo>
                <a:lnTo>
                  <a:pt x="4084" y="2934"/>
                </a:lnTo>
                <a:lnTo>
                  <a:pt x="4083" y="2934"/>
                </a:lnTo>
                <a:lnTo>
                  <a:pt x="4082" y="2935"/>
                </a:lnTo>
                <a:lnTo>
                  <a:pt x="4081" y="2936"/>
                </a:lnTo>
                <a:lnTo>
                  <a:pt x="4080" y="2936"/>
                </a:lnTo>
                <a:lnTo>
                  <a:pt x="4078" y="2936"/>
                </a:lnTo>
                <a:lnTo>
                  <a:pt x="4077" y="2936"/>
                </a:lnTo>
                <a:lnTo>
                  <a:pt x="4077" y="2937"/>
                </a:lnTo>
                <a:lnTo>
                  <a:pt x="4076" y="2937"/>
                </a:lnTo>
                <a:lnTo>
                  <a:pt x="4075" y="2937"/>
                </a:lnTo>
                <a:lnTo>
                  <a:pt x="4074" y="2937"/>
                </a:lnTo>
                <a:lnTo>
                  <a:pt x="4073" y="2937"/>
                </a:lnTo>
                <a:lnTo>
                  <a:pt x="4073" y="2936"/>
                </a:lnTo>
                <a:lnTo>
                  <a:pt x="4073" y="2935"/>
                </a:lnTo>
                <a:lnTo>
                  <a:pt x="4073" y="2934"/>
                </a:lnTo>
                <a:lnTo>
                  <a:pt x="4073" y="2933"/>
                </a:lnTo>
                <a:lnTo>
                  <a:pt x="4072" y="2932"/>
                </a:lnTo>
                <a:lnTo>
                  <a:pt x="4072" y="2931"/>
                </a:lnTo>
                <a:lnTo>
                  <a:pt x="4072" y="2930"/>
                </a:lnTo>
                <a:lnTo>
                  <a:pt x="4073" y="2929"/>
                </a:lnTo>
                <a:lnTo>
                  <a:pt x="4073" y="2928"/>
                </a:lnTo>
                <a:lnTo>
                  <a:pt x="4073" y="2927"/>
                </a:lnTo>
                <a:lnTo>
                  <a:pt x="4072" y="2927"/>
                </a:lnTo>
                <a:lnTo>
                  <a:pt x="4072" y="2926"/>
                </a:lnTo>
                <a:lnTo>
                  <a:pt x="4071" y="2926"/>
                </a:lnTo>
                <a:lnTo>
                  <a:pt x="4070" y="2926"/>
                </a:lnTo>
                <a:lnTo>
                  <a:pt x="4071" y="2927"/>
                </a:lnTo>
                <a:lnTo>
                  <a:pt x="4071" y="2928"/>
                </a:lnTo>
                <a:lnTo>
                  <a:pt x="4071" y="2929"/>
                </a:lnTo>
                <a:lnTo>
                  <a:pt x="4070" y="2930"/>
                </a:lnTo>
                <a:lnTo>
                  <a:pt x="4069" y="2931"/>
                </a:lnTo>
                <a:lnTo>
                  <a:pt x="4069" y="2932"/>
                </a:lnTo>
                <a:lnTo>
                  <a:pt x="4070" y="2932"/>
                </a:lnTo>
                <a:lnTo>
                  <a:pt x="4071" y="2932"/>
                </a:lnTo>
                <a:lnTo>
                  <a:pt x="4072" y="2933"/>
                </a:lnTo>
                <a:lnTo>
                  <a:pt x="4072" y="2934"/>
                </a:lnTo>
                <a:lnTo>
                  <a:pt x="4072" y="2935"/>
                </a:lnTo>
                <a:lnTo>
                  <a:pt x="4071" y="2936"/>
                </a:lnTo>
                <a:lnTo>
                  <a:pt x="4070" y="2936"/>
                </a:lnTo>
                <a:lnTo>
                  <a:pt x="4069" y="2937"/>
                </a:lnTo>
                <a:lnTo>
                  <a:pt x="4068" y="2937"/>
                </a:lnTo>
                <a:lnTo>
                  <a:pt x="4068" y="2936"/>
                </a:lnTo>
                <a:lnTo>
                  <a:pt x="4068" y="2937"/>
                </a:lnTo>
                <a:lnTo>
                  <a:pt x="4068" y="2938"/>
                </a:lnTo>
                <a:lnTo>
                  <a:pt x="4068" y="2939"/>
                </a:lnTo>
                <a:lnTo>
                  <a:pt x="4068" y="2940"/>
                </a:lnTo>
                <a:lnTo>
                  <a:pt x="4068" y="2941"/>
                </a:lnTo>
                <a:lnTo>
                  <a:pt x="4069" y="2941"/>
                </a:lnTo>
                <a:lnTo>
                  <a:pt x="4069" y="2942"/>
                </a:lnTo>
                <a:lnTo>
                  <a:pt x="4069" y="2943"/>
                </a:lnTo>
                <a:lnTo>
                  <a:pt x="4072" y="2942"/>
                </a:lnTo>
                <a:lnTo>
                  <a:pt x="4073" y="2943"/>
                </a:lnTo>
                <a:lnTo>
                  <a:pt x="4074" y="2942"/>
                </a:lnTo>
                <a:lnTo>
                  <a:pt x="4074" y="2941"/>
                </a:lnTo>
                <a:lnTo>
                  <a:pt x="4075" y="2940"/>
                </a:lnTo>
                <a:lnTo>
                  <a:pt x="4076" y="2940"/>
                </a:lnTo>
                <a:lnTo>
                  <a:pt x="4076" y="2941"/>
                </a:lnTo>
                <a:lnTo>
                  <a:pt x="4075" y="2942"/>
                </a:lnTo>
                <a:lnTo>
                  <a:pt x="4075" y="2941"/>
                </a:lnTo>
                <a:lnTo>
                  <a:pt x="4075" y="2942"/>
                </a:lnTo>
                <a:lnTo>
                  <a:pt x="4075" y="2943"/>
                </a:lnTo>
                <a:lnTo>
                  <a:pt x="4076" y="2944"/>
                </a:lnTo>
                <a:lnTo>
                  <a:pt x="4076" y="2945"/>
                </a:lnTo>
                <a:lnTo>
                  <a:pt x="4077" y="2945"/>
                </a:lnTo>
                <a:lnTo>
                  <a:pt x="4077" y="2944"/>
                </a:lnTo>
                <a:lnTo>
                  <a:pt x="4078" y="2944"/>
                </a:lnTo>
                <a:lnTo>
                  <a:pt x="4079" y="2945"/>
                </a:lnTo>
                <a:lnTo>
                  <a:pt x="4080" y="2945"/>
                </a:lnTo>
                <a:lnTo>
                  <a:pt x="4079" y="2945"/>
                </a:lnTo>
                <a:lnTo>
                  <a:pt x="4079" y="2944"/>
                </a:lnTo>
                <a:lnTo>
                  <a:pt x="4080" y="2944"/>
                </a:lnTo>
                <a:lnTo>
                  <a:pt x="4080" y="2945"/>
                </a:lnTo>
                <a:lnTo>
                  <a:pt x="4080" y="2946"/>
                </a:lnTo>
                <a:lnTo>
                  <a:pt x="4080" y="2947"/>
                </a:lnTo>
                <a:lnTo>
                  <a:pt x="4079" y="2948"/>
                </a:lnTo>
                <a:lnTo>
                  <a:pt x="4078" y="2948"/>
                </a:lnTo>
                <a:lnTo>
                  <a:pt x="4078" y="2949"/>
                </a:lnTo>
                <a:lnTo>
                  <a:pt x="4078" y="2950"/>
                </a:lnTo>
                <a:lnTo>
                  <a:pt x="4077" y="2950"/>
                </a:lnTo>
                <a:lnTo>
                  <a:pt x="4077" y="2949"/>
                </a:lnTo>
                <a:lnTo>
                  <a:pt x="4076" y="2950"/>
                </a:lnTo>
                <a:lnTo>
                  <a:pt x="4076" y="2951"/>
                </a:lnTo>
                <a:lnTo>
                  <a:pt x="4076" y="2952"/>
                </a:lnTo>
                <a:lnTo>
                  <a:pt x="4076" y="2953"/>
                </a:lnTo>
                <a:lnTo>
                  <a:pt x="4075" y="2953"/>
                </a:lnTo>
                <a:lnTo>
                  <a:pt x="4074" y="2954"/>
                </a:lnTo>
                <a:lnTo>
                  <a:pt x="4075" y="2954"/>
                </a:lnTo>
                <a:lnTo>
                  <a:pt x="4073" y="2955"/>
                </a:lnTo>
                <a:lnTo>
                  <a:pt x="4073" y="2956"/>
                </a:lnTo>
                <a:lnTo>
                  <a:pt x="4072" y="2956"/>
                </a:lnTo>
                <a:lnTo>
                  <a:pt x="4071" y="2955"/>
                </a:lnTo>
                <a:lnTo>
                  <a:pt x="4071" y="2954"/>
                </a:lnTo>
                <a:lnTo>
                  <a:pt x="4070" y="2953"/>
                </a:lnTo>
                <a:lnTo>
                  <a:pt x="4069" y="2954"/>
                </a:lnTo>
                <a:lnTo>
                  <a:pt x="4068" y="2955"/>
                </a:lnTo>
                <a:lnTo>
                  <a:pt x="4068" y="2957"/>
                </a:lnTo>
                <a:lnTo>
                  <a:pt x="4068" y="2958"/>
                </a:lnTo>
                <a:lnTo>
                  <a:pt x="4068" y="2959"/>
                </a:lnTo>
                <a:lnTo>
                  <a:pt x="4069" y="2960"/>
                </a:lnTo>
                <a:lnTo>
                  <a:pt x="4069" y="2961"/>
                </a:lnTo>
                <a:lnTo>
                  <a:pt x="4070" y="2961"/>
                </a:lnTo>
                <a:lnTo>
                  <a:pt x="4070" y="2960"/>
                </a:lnTo>
                <a:lnTo>
                  <a:pt x="4071" y="2959"/>
                </a:lnTo>
                <a:lnTo>
                  <a:pt x="4072" y="2959"/>
                </a:lnTo>
                <a:lnTo>
                  <a:pt x="4071" y="2960"/>
                </a:lnTo>
                <a:lnTo>
                  <a:pt x="4071" y="2961"/>
                </a:lnTo>
                <a:lnTo>
                  <a:pt x="4072" y="2962"/>
                </a:lnTo>
                <a:lnTo>
                  <a:pt x="4071" y="2962"/>
                </a:lnTo>
                <a:lnTo>
                  <a:pt x="4071" y="2963"/>
                </a:lnTo>
                <a:lnTo>
                  <a:pt x="4070" y="2963"/>
                </a:lnTo>
                <a:lnTo>
                  <a:pt x="4071" y="2964"/>
                </a:lnTo>
                <a:lnTo>
                  <a:pt x="4070" y="2965"/>
                </a:lnTo>
                <a:lnTo>
                  <a:pt x="4069" y="2965"/>
                </a:lnTo>
                <a:lnTo>
                  <a:pt x="4068" y="2966"/>
                </a:lnTo>
                <a:lnTo>
                  <a:pt x="4069" y="2967"/>
                </a:lnTo>
                <a:lnTo>
                  <a:pt x="4068" y="2967"/>
                </a:lnTo>
                <a:lnTo>
                  <a:pt x="4067" y="2967"/>
                </a:lnTo>
                <a:lnTo>
                  <a:pt x="4067" y="2968"/>
                </a:lnTo>
                <a:lnTo>
                  <a:pt x="4066" y="2968"/>
                </a:lnTo>
                <a:lnTo>
                  <a:pt x="4066" y="2969"/>
                </a:lnTo>
                <a:lnTo>
                  <a:pt x="4065" y="2969"/>
                </a:lnTo>
                <a:lnTo>
                  <a:pt x="4065" y="2970"/>
                </a:lnTo>
                <a:lnTo>
                  <a:pt x="4064" y="2970"/>
                </a:lnTo>
                <a:lnTo>
                  <a:pt x="4063" y="2970"/>
                </a:lnTo>
                <a:lnTo>
                  <a:pt x="4062" y="2971"/>
                </a:lnTo>
                <a:lnTo>
                  <a:pt x="4062" y="2972"/>
                </a:lnTo>
                <a:lnTo>
                  <a:pt x="4061" y="2972"/>
                </a:lnTo>
                <a:lnTo>
                  <a:pt x="4061" y="2970"/>
                </a:lnTo>
                <a:lnTo>
                  <a:pt x="4062" y="2969"/>
                </a:lnTo>
                <a:lnTo>
                  <a:pt x="4062" y="2968"/>
                </a:lnTo>
                <a:lnTo>
                  <a:pt x="4062" y="2967"/>
                </a:lnTo>
                <a:lnTo>
                  <a:pt x="4061" y="2965"/>
                </a:lnTo>
                <a:lnTo>
                  <a:pt x="4061" y="2964"/>
                </a:lnTo>
                <a:lnTo>
                  <a:pt x="4059" y="2963"/>
                </a:lnTo>
                <a:lnTo>
                  <a:pt x="4058" y="2962"/>
                </a:lnTo>
                <a:lnTo>
                  <a:pt x="4056" y="2961"/>
                </a:lnTo>
                <a:lnTo>
                  <a:pt x="4055" y="2960"/>
                </a:lnTo>
                <a:lnTo>
                  <a:pt x="4054" y="2959"/>
                </a:lnTo>
                <a:lnTo>
                  <a:pt x="4053" y="2959"/>
                </a:lnTo>
                <a:lnTo>
                  <a:pt x="4052" y="2959"/>
                </a:lnTo>
                <a:lnTo>
                  <a:pt x="4050" y="2960"/>
                </a:lnTo>
                <a:lnTo>
                  <a:pt x="4050" y="2959"/>
                </a:lnTo>
                <a:lnTo>
                  <a:pt x="4050" y="2958"/>
                </a:lnTo>
                <a:lnTo>
                  <a:pt x="4050" y="2957"/>
                </a:lnTo>
                <a:lnTo>
                  <a:pt x="4050" y="2956"/>
                </a:lnTo>
                <a:lnTo>
                  <a:pt x="4051" y="2956"/>
                </a:lnTo>
                <a:lnTo>
                  <a:pt x="4050" y="2956"/>
                </a:lnTo>
                <a:lnTo>
                  <a:pt x="4050" y="2955"/>
                </a:lnTo>
                <a:lnTo>
                  <a:pt x="4051" y="2955"/>
                </a:lnTo>
                <a:lnTo>
                  <a:pt x="4050" y="2954"/>
                </a:lnTo>
                <a:lnTo>
                  <a:pt x="4050" y="2953"/>
                </a:lnTo>
                <a:lnTo>
                  <a:pt x="4049" y="2952"/>
                </a:lnTo>
                <a:lnTo>
                  <a:pt x="4049" y="2953"/>
                </a:lnTo>
                <a:lnTo>
                  <a:pt x="4050" y="2953"/>
                </a:lnTo>
                <a:lnTo>
                  <a:pt x="4049" y="2953"/>
                </a:lnTo>
                <a:lnTo>
                  <a:pt x="4049" y="2954"/>
                </a:lnTo>
                <a:lnTo>
                  <a:pt x="4049" y="2955"/>
                </a:lnTo>
                <a:lnTo>
                  <a:pt x="4050" y="2955"/>
                </a:lnTo>
                <a:lnTo>
                  <a:pt x="4050" y="2956"/>
                </a:lnTo>
                <a:lnTo>
                  <a:pt x="4049" y="2955"/>
                </a:lnTo>
                <a:lnTo>
                  <a:pt x="4049" y="2956"/>
                </a:lnTo>
                <a:lnTo>
                  <a:pt x="4049" y="2957"/>
                </a:lnTo>
                <a:lnTo>
                  <a:pt x="4048" y="2957"/>
                </a:lnTo>
                <a:lnTo>
                  <a:pt x="4048" y="2958"/>
                </a:lnTo>
                <a:lnTo>
                  <a:pt x="4049" y="2958"/>
                </a:lnTo>
                <a:lnTo>
                  <a:pt x="4049" y="2959"/>
                </a:lnTo>
                <a:lnTo>
                  <a:pt x="4049" y="2960"/>
                </a:lnTo>
                <a:lnTo>
                  <a:pt x="4049" y="2961"/>
                </a:lnTo>
                <a:lnTo>
                  <a:pt x="4048" y="2962"/>
                </a:lnTo>
                <a:lnTo>
                  <a:pt x="4047" y="2962"/>
                </a:lnTo>
                <a:lnTo>
                  <a:pt x="4046" y="2963"/>
                </a:lnTo>
                <a:lnTo>
                  <a:pt x="4045" y="2963"/>
                </a:lnTo>
                <a:lnTo>
                  <a:pt x="4044" y="2964"/>
                </a:lnTo>
                <a:lnTo>
                  <a:pt x="4043" y="2964"/>
                </a:lnTo>
                <a:lnTo>
                  <a:pt x="4043" y="2965"/>
                </a:lnTo>
                <a:lnTo>
                  <a:pt x="4042" y="2965"/>
                </a:lnTo>
                <a:lnTo>
                  <a:pt x="4042" y="2964"/>
                </a:lnTo>
                <a:lnTo>
                  <a:pt x="4041" y="2965"/>
                </a:lnTo>
                <a:lnTo>
                  <a:pt x="4040" y="2965"/>
                </a:lnTo>
                <a:lnTo>
                  <a:pt x="4039" y="2965"/>
                </a:lnTo>
                <a:lnTo>
                  <a:pt x="4039" y="2964"/>
                </a:lnTo>
                <a:lnTo>
                  <a:pt x="4038" y="2965"/>
                </a:lnTo>
                <a:lnTo>
                  <a:pt x="4037" y="2964"/>
                </a:lnTo>
                <a:lnTo>
                  <a:pt x="4036" y="2964"/>
                </a:lnTo>
                <a:lnTo>
                  <a:pt x="4036" y="2965"/>
                </a:lnTo>
                <a:lnTo>
                  <a:pt x="4036" y="2966"/>
                </a:lnTo>
                <a:lnTo>
                  <a:pt x="4034" y="2967"/>
                </a:lnTo>
                <a:lnTo>
                  <a:pt x="4033" y="2967"/>
                </a:lnTo>
                <a:lnTo>
                  <a:pt x="4033" y="2968"/>
                </a:lnTo>
                <a:lnTo>
                  <a:pt x="4032" y="2969"/>
                </a:lnTo>
                <a:lnTo>
                  <a:pt x="4031" y="2969"/>
                </a:lnTo>
                <a:lnTo>
                  <a:pt x="4030" y="2968"/>
                </a:lnTo>
                <a:lnTo>
                  <a:pt x="4029" y="2968"/>
                </a:lnTo>
                <a:lnTo>
                  <a:pt x="4028" y="2967"/>
                </a:lnTo>
                <a:lnTo>
                  <a:pt x="4027" y="2966"/>
                </a:lnTo>
                <a:lnTo>
                  <a:pt x="4027" y="2965"/>
                </a:lnTo>
                <a:lnTo>
                  <a:pt x="4027" y="2963"/>
                </a:lnTo>
                <a:lnTo>
                  <a:pt x="4027" y="2962"/>
                </a:lnTo>
                <a:lnTo>
                  <a:pt x="4027" y="2960"/>
                </a:lnTo>
                <a:lnTo>
                  <a:pt x="4026" y="2960"/>
                </a:lnTo>
                <a:lnTo>
                  <a:pt x="4026" y="2959"/>
                </a:lnTo>
                <a:lnTo>
                  <a:pt x="4027" y="2959"/>
                </a:lnTo>
                <a:lnTo>
                  <a:pt x="4028" y="2959"/>
                </a:lnTo>
                <a:lnTo>
                  <a:pt x="4028" y="2958"/>
                </a:lnTo>
                <a:lnTo>
                  <a:pt x="4028" y="2957"/>
                </a:lnTo>
                <a:lnTo>
                  <a:pt x="4027" y="2957"/>
                </a:lnTo>
                <a:lnTo>
                  <a:pt x="4027" y="2956"/>
                </a:lnTo>
                <a:lnTo>
                  <a:pt x="4026" y="2956"/>
                </a:lnTo>
                <a:lnTo>
                  <a:pt x="4026" y="2957"/>
                </a:lnTo>
                <a:lnTo>
                  <a:pt x="4026" y="2958"/>
                </a:lnTo>
                <a:lnTo>
                  <a:pt x="4025" y="2959"/>
                </a:lnTo>
                <a:lnTo>
                  <a:pt x="4024" y="2958"/>
                </a:lnTo>
                <a:lnTo>
                  <a:pt x="4024" y="2959"/>
                </a:lnTo>
                <a:lnTo>
                  <a:pt x="4023" y="2959"/>
                </a:lnTo>
                <a:lnTo>
                  <a:pt x="4023" y="2960"/>
                </a:lnTo>
                <a:lnTo>
                  <a:pt x="4023" y="2961"/>
                </a:lnTo>
                <a:lnTo>
                  <a:pt x="4022" y="2962"/>
                </a:lnTo>
                <a:lnTo>
                  <a:pt x="4021" y="2963"/>
                </a:lnTo>
                <a:lnTo>
                  <a:pt x="4020" y="2964"/>
                </a:lnTo>
                <a:lnTo>
                  <a:pt x="4020" y="2965"/>
                </a:lnTo>
                <a:lnTo>
                  <a:pt x="4019" y="2966"/>
                </a:lnTo>
                <a:lnTo>
                  <a:pt x="4018" y="2966"/>
                </a:lnTo>
                <a:lnTo>
                  <a:pt x="4016" y="2966"/>
                </a:lnTo>
                <a:lnTo>
                  <a:pt x="4015" y="2967"/>
                </a:lnTo>
                <a:lnTo>
                  <a:pt x="4013" y="2967"/>
                </a:lnTo>
                <a:lnTo>
                  <a:pt x="4013" y="2969"/>
                </a:lnTo>
                <a:lnTo>
                  <a:pt x="4013" y="2970"/>
                </a:lnTo>
                <a:lnTo>
                  <a:pt x="4014" y="2970"/>
                </a:lnTo>
                <a:lnTo>
                  <a:pt x="4014" y="2969"/>
                </a:lnTo>
                <a:lnTo>
                  <a:pt x="4016" y="2972"/>
                </a:lnTo>
                <a:lnTo>
                  <a:pt x="4015" y="2973"/>
                </a:lnTo>
                <a:lnTo>
                  <a:pt x="4014" y="2974"/>
                </a:lnTo>
                <a:lnTo>
                  <a:pt x="4013" y="2975"/>
                </a:lnTo>
                <a:lnTo>
                  <a:pt x="4013" y="2976"/>
                </a:lnTo>
                <a:lnTo>
                  <a:pt x="4014" y="2977"/>
                </a:lnTo>
                <a:lnTo>
                  <a:pt x="4014" y="2978"/>
                </a:lnTo>
                <a:lnTo>
                  <a:pt x="4014" y="2979"/>
                </a:lnTo>
                <a:lnTo>
                  <a:pt x="4012" y="2979"/>
                </a:lnTo>
                <a:lnTo>
                  <a:pt x="4012" y="2978"/>
                </a:lnTo>
                <a:lnTo>
                  <a:pt x="4008" y="2978"/>
                </a:lnTo>
                <a:lnTo>
                  <a:pt x="4006" y="2977"/>
                </a:lnTo>
                <a:lnTo>
                  <a:pt x="4006" y="2976"/>
                </a:lnTo>
                <a:lnTo>
                  <a:pt x="4005" y="2976"/>
                </a:lnTo>
                <a:lnTo>
                  <a:pt x="4003" y="2975"/>
                </a:lnTo>
                <a:lnTo>
                  <a:pt x="4002" y="2975"/>
                </a:lnTo>
                <a:lnTo>
                  <a:pt x="4001" y="2975"/>
                </a:lnTo>
                <a:lnTo>
                  <a:pt x="4002" y="2976"/>
                </a:lnTo>
                <a:lnTo>
                  <a:pt x="4002" y="2977"/>
                </a:lnTo>
                <a:lnTo>
                  <a:pt x="4002" y="2978"/>
                </a:lnTo>
                <a:lnTo>
                  <a:pt x="4001" y="2979"/>
                </a:lnTo>
                <a:lnTo>
                  <a:pt x="4001" y="2980"/>
                </a:lnTo>
                <a:lnTo>
                  <a:pt x="4000" y="2980"/>
                </a:lnTo>
                <a:lnTo>
                  <a:pt x="3999" y="2980"/>
                </a:lnTo>
                <a:lnTo>
                  <a:pt x="4000" y="2980"/>
                </a:lnTo>
                <a:lnTo>
                  <a:pt x="4001" y="2981"/>
                </a:lnTo>
                <a:lnTo>
                  <a:pt x="4002" y="2982"/>
                </a:lnTo>
                <a:lnTo>
                  <a:pt x="4001" y="2982"/>
                </a:lnTo>
                <a:lnTo>
                  <a:pt x="4000" y="2982"/>
                </a:lnTo>
                <a:lnTo>
                  <a:pt x="4002" y="2983"/>
                </a:lnTo>
                <a:lnTo>
                  <a:pt x="4002" y="2984"/>
                </a:lnTo>
                <a:lnTo>
                  <a:pt x="4004" y="2983"/>
                </a:lnTo>
                <a:lnTo>
                  <a:pt x="4006" y="2983"/>
                </a:lnTo>
                <a:lnTo>
                  <a:pt x="4008" y="2983"/>
                </a:lnTo>
                <a:lnTo>
                  <a:pt x="4009" y="2982"/>
                </a:lnTo>
                <a:lnTo>
                  <a:pt x="4010" y="2982"/>
                </a:lnTo>
                <a:lnTo>
                  <a:pt x="4011" y="2982"/>
                </a:lnTo>
                <a:lnTo>
                  <a:pt x="4012" y="2982"/>
                </a:lnTo>
                <a:lnTo>
                  <a:pt x="4013" y="2982"/>
                </a:lnTo>
                <a:lnTo>
                  <a:pt x="4015" y="2982"/>
                </a:lnTo>
                <a:lnTo>
                  <a:pt x="4016" y="2982"/>
                </a:lnTo>
                <a:lnTo>
                  <a:pt x="4016" y="2983"/>
                </a:lnTo>
                <a:lnTo>
                  <a:pt x="4016" y="2984"/>
                </a:lnTo>
                <a:lnTo>
                  <a:pt x="4015" y="2984"/>
                </a:lnTo>
                <a:lnTo>
                  <a:pt x="4015" y="2985"/>
                </a:lnTo>
                <a:lnTo>
                  <a:pt x="4015" y="2986"/>
                </a:lnTo>
                <a:lnTo>
                  <a:pt x="4015" y="2987"/>
                </a:lnTo>
                <a:lnTo>
                  <a:pt x="4014" y="2987"/>
                </a:lnTo>
                <a:lnTo>
                  <a:pt x="4014" y="2988"/>
                </a:lnTo>
                <a:lnTo>
                  <a:pt x="4013" y="2988"/>
                </a:lnTo>
                <a:lnTo>
                  <a:pt x="4014" y="2988"/>
                </a:lnTo>
                <a:lnTo>
                  <a:pt x="4014" y="2989"/>
                </a:lnTo>
                <a:lnTo>
                  <a:pt x="4014" y="2988"/>
                </a:lnTo>
                <a:lnTo>
                  <a:pt x="4015" y="2988"/>
                </a:lnTo>
                <a:lnTo>
                  <a:pt x="4017" y="2987"/>
                </a:lnTo>
                <a:lnTo>
                  <a:pt x="4018" y="2987"/>
                </a:lnTo>
                <a:lnTo>
                  <a:pt x="4019" y="2987"/>
                </a:lnTo>
                <a:lnTo>
                  <a:pt x="4020" y="2988"/>
                </a:lnTo>
                <a:lnTo>
                  <a:pt x="4020" y="2989"/>
                </a:lnTo>
                <a:lnTo>
                  <a:pt x="4020" y="2990"/>
                </a:lnTo>
                <a:lnTo>
                  <a:pt x="4020" y="2991"/>
                </a:lnTo>
                <a:lnTo>
                  <a:pt x="4021" y="2992"/>
                </a:lnTo>
                <a:lnTo>
                  <a:pt x="4022" y="2993"/>
                </a:lnTo>
                <a:lnTo>
                  <a:pt x="4021" y="2993"/>
                </a:lnTo>
                <a:lnTo>
                  <a:pt x="4021" y="2994"/>
                </a:lnTo>
                <a:lnTo>
                  <a:pt x="4022" y="2995"/>
                </a:lnTo>
                <a:lnTo>
                  <a:pt x="4022" y="2996"/>
                </a:lnTo>
                <a:lnTo>
                  <a:pt x="4023" y="2996"/>
                </a:lnTo>
                <a:lnTo>
                  <a:pt x="4022" y="2997"/>
                </a:lnTo>
                <a:lnTo>
                  <a:pt x="4021" y="2997"/>
                </a:lnTo>
                <a:lnTo>
                  <a:pt x="4021" y="2996"/>
                </a:lnTo>
                <a:lnTo>
                  <a:pt x="4020" y="2997"/>
                </a:lnTo>
                <a:lnTo>
                  <a:pt x="4019" y="2997"/>
                </a:lnTo>
                <a:lnTo>
                  <a:pt x="4019" y="2998"/>
                </a:lnTo>
                <a:lnTo>
                  <a:pt x="4018" y="2998"/>
                </a:lnTo>
                <a:lnTo>
                  <a:pt x="4017" y="2998"/>
                </a:lnTo>
                <a:lnTo>
                  <a:pt x="4016" y="2998"/>
                </a:lnTo>
                <a:lnTo>
                  <a:pt x="4016" y="2999"/>
                </a:lnTo>
                <a:lnTo>
                  <a:pt x="4015" y="3000"/>
                </a:lnTo>
                <a:lnTo>
                  <a:pt x="4014" y="3000"/>
                </a:lnTo>
                <a:lnTo>
                  <a:pt x="4014" y="3001"/>
                </a:lnTo>
                <a:lnTo>
                  <a:pt x="4013" y="3002"/>
                </a:lnTo>
                <a:lnTo>
                  <a:pt x="4012" y="3002"/>
                </a:lnTo>
                <a:lnTo>
                  <a:pt x="4012" y="3003"/>
                </a:lnTo>
                <a:lnTo>
                  <a:pt x="4011" y="3003"/>
                </a:lnTo>
                <a:lnTo>
                  <a:pt x="4010" y="3004"/>
                </a:lnTo>
                <a:lnTo>
                  <a:pt x="4010" y="3005"/>
                </a:lnTo>
                <a:lnTo>
                  <a:pt x="4009" y="3005"/>
                </a:lnTo>
                <a:lnTo>
                  <a:pt x="4009" y="3006"/>
                </a:lnTo>
                <a:lnTo>
                  <a:pt x="4008" y="3007"/>
                </a:lnTo>
                <a:lnTo>
                  <a:pt x="4007" y="3008"/>
                </a:lnTo>
                <a:lnTo>
                  <a:pt x="4007" y="3007"/>
                </a:lnTo>
                <a:lnTo>
                  <a:pt x="4007" y="3006"/>
                </a:lnTo>
                <a:lnTo>
                  <a:pt x="4008" y="3005"/>
                </a:lnTo>
                <a:lnTo>
                  <a:pt x="4007" y="3005"/>
                </a:lnTo>
                <a:lnTo>
                  <a:pt x="4007" y="3004"/>
                </a:lnTo>
                <a:lnTo>
                  <a:pt x="4006" y="3004"/>
                </a:lnTo>
                <a:lnTo>
                  <a:pt x="4006" y="3003"/>
                </a:lnTo>
                <a:lnTo>
                  <a:pt x="4005" y="3003"/>
                </a:lnTo>
                <a:lnTo>
                  <a:pt x="4005" y="3004"/>
                </a:lnTo>
                <a:lnTo>
                  <a:pt x="4006" y="3005"/>
                </a:lnTo>
                <a:lnTo>
                  <a:pt x="4007" y="3006"/>
                </a:lnTo>
                <a:lnTo>
                  <a:pt x="4006" y="3006"/>
                </a:lnTo>
                <a:lnTo>
                  <a:pt x="4005" y="3006"/>
                </a:lnTo>
                <a:lnTo>
                  <a:pt x="4005" y="3005"/>
                </a:lnTo>
                <a:lnTo>
                  <a:pt x="4005" y="3006"/>
                </a:lnTo>
                <a:lnTo>
                  <a:pt x="4004" y="3005"/>
                </a:lnTo>
                <a:lnTo>
                  <a:pt x="4004" y="3006"/>
                </a:lnTo>
                <a:lnTo>
                  <a:pt x="4005" y="3007"/>
                </a:lnTo>
                <a:lnTo>
                  <a:pt x="4006" y="3007"/>
                </a:lnTo>
                <a:lnTo>
                  <a:pt x="4006" y="3008"/>
                </a:lnTo>
                <a:lnTo>
                  <a:pt x="4005" y="3008"/>
                </a:lnTo>
                <a:lnTo>
                  <a:pt x="4005" y="3009"/>
                </a:lnTo>
                <a:lnTo>
                  <a:pt x="4004" y="3010"/>
                </a:lnTo>
                <a:lnTo>
                  <a:pt x="4004" y="3011"/>
                </a:lnTo>
                <a:lnTo>
                  <a:pt x="4003" y="3012"/>
                </a:lnTo>
                <a:lnTo>
                  <a:pt x="4003" y="3011"/>
                </a:lnTo>
                <a:lnTo>
                  <a:pt x="4002" y="3012"/>
                </a:lnTo>
                <a:lnTo>
                  <a:pt x="4001" y="3013"/>
                </a:lnTo>
                <a:lnTo>
                  <a:pt x="4001" y="3015"/>
                </a:lnTo>
                <a:lnTo>
                  <a:pt x="4001" y="3017"/>
                </a:lnTo>
                <a:lnTo>
                  <a:pt x="4001" y="3018"/>
                </a:lnTo>
                <a:lnTo>
                  <a:pt x="4001" y="3019"/>
                </a:lnTo>
                <a:lnTo>
                  <a:pt x="4001" y="3020"/>
                </a:lnTo>
                <a:lnTo>
                  <a:pt x="4001" y="3021"/>
                </a:lnTo>
                <a:lnTo>
                  <a:pt x="4000" y="3021"/>
                </a:lnTo>
                <a:lnTo>
                  <a:pt x="3999" y="3021"/>
                </a:lnTo>
                <a:lnTo>
                  <a:pt x="3999" y="3020"/>
                </a:lnTo>
                <a:lnTo>
                  <a:pt x="3997" y="3021"/>
                </a:lnTo>
                <a:lnTo>
                  <a:pt x="3996" y="3021"/>
                </a:lnTo>
                <a:lnTo>
                  <a:pt x="3995" y="3022"/>
                </a:lnTo>
                <a:lnTo>
                  <a:pt x="3994" y="3024"/>
                </a:lnTo>
                <a:lnTo>
                  <a:pt x="3993" y="3024"/>
                </a:lnTo>
                <a:lnTo>
                  <a:pt x="3992" y="3025"/>
                </a:lnTo>
                <a:lnTo>
                  <a:pt x="3992" y="3026"/>
                </a:lnTo>
                <a:lnTo>
                  <a:pt x="3992" y="3027"/>
                </a:lnTo>
                <a:lnTo>
                  <a:pt x="3992" y="3028"/>
                </a:lnTo>
                <a:lnTo>
                  <a:pt x="3991" y="3028"/>
                </a:lnTo>
                <a:lnTo>
                  <a:pt x="3990" y="3028"/>
                </a:lnTo>
                <a:lnTo>
                  <a:pt x="3989" y="3029"/>
                </a:lnTo>
                <a:lnTo>
                  <a:pt x="3989" y="3030"/>
                </a:lnTo>
                <a:lnTo>
                  <a:pt x="3989" y="3031"/>
                </a:lnTo>
                <a:lnTo>
                  <a:pt x="3989" y="3032"/>
                </a:lnTo>
                <a:lnTo>
                  <a:pt x="3989" y="3033"/>
                </a:lnTo>
                <a:lnTo>
                  <a:pt x="3988" y="3033"/>
                </a:lnTo>
                <a:lnTo>
                  <a:pt x="3987" y="3033"/>
                </a:lnTo>
                <a:lnTo>
                  <a:pt x="3987" y="3034"/>
                </a:lnTo>
                <a:lnTo>
                  <a:pt x="3986" y="3033"/>
                </a:lnTo>
                <a:lnTo>
                  <a:pt x="3987" y="3032"/>
                </a:lnTo>
                <a:lnTo>
                  <a:pt x="3986" y="3031"/>
                </a:lnTo>
                <a:lnTo>
                  <a:pt x="3986" y="3030"/>
                </a:lnTo>
                <a:lnTo>
                  <a:pt x="3988" y="3029"/>
                </a:lnTo>
                <a:lnTo>
                  <a:pt x="3988" y="3028"/>
                </a:lnTo>
                <a:lnTo>
                  <a:pt x="3989" y="3028"/>
                </a:lnTo>
                <a:lnTo>
                  <a:pt x="3989" y="3027"/>
                </a:lnTo>
                <a:lnTo>
                  <a:pt x="3989" y="3026"/>
                </a:lnTo>
                <a:lnTo>
                  <a:pt x="3990" y="3025"/>
                </a:lnTo>
                <a:lnTo>
                  <a:pt x="3991" y="3025"/>
                </a:lnTo>
                <a:lnTo>
                  <a:pt x="3991" y="3024"/>
                </a:lnTo>
                <a:lnTo>
                  <a:pt x="3990" y="3025"/>
                </a:lnTo>
                <a:lnTo>
                  <a:pt x="3990" y="3024"/>
                </a:lnTo>
                <a:lnTo>
                  <a:pt x="3989" y="3024"/>
                </a:lnTo>
                <a:lnTo>
                  <a:pt x="3990" y="3023"/>
                </a:lnTo>
                <a:lnTo>
                  <a:pt x="3989" y="3023"/>
                </a:lnTo>
                <a:lnTo>
                  <a:pt x="3988" y="3022"/>
                </a:lnTo>
                <a:lnTo>
                  <a:pt x="3988" y="3021"/>
                </a:lnTo>
                <a:lnTo>
                  <a:pt x="3989" y="3021"/>
                </a:lnTo>
                <a:lnTo>
                  <a:pt x="3989" y="3020"/>
                </a:lnTo>
                <a:lnTo>
                  <a:pt x="3988" y="3021"/>
                </a:lnTo>
                <a:lnTo>
                  <a:pt x="3988" y="3022"/>
                </a:lnTo>
                <a:lnTo>
                  <a:pt x="3987" y="3023"/>
                </a:lnTo>
                <a:lnTo>
                  <a:pt x="3987" y="3022"/>
                </a:lnTo>
                <a:lnTo>
                  <a:pt x="3986" y="3022"/>
                </a:lnTo>
                <a:lnTo>
                  <a:pt x="3985" y="3021"/>
                </a:lnTo>
                <a:lnTo>
                  <a:pt x="3984" y="3021"/>
                </a:lnTo>
                <a:lnTo>
                  <a:pt x="3984" y="3020"/>
                </a:lnTo>
                <a:lnTo>
                  <a:pt x="3984" y="3019"/>
                </a:lnTo>
                <a:lnTo>
                  <a:pt x="3983" y="3019"/>
                </a:lnTo>
                <a:lnTo>
                  <a:pt x="3983" y="3020"/>
                </a:lnTo>
                <a:lnTo>
                  <a:pt x="3983" y="3019"/>
                </a:lnTo>
                <a:lnTo>
                  <a:pt x="3984" y="3020"/>
                </a:lnTo>
                <a:lnTo>
                  <a:pt x="3984" y="3021"/>
                </a:lnTo>
                <a:lnTo>
                  <a:pt x="3984" y="3022"/>
                </a:lnTo>
                <a:lnTo>
                  <a:pt x="3983" y="3024"/>
                </a:lnTo>
                <a:lnTo>
                  <a:pt x="3982" y="3025"/>
                </a:lnTo>
                <a:lnTo>
                  <a:pt x="3982" y="3026"/>
                </a:lnTo>
                <a:lnTo>
                  <a:pt x="3983" y="3027"/>
                </a:lnTo>
                <a:lnTo>
                  <a:pt x="3983" y="3028"/>
                </a:lnTo>
                <a:lnTo>
                  <a:pt x="3984" y="3028"/>
                </a:lnTo>
                <a:lnTo>
                  <a:pt x="3984" y="3029"/>
                </a:lnTo>
                <a:lnTo>
                  <a:pt x="3983" y="3029"/>
                </a:lnTo>
                <a:lnTo>
                  <a:pt x="3982" y="3029"/>
                </a:lnTo>
                <a:lnTo>
                  <a:pt x="3982" y="3030"/>
                </a:lnTo>
                <a:lnTo>
                  <a:pt x="3981" y="3030"/>
                </a:lnTo>
                <a:lnTo>
                  <a:pt x="3981" y="3031"/>
                </a:lnTo>
                <a:lnTo>
                  <a:pt x="3980" y="3031"/>
                </a:lnTo>
                <a:lnTo>
                  <a:pt x="3979" y="3032"/>
                </a:lnTo>
                <a:lnTo>
                  <a:pt x="3978" y="3033"/>
                </a:lnTo>
                <a:lnTo>
                  <a:pt x="3977" y="3035"/>
                </a:lnTo>
                <a:lnTo>
                  <a:pt x="3977" y="3036"/>
                </a:lnTo>
                <a:lnTo>
                  <a:pt x="3977" y="3037"/>
                </a:lnTo>
                <a:lnTo>
                  <a:pt x="3976" y="3038"/>
                </a:lnTo>
                <a:lnTo>
                  <a:pt x="3976" y="3039"/>
                </a:lnTo>
                <a:lnTo>
                  <a:pt x="3976" y="3040"/>
                </a:lnTo>
                <a:lnTo>
                  <a:pt x="3976" y="3041"/>
                </a:lnTo>
                <a:lnTo>
                  <a:pt x="3976" y="3042"/>
                </a:lnTo>
                <a:lnTo>
                  <a:pt x="3976" y="3043"/>
                </a:lnTo>
                <a:lnTo>
                  <a:pt x="3977" y="3044"/>
                </a:lnTo>
                <a:lnTo>
                  <a:pt x="3977" y="3045"/>
                </a:lnTo>
                <a:lnTo>
                  <a:pt x="3978" y="3045"/>
                </a:lnTo>
                <a:lnTo>
                  <a:pt x="3976" y="3047"/>
                </a:lnTo>
                <a:lnTo>
                  <a:pt x="3976" y="3048"/>
                </a:lnTo>
                <a:lnTo>
                  <a:pt x="3975" y="3048"/>
                </a:lnTo>
                <a:lnTo>
                  <a:pt x="3975" y="3049"/>
                </a:lnTo>
                <a:lnTo>
                  <a:pt x="3975" y="3050"/>
                </a:lnTo>
                <a:lnTo>
                  <a:pt x="3974" y="3050"/>
                </a:lnTo>
                <a:lnTo>
                  <a:pt x="3973" y="3051"/>
                </a:lnTo>
                <a:lnTo>
                  <a:pt x="3973" y="3052"/>
                </a:lnTo>
                <a:lnTo>
                  <a:pt x="3973" y="3053"/>
                </a:lnTo>
                <a:lnTo>
                  <a:pt x="3972" y="3053"/>
                </a:lnTo>
                <a:lnTo>
                  <a:pt x="3972" y="3051"/>
                </a:lnTo>
                <a:lnTo>
                  <a:pt x="3973" y="3051"/>
                </a:lnTo>
                <a:lnTo>
                  <a:pt x="3973" y="3050"/>
                </a:lnTo>
                <a:lnTo>
                  <a:pt x="3974" y="3050"/>
                </a:lnTo>
                <a:lnTo>
                  <a:pt x="3974" y="3049"/>
                </a:lnTo>
                <a:lnTo>
                  <a:pt x="3973" y="3048"/>
                </a:lnTo>
                <a:lnTo>
                  <a:pt x="3973" y="3047"/>
                </a:lnTo>
                <a:lnTo>
                  <a:pt x="3973" y="3046"/>
                </a:lnTo>
                <a:lnTo>
                  <a:pt x="3974" y="3046"/>
                </a:lnTo>
                <a:lnTo>
                  <a:pt x="3974" y="3045"/>
                </a:lnTo>
                <a:lnTo>
                  <a:pt x="3975" y="3045"/>
                </a:lnTo>
                <a:lnTo>
                  <a:pt x="3975" y="3044"/>
                </a:lnTo>
                <a:lnTo>
                  <a:pt x="3975" y="3043"/>
                </a:lnTo>
                <a:lnTo>
                  <a:pt x="3975" y="3042"/>
                </a:lnTo>
                <a:lnTo>
                  <a:pt x="3975" y="3041"/>
                </a:lnTo>
                <a:lnTo>
                  <a:pt x="3975" y="3040"/>
                </a:lnTo>
                <a:lnTo>
                  <a:pt x="3974" y="3039"/>
                </a:lnTo>
                <a:lnTo>
                  <a:pt x="3974" y="3038"/>
                </a:lnTo>
                <a:lnTo>
                  <a:pt x="3974" y="3037"/>
                </a:lnTo>
                <a:lnTo>
                  <a:pt x="3973" y="3037"/>
                </a:lnTo>
                <a:lnTo>
                  <a:pt x="3973" y="3036"/>
                </a:lnTo>
                <a:lnTo>
                  <a:pt x="3972" y="3036"/>
                </a:lnTo>
                <a:lnTo>
                  <a:pt x="3971" y="3036"/>
                </a:lnTo>
                <a:lnTo>
                  <a:pt x="3971" y="3035"/>
                </a:lnTo>
                <a:lnTo>
                  <a:pt x="3972" y="3035"/>
                </a:lnTo>
                <a:lnTo>
                  <a:pt x="3971" y="3034"/>
                </a:lnTo>
                <a:lnTo>
                  <a:pt x="3971" y="3035"/>
                </a:lnTo>
                <a:lnTo>
                  <a:pt x="3970" y="3035"/>
                </a:lnTo>
                <a:lnTo>
                  <a:pt x="3970" y="3034"/>
                </a:lnTo>
                <a:lnTo>
                  <a:pt x="3969" y="3034"/>
                </a:lnTo>
                <a:lnTo>
                  <a:pt x="3969" y="3033"/>
                </a:lnTo>
                <a:lnTo>
                  <a:pt x="3968" y="3033"/>
                </a:lnTo>
                <a:lnTo>
                  <a:pt x="3967" y="3033"/>
                </a:lnTo>
                <a:lnTo>
                  <a:pt x="3966" y="3033"/>
                </a:lnTo>
                <a:lnTo>
                  <a:pt x="3966" y="3032"/>
                </a:lnTo>
                <a:lnTo>
                  <a:pt x="3965" y="3032"/>
                </a:lnTo>
                <a:lnTo>
                  <a:pt x="3964" y="3032"/>
                </a:lnTo>
                <a:lnTo>
                  <a:pt x="3962" y="3032"/>
                </a:lnTo>
                <a:lnTo>
                  <a:pt x="3961" y="3032"/>
                </a:lnTo>
                <a:lnTo>
                  <a:pt x="3961" y="3031"/>
                </a:lnTo>
                <a:lnTo>
                  <a:pt x="3961" y="3032"/>
                </a:lnTo>
                <a:lnTo>
                  <a:pt x="3961" y="3031"/>
                </a:lnTo>
                <a:lnTo>
                  <a:pt x="3960" y="3031"/>
                </a:lnTo>
                <a:lnTo>
                  <a:pt x="3960" y="3030"/>
                </a:lnTo>
                <a:lnTo>
                  <a:pt x="3959" y="3030"/>
                </a:lnTo>
                <a:lnTo>
                  <a:pt x="3958" y="3030"/>
                </a:lnTo>
                <a:lnTo>
                  <a:pt x="3957" y="3030"/>
                </a:lnTo>
                <a:lnTo>
                  <a:pt x="3956" y="3030"/>
                </a:lnTo>
                <a:lnTo>
                  <a:pt x="3956" y="3031"/>
                </a:lnTo>
                <a:lnTo>
                  <a:pt x="3957" y="3031"/>
                </a:lnTo>
                <a:lnTo>
                  <a:pt x="3957" y="3032"/>
                </a:lnTo>
                <a:lnTo>
                  <a:pt x="3958" y="3032"/>
                </a:lnTo>
                <a:lnTo>
                  <a:pt x="3958" y="3033"/>
                </a:lnTo>
                <a:lnTo>
                  <a:pt x="3959" y="3033"/>
                </a:lnTo>
                <a:lnTo>
                  <a:pt x="3960" y="3033"/>
                </a:lnTo>
                <a:lnTo>
                  <a:pt x="3962" y="3033"/>
                </a:lnTo>
                <a:lnTo>
                  <a:pt x="3963" y="3033"/>
                </a:lnTo>
                <a:lnTo>
                  <a:pt x="3964" y="3034"/>
                </a:lnTo>
                <a:lnTo>
                  <a:pt x="3964" y="3035"/>
                </a:lnTo>
                <a:lnTo>
                  <a:pt x="3964" y="3036"/>
                </a:lnTo>
                <a:lnTo>
                  <a:pt x="3965" y="3037"/>
                </a:lnTo>
                <a:lnTo>
                  <a:pt x="3965" y="3038"/>
                </a:lnTo>
                <a:lnTo>
                  <a:pt x="3964" y="3039"/>
                </a:lnTo>
                <a:lnTo>
                  <a:pt x="3964" y="3040"/>
                </a:lnTo>
                <a:lnTo>
                  <a:pt x="3964" y="3041"/>
                </a:lnTo>
                <a:lnTo>
                  <a:pt x="3965" y="3041"/>
                </a:lnTo>
                <a:lnTo>
                  <a:pt x="3965" y="3042"/>
                </a:lnTo>
                <a:lnTo>
                  <a:pt x="3964" y="3042"/>
                </a:lnTo>
                <a:lnTo>
                  <a:pt x="3964" y="3041"/>
                </a:lnTo>
                <a:lnTo>
                  <a:pt x="3963" y="3042"/>
                </a:lnTo>
                <a:lnTo>
                  <a:pt x="3962" y="3042"/>
                </a:lnTo>
                <a:lnTo>
                  <a:pt x="3962" y="3043"/>
                </a:lnTo>
                <a:lnTo>
                  <a:pt x="3962" y="3044"/>
                </a:lnTo>
                <a:lnTo>
                  <a:pt x="3963" y="3044"/>
                </a:lnTo>
                <a:lnTo>
                  <a:pt x="3963" y="3045"/>
                </a:lnTo>
                <a:lnTo>
                  <a:pt x="3962" y="3045"/>
                </a:lnTo>
                <a:lnTo>
                  <a:pt x="3961" y="3045"/>
                </a:lnTo>
                <a:lnTo>
                  <a:pt x="3961" y="3046"/>
                </a:lnTo>
                <a:lnTo>
                  <a:pt x="3960" y="3047"/>
                </a:lnTo>
                <a:lnTo>
                  <a:pt x="3960" y="3048"/>
                </a:lnTo>
                <a:lnTo>
                  <a:pt x="3960" y="3049"/>
                </a:lnTo>
                <a:lnTo>
                  <a:pt x="3959" y="3049"/>
                </a:lnTo>
                <a:lnTo>
                  <a:pt x="3959" y="3048"/>
                </a:lnTo>
                <a:lnTo>
                  <a:pt x="3958" y="3048"/>
                </a:lnTo>
                <a:lnTo>
                  <a:pt x="3957" y="3047"/>
                </a:lnTo>
                <a:lnTo>
                  <a:pt x="3956" y="3047"/>
                </a:lnTo>
                <a:lnTo>
                  <a:pt x="3957" y="3047"/>
                </a:lnTo>
                <a:lnTo>
                  <a:pt x="3958" y="3048"/>
                </a:lnTo>
                <a:lnTo>
                  <a:pt x="3958" y="3049"/>
                </a:lnTo>
                <a:lnTo>
                  <a:pt x="3959" y="3049"/>
                </a:lnTo>
                <a:lnTo>
                  <a:pt x="3959" y="3050"/>
                </a:lnTo>
                <a:lnTo>
                  <a:pt x="3959" y="3051"/>
                </a:lnTo>
                <a:lnTo>
                  <a:pt x="3960" y="3051"/>
                </a:lnTo>
                <a:lnTo>
                  <a:pt x="3960" y="3050"/>
                </a:lnTo>
                <a:lnTo>
                  <a:pt x="3961" y="3050"/>
                </a:lnTo>
                <a:lnTo>
                  <a:pt x="3962" y="3050"/>
                </a:lnTo>
                <a:lnTo>
                  <a:pt x="3962" y="3049"/>
                </a:lnTo>
                <a:lnTo>
                  <a:pt x="3963" y="3049"/>
                </a:lnTo>
                <a:lnTo>
                  <a:pt x="3964" y="3049"/>
                </a:lnTo>
                <a:lnTo>
                  <a:pt x="3964" y="3048"/>
                </a:lnTo>
                <a:lnTo>
                  <a:pt x="3965" y="3048"/>
                </a:lnTo>
                <a:lnTo>
                  <a:pt x="3965" y="3049"/>
                </a:lnTo>
                <a:lnTo>
                  <a:pt x="3965" y="3050"/>
                </a:lnTo>
                <a:lnTo>
                  <a:pt x="3966" y="3050"/>
                </a:lnTo>
                <a:lnTo>
                  <a:pt x="3966" y="3049"/>
                </a:lnTo>
                <a:lnTo>
                  <a:pt x="3967" y="3050"/>
                </a:lnTo>
                <a:lnTo>
                  <a:pt x="3968" y="3050"/>
                </a:lnTo>
                <a:lnTo>
                  <a:pt x="3968" y="3051"/>
                </a:lnTo>
                <a:lnTo>
                  <a:pt x="3967" y="3051"/>
                </a:lnTo>
                <a:lnTo>
                  <a:pt x="3967" y="3052"/>
                </a:lnTo>
                <a:lnTo>
                  <a:pt x="3967" y="3053"/>
                </a:lnTo>
                <a:lnTo>
                  <a:pt x="3966" y="3053"/>
                </a:lnTo>
                <a:lnTo>
                  <a:pt x="3965" y="3052"/>
                </a:lnTo>
                <a:lnTo>
                  <a:pt x="3964" y="3052"/>
                </a:lnTo>
                <a:lnTo>
                  <a:pt x="3964" y="3053"/>
                </a:lnTo>
                <a:lnTo>
                  <a:pt x="3963" y="3053"/>
                </a:lnTo>
                <a:lnTo>
                  <a:pt x="3963" y="3054"/>
                </a:lnTo>
                <a:lnTo>
                  <a:pt x="3963" y="3055"/>
                </a:lnTo>
                <a:lnTo>
                  <a:pt x="3962" y="3056"/>
                </a:lnTo>
                <a:lnTo>
                  <a:pt x="3962" y="3057"/>
                </a:lnTo>
                <a:lnTo>
                  <a:pt x="3963" y="3057"/>
                </a:lnTo>
                <a:lnTo>
                  <a:pt x="3963" y="3058"/>
                </a:lnTo>
                <a:lnTo>
                  <a:pt x="3964" y="3059"/>
                </a:lnTo>
                <a:lnTo>
                  <a:pt x="3963" y="3059"/>
                </a:lnTo>
                <a:lnTo>
                  <a:pt x="3962" y="3059"/>
                </a:lnTo>
                <a:lnTo>
                  <a:pt x="3962" y="3060"/>
                </a:lnTo>
                <a:lnTo>
                  <a:pt x="3961" y="3059"/>
                </a:lnTo>
                <a:lnTo>
                  <a:pt x="3960" y="3059"/>
                </a:lnTo>
                <a:lnTo>
                  <a:pt x="3960" y="3058"/>
                </a:lnTo>
                <a:lnTo>
                  <a:pt x="3959" y="3058"/>
                </a:lnTo>
                <a:lnTo>
                  <a:pt x="3959" y="3059"/>
                </a:lnTo>
                <a:lnTo>
                  <a:pt x="3958" y="3059"/>
                </a:lnTo>
                <a:lnTo>
                  <a:pt x="3958" y="3060"/>
                </a:lnTo>
                <a:lnTo>
                  <a:pt x="3957" y="3062"/>
                </a:lnTo>
                <a:lnTo>
                  <a:pt x="3957" y="3064"/>
                </a:lnTo>
                <a:lnTo>
                  <a:pt x="3958" y="3064"/>
                </a:lnTo>
                <a:lnTo>
                  <a:pt x="3958" y="3065"/>
                </a:lnTo>
                <a:lnTo>
                  <a:pt x="3958" y="3066"/>
                </a:lnTo>
                <a:lnTo>
                  <a:pt x="3959" y="3066"/>
                </a:lnTo>
                <a:lnTo>
                  <a:pt x="3959" y="3065"/>
                </a:lnTo>
                <a:lnTo>
                  <a:pt x="3959" y="3066"/>
                </a:lnTo>
                <a:lnTo>
                  <a:pt x="3960" y="3066"/>
                </a:lnTo>
                <a:lnTo>
                  <a:pt x="3959" y="3067"/>
                </a:lnTo>
                <a:lnTo>
                  <a:pt x="3959" y="3066"/>
                </a:lnTo>
                <a:lnTo>
                  <a:pt x="3958" y="3066"/>
                </a:lnTo>
                <a:lnTo>
                  <a:pt x="3957" y="3066"/>
                </a:lnTo>
                <a:lnTo>
                  <a:pt x="3957" y="3067"/>
                </a:lnTo>
                <a:lnTo>
                  <a:pt x="3956" y="3067"/>
                </a:lnTo>
                <a:lnTo>
                  <a:pt x="3955" y="3067"/>
                </a:lnTo>
                <a:lnTo>
                  <a:pt x="3954" y="3067"/>
                </a:lnTo>
                <a:lnTo>
                  <a:pt x="3953" y="3068"/>
                </a:lnTo>
                <a:lnTo>
                  <a:pt x="3953" y="3067"/>
                </a:lnTo>
                <a:lnTo>
                  <a:pt x="3952" y="3067"/>
                </a:lnTo>
                <a:lnTo>
                  <a:pt x="3951" y="3067"/>
                </a:lnTo>
                <a:lnTo>
                  <a:pt x="3950" y="3067"/>
                </a:lnTo>
                <a:lnTo>
                  <a:pt x="3949" y="3068"/>
                </a:lnTo>
                <a:lnTo>
                  <a:pt x="3948" y="3068"/>
                </a:lnTo>
                <a:lnTo>
                  <a:pt x="3948" y="3067"/>
                </a:lnTo>
                <a:lnTo>
                  <a:pt x="3949" y="3066"/>
                </a:lnTo>
                <a:lnTo>
                  <a:pt x="3950" y="3066"/>
                </a:lnTo>
                <a:lnTo>
                  <a:pt x="3951" y="3065"/>
                </a:lnTo>
                <a:lnTo>
                  <a:pt x="3951" y="3064"/>
                </a:lnTo>
                <a:lnTo>
                  <a:pt x="3952" y="3064"/>
                </a:lnTo>
                <a:lnTo>
                  <a:pt x="3953" y="3063"/>
                </a:lnTo>
                <a:lnTo>
                  <a:pt x="3954" y="3061"/>
                </a:lnTo>
                <a:lnTo>
                  <a:pt x="3954" y="3060"/>
                </a:lnTo>
                <a:lnTo>
                  <a:pt x="3953" y="3057"/>
                </a:lnTo>
                <a:lnTo>
                  <a:pt x="3952" y="3057"/>
                </a:lnTo>
                <a:lnTo>
                  <a:pt x="3951" y="3057"/>
                </a:lnTo>
                <a:lnTo>
                  <a:pt x="3951" y="3056"/>
                </a:lnTo>
                <a:lnTo>
                  <a:pt x="3951" y="3055"/>
                </a:lnTo>
                <a:lnTo>
                  <a:pt x="3952" y="3054"/>
                </a:lnTo>
                <a:lnTo>
                  <a:pt x="3952" y="3053"/>
                </a:lnTo>
                <a:lnTo>
                  <a:pt x="3953" y="3053"/>
                </a:lnTo>
                <a:lnTo>
                  <a:pt x="3953" y="3052"/>
                </a:lnTo>
                <a:lnTo>
                  <a:pt x="3952" y="3052"/>
                </a:lnTo>
                <a:lnTo>
                  <a:pt x="3952" y="3051"/>
                </a:lnTo>
                <a:lnTo>
                  <a:pt x="3951" y="3051"/>
                </a:lnTo>
                <a:lnTo>
                  <a:pt x="3951" y="3050"/>
                </a:lnTo>
                <a:lnTo>
                  <a:pt x="3952" y="3049"/>
                </a:lnTo>
                <a:lnTo>
                  <a:pt x="3953" y="3048"/>
                </a:lnTo>
                <a:lnTo>
                  <a:pt x="3954" y="3047"/>
                </a:lnTo>
                <a:lnTo>
                  <a:pt x="3955" y="3046"/>
                </a:lnTo>
                <a:lnTo>
                  <a:pt x="3956" y="3046"/>
                </a:lnTo>
                <a:lnTo>
                  <a:pt x="3956" y="3047"/>
                </a:lnTo>
                <a:lnTo>
                  <a:pt x="3957" y="3047"/>
                </a:lnTo>
                <a:lnTo>
                  <a:pt x="3956" y="3046"/>
                </a:lnTo>
                <a:lnTo>
                  <a:pt x="3955" y="3046"/>
                </a:lnTo>
                <a:lnTo>
                  <a:pt x="3954" y="3046"/>
                </a:lnTo>
                <a:lnTo>
                  <a:pt x="3953" y="3047"/>
                </a:lnTo>
                <a:lnTo>
                  <a:pt x="3952" y="3048"/>
                </a:lnTo>
                <a:lnTo>
                  <a:pt x="3951" y="3049"/>
                </a:lnTo>
                <a:lnTo>
                  <a:pt x="3950" y="3049"/>
                </a:lnTo>
                <a:lnTo>
                  <a:pt x="3949" y="3049"/>
                </a:lnTo>
                <a:lnTo>
                  <a:pt x="3948" y="3049"/>
                </a:lnTo>
                <a:lnTo>
                  <a:pt x="3948" y="3050"/>
                </a:lnTo>
                <a:lnTo>
                  <a:pt x="3947" y="3050"/>
                </a:lnTo>
                <a:lnTo>
                  <a:pt x="3946" y="3051"/>
                </a:lnTo>
                <a:lnTo>
                  <a:pt x="3945" y="3051"/>
                </a:lnTo>
                <a:lnTo>
                  <a:pt x="3944" y="3052"/>
                </a:lnTo>
                <a:lnTo>
                  <a:pt x="3944" y="3053"/>
                </a:lnTo>
                <a:lnTo>
                  <a:pt x="3945" y="3055"/>
                </a:lnTo>
                <a:lnTo>
                  <a:pt x="3945" y="3056"/>
                </a:lnTo>
                <a:lnTo>
                  <a:pt x="3945" y="3057"/>
                </a:lnTo>
                <a:lnTo>
                  <a:pt x="3944" y="3057"/>
                </a:lnTo>
                <a:lnTo>
                  <a:pt x="3944" y="3059"/>
                </a:lnTo>
                <a:lnTo>
                  <a:pt x="3944" y="3060"/>
                </a:lnTo>
                <a:lnTo>
                  <a:pt x="3945" y="3060"/>
                </a:lnTo>
                <a:lnTo>
                  <a:pt x="3945" y="3061"/>
                </a:lnTo>
                <a:lnTo>
                  <a:pt x="3945" y="3062"/>
                </a:lnTo>
                <a:lnTo>
                  <a:pt x="3944" y="3062"/>
                </a:lnTo>
                <a:lnTo>
                  <a:pt x="3943" y="3062"/>
                </a:lnTo>
                <a:lnTo>
                  <a:pt x="3943" y="3063"/>
                </a:lnTo>
                <a:lnTo>
                  <a:pt x="3943" y="3064"/>
                </a:lnTo>
                <a:lnTo>
                  <a:pt x="3942" y="3064"/>
                </a:lnTo>
                <a:lnTo>
                  <a:pt x="3941" y="3065"/>
                </a:lnTo>
                <a:lnTo>
                  <a:pt x="3941" y="3064"/>
                </a:lnTo>
                <a:lnTo>
                  <a:pt x="3941" y="3063"/>
                </a:lnTo>
                <a:lnTo>
                  <a:pt x="3941" y="3062"/>
                </a:lnTo>
                <a:lnTo>
                  <a:pt x="3941" y="3061"/>
                </a:lnTo>
                <a:lnTo>
                  <a:pt x="3941" y="3060"/>
                </a:lnTo>
                <a:lnTo>
                  <a:pt x="3941" y="3059"/>
                </a:lnTo>
                <a:lnTo>
                  <a:pt x="3942" y="3059"/>
                </a:lnTo>
                <a:lnTo>
                  <a:pt x="3942" y="3058"/>
                </a:lnTo>
                <a:lnTo>
                  <a:pt x="3942" y="3057"/>
                </a:lnTo>
                <a:lnTo>
                  <a:pt x="3942" y="3056"/>
                </a:lnTo>
                <a:lnTo>
                  <a:pt x="3941" y="3056"/>
                </a:lnTo>
                <a:lnTo>
                  <a:pt x="3940" y="3056"/>
                </a:lnTo>
                <a:lnTo>
                  <a:pt x="3941" y="3056"/>
                </a:lnTo>
                <a:lnTo>
                  <a:pt x="3941" y="3057"/>
                </a:lnTo>
                <a:lnTo>
                  <a:pt x="3942" y="3057"/>
                </a:lnTo>
                <a:lnTo>
                  <a:pt x="3941" y="3057"/>
                </a:lnTo>
                <a:lnTo>
                  <a:pt x="3941" y="3058"/>
                </a:lnTo>
                <a:lnTo>
                  <a:pt x="3941" y="3059"/>
                </a:lnTo>
                <a:lnTo>
                  <a:pt x="3940" y="3059"/>
                </a:lnTo>
                <a:lnTo>
                  <a:pt x="3940" y="3058"/>
                </a:lnTo>
                <a:lnTo>
                  <a:pt x="3940" y="3057"/>
                </a:lnTo>
                <a:lnTo>
                  <a:pt x="3939" y="3056"/>
                </a:lnTo>
                <a:lnTo>
                  <a:pt x="3939" y="3057"/>
                </a:lnTo>
                <a:lnTo>
                  <a:pt x="3940" y="3058"/>
                </a:lnTo>
                <a:lnTo>
                  <a:pt x="3940" y="3059"/>
                </a:lnTo>
                <a:lnTo>
                  <a:pt x="3939" y="3059"/>
                </a:lnTo>
                <a:lnTo>
                  <a:pt x="3940" y="3059"/>
                </a:lnTo>
                <a:lnTo>
                  <a:pt x="3940" y="3060"/>
                </a:lnTo>
                <a:lnTo>
                  <a:pt x="3940" y="3061"/>
                </a:lnTo>
                <a:lnTo>
                  <a:pt x="3940" y="3062"/>
                </a:lnTo>
                <a:lnTo>
                  <a:pt x="3939" y="3062"/>
                </a:lnTo>
                <a:lnTo>
                  <a:pt x="3938" y="3063"/>
                </a:lnTo>
                <a:lnTo>
                  <a:pt x="3937" y="3063"/>
                </a:lnTo>
                <a:lnTo>
                  <a:pt x="3936" y="3063"/>
                </a:lnTo>
                <a:lnTo>
                  <a:pt x="3935" y="3064"/>
                </a:lnTo>
                <a:lnTo>
                  <a:pt x="3933" y="3065"/>
                </a:lnTo>
                <a:lnTo>
                  <a:pt x="3932" y="3066"/>
                </a:lnTo>
                <a:lnTo>
                  <a:pt x="3931" y="3067"/>
                </a:lnTo>
                <a:lnTo>
                  <a:pt x="3931" y="3068"/>
                </a:lnTo>
                <a:lnTo>
                  <a:pt x="3930" y="3068"/>
                </a:lnTo>
                <a:lnTo>
                  <a:pt x="3929" y="3069"/>
                </a:lnTo>
                <a:lnTo>
                  <a:pt x="3928" y="3069"/>
                </a:lnTo>
                <a:lnTo>
                  <a:pt x="3928" y="3070"/>
                </a:lnTo>
                <a:lnTo>
                  <a:pt x="3927" y="3071"/>
                </a:lnTo>
                <a:lnTo>
                  <a:pt x="3927" y="3070"/>
                </a:lnTo>
                <a:lnTo>
                  <a:pt x="3928" y="3070"/>
                </a:lnTo>
                <a:lnTo>
                  <a:pt x="3927" y="3070"/>
                </a:lnTo>
                <a:lnTo>
                  <a:pt x="3927" y="3069"/>
                </a:lnTo>
                <a:lnTo>
                  <a:pt x="3928" y="3069"/>
                </a:lnTo>
                <a:lnTo>
                  <a:pt x="3927" y="3068"/>
                </a:lnTo>
                <a:lnTo>
                  <a:pt x="3927" y="3067"/>
                </a:lnTo>
                <a:lnTo>
                  <a:pt x="3928" y="3067"/>
                </a:lnTo>
                <a:lnTo>
                  <a:pt x="3928" y="3066"/>
                </a:lnTo>
                <a:lnTo>
                  <a:pt x="3927" y="3066"/>
                </a:lnTo>
                <a:lnTo>
                  <a:pt x="3927" y="3065"/>
                </a:lnTo>
                <a:lnTo>
                  <a:pt x="3927" y="3064"/>
                </a:lnTo>
                <a:lnTo>
                  <a:pt x="3927" y="3063"/>
                </a:lnTo>
                <a:lnTo>
                  <a:pt x="3926" y="3063"/>
                </a:lnTo>
                <a:lnTo>
                  <a:pt x="3925" y="3063"/>
                </a:lnTo>
                <a:lnTo>
                  <a:pt x="3924" y="3063"/>
                </a:lnTo>
                <a:lnTo>
                  <a:pt x="3923" y="3063"/>
                </a:lnTo>
                <a:lnTo>
                  <a:pt x="3923" y="3062"/>
                </a:lnTo>
                <a:lnTo>
                  <a:pt x="3922" y="3063"/>
                </a:lnTo>
                <a:lnTo>
                  <a:pt x="3921" y="3063"/>
                </a:lnTo>
                <a:lnTo>
                  <a:pt x="3920" y="3062"/>
                </a:lnTo>
                <a:lnTo>
                  <a:pt x="3919" y="3062"/>
                </a:lnTo>
                <a:lnTo>
                  <a:pt x="3918" y="3063"/>
                </a:lnTo>
                <a:lnTo>
                  <a:pt x="3917" y="3064"/>
                </a:lnTo>
                <a:lnTo>
                  <a:pt x="3916" y="3064"/>
                </a:lnTo>
                <a:lnTo>
                  <a:pt x="3917" y="3065"/>
                </a:lnTo>
                <a:lnTo>
                  <a:pt x="3918" y="3065"/>
                </a:lnTo>
                <a:lnTo>
                  <a:pt x="3917" y="3066"/>
                </a:lnTo>
                <a:lnTo>
                  <a:pt x="3917" y="3067"/>
                </a:lnTo>
                <a:lnTo>
                  <a:pt x="3916" y="3067"/>
                </a:lnTo>
                <a:lnTo>
                  <a:pt x="3916" y="3068"/>
                </a:lnTo>
                <a:lnTo>
                  <a:pt x="3917" y="3069"/>
                </a:lnTo>
                <a:lnTo>
                  <a:pt x="3917" y="3070"/>
                </a:lnTo>
                <a:lnTo>
                  <a:pt x="3917" y="3069"/>
                </a:lnTo>
                <a:lnTo>
                  <a:pt x="3918" y="3069"/>
                </a:lnTo>
                <a:lnTo>
                  <a:pt x="3919" y="3069"/>
                </a:lnTo>
                <a:lnTo>
                  <a:pt x="3920" y="3068"/>
                </a:lnTo>
                <a:lnTo>
                  <a:pt x="3921" y="3068"/>
                </a:lnTo>
                <a:lnTo>
                  <a:pt x="3922" y="3069"/>
                </a:lnTo>
                <a:lnTo>
                  <a:pt x="3922" y="3070"/>
                </a:lnTo>
                <a:lnTo>
                  <a:pt x="3921" y="3070"/>
                </a:lnTo>
                <a:lnTo>
                  <a:pt x="3920" y="3070"/>
                </a:lnTo>
                <a:lnTo>
                  <a:pt x="3920" y="3071"/>
                </a:lnTo>
                <a:lnTo>
                  <a:pt x="3920" y="3072"/>
                </a:lnTo>
                <a:lnTo>
                  <a:pt x="3919" y="3072"/>
                </a:lnTo>
                <a:lnTo>
                  <a:pt x="3919" y="3073"/>
                </a:lnTo>
                <a:lnTo>
                  <a:pt x="3919" y="3074"/>
                </a:lnTo>
                <a:lnTo>
                  <a:pt x="3920" y="3074"/>
                </a:lnTo>
                <a:lnTo>
                  <a:pt x="3919" y="3074"/>
                </a:lnTo>
                <a:lnTo>
                  <a:pt x="3918" y="3074"/>
                </a:lnTo>
                <a:lnTo>
                  <a:pt x="3917" y="3074"/>
                </a:lnTo>
                <a:lnTo>
                  <a:pt x="3916" y="3073"/>
                </a:lnTo>
                <a:lnTo>
                  <a:pt x="3915" y="3073"/>
                </a:lnTo>
                <a:lnTo>
                  <a:pt x="3914" y="3073"/>
                </a:lnTo>
                <a:lnTo>
                  <a:pt x="3914" y="3072"/>
                </a:lnTo>
                <a:lnTo>
                  <a:pt x="3914" y="3071"/>
                </a:lnTo>
                <a:lnTo>
                  <a:pt x="3915" y="3071"/>
                </a:lnTo>
                <a:lnTo>
                  <a:pt x="3916" y="3071"/>
                </a:lnTo>
                <a:lnTo>
                  <a:pt x="3917" y="3071"/>
                </a:lnTo>
                <a:lnTo>
                  <a:pt x="3916" y="3071"/>
                </a:lnTo>
                <a:lnTo>
                  <a:pt x="3915" y="3071"/>
                </a:lnTo>
                <a:lnTo>
                  <a:pt x="3915" y="3070"/>
                </a:lnTo>
                <a:lnTo>
                  <a:pt x="3914" y="3071"/>
                </a:lnTo>
                <a:lnTo>
                  <a:pt x="3913" y="3071"/>
                </a:lnTo>
                <a:lnTo>
                  <a:pt x="3913" y="3070"/>
                </a:lnTo>
                <a:lnTo>
                  <a:pt x="3912" y="3070"/>
                </a:lnTo>
                <a:lnTo>
                  <a:pt x="3910" y="3069"/>
                </a:lnTo>
                <a:lnTo>
                  <a:pt x="3909" y="3070"/>
                </a:lnTo>
                <a:lnTo>
                  <a:pt x="3911" y="3071"/>
                </a:lnTo>
                <a:lnTo>
                  <a:pt x="3910" y="3072"/>
                </a:lnTo>
                <a:lnTo>
                  <a:pt x="3909" y="3075"/>
                </a:lnTo>
                <a:lnTo>
                  <a:pt x="3908" y="3075"/>
                </a:lnTo>
                <a:lnTo>
                  <a:pt x="3908" y="3076"/>
                </a:lnTo>
                <a:lnTo>
                  <a:pt x="3907" y="3077"/>
                </a:lnTo>
                <a:lnTo>
                  <a:pt x="3907" y="3078"/>
                </a:lnTo>
                <a:lnTo>
                  <a:pt x="3908" y="3078"/>
                </a:lnTo>
                <a:lnTo>
                  <a:pt x="3909" y="3078"/>
                </a:lnTo>
                <a:lnTo>
                  <a:pt x="3908" y="3079"/>
                </a:lnTo>
                <a:lnTo>
                  <a:pt x="3907" y="3079"/>
                </a:lnTo>
                <a:lnTo>
                  <a:pt x="3906" y="3079"/>
                </a:lnTo>
                <a:lnTo>
                  <a:pt x="3905" y="3079"/>
                </a:lnTo>
                <a:lnTo>
                  <a:pt x="3904" y="3080"/>
                </a:lnTo>
                <a:lnTo>
                  <a:pt x="3904" y="3079"/>
                </a:lnTo>
                <a:lnTo>
                  <a:pt x="3904" y="3080"/>
                </a:lnTo>
                <a:lnTo>
                  <a:pt x="3905" y="3080"/>
                </a:lnTo>
                <a:lnTo>
                  <a:pt x="3906" y="3080"/>
                </a:lnTo>
                <a:lnTo>
                  <a:pt x="3907" y="3080"/>
                </a:lnTo>
                <a:lnTo>
                  <a:pt x="3908" y="3081"/>
                </a:lnTo>
                <a:lnTo>
                  <a:pt x="3907" y="3081"/>
                </a:lnTo>
                <a:lnTo>
                  <a:pt x="3907" y="3082"/>
                </a:lnTo>
                <a:lnTo>
                  <a:pt x="3907" y="3083"/>
                </a:lnTo>
                <a:lnTo>
                  <a:pt x="3907" y="3084"/>
                </a:lnTo>
                <a:lnTo>
                  <a:pt x="3908" y="3084"/>
                </a:lnTo>
                <a:lnTo>
                  <a:pt x="3908" y="3083"/>
                </a:lnTo>
                <a:lnTo>
                  <a:pt x="3908" y="3084"/>
                </a:lnTo>
                <a:lnTo>
                  <a:pt x="3907" y="3084"/>
                </a:lnTo>
                <a:lnTo>
                  <a:pt x="3906" y="3084"/>
                </a:lnTo>
                <a:lnTo>
                  <a:pt x="3906" y="3085"/>
                </a:lnTo>
                <a:lnTo>
                  <a:pt x="3905" y="3085"/>
                </a:lnTo>
                <a:lnTo>
                  <a:pt x="3905" y="3086"/>
                </a:lnTo>
                <a:lnTo>
                  <a:pt x="3905" y="3087"/>
                </a:lnTo>
                <a:lnTo>
                  <a:pt x="3904" y="3087"/>
                </a:lnTo>
                <a:lnTo>
                  <a:pt x="3904" y="3086"/>
                </a:lnTo>
                <a:lnTo>
                  <a:pt x="3903" y="3086"/>
                </a:lnTo>
                <a:lnTo>
                  <a:pt x="3903" y="3085"/>
                </a:lnTo>
                <a:lnTo>
                  <a:pt x="3902" y="3085"/>
                </a:lnTo>
                <a:lnTo>
                  <a:pt x="3902" y="3086"/>
                </a:lnTo>
                <a:lnTo>
                  <a:pt x="3903" y="3086"/>
                </a:lnTo>
                <a:lnTo>
                  <a:pt x="3903" y="3087"/>
                </a:lnTo>
                <a:lnTo>
                  <a:pt x="3904" y="3088"/>
                </a:lnTo>
                <a:lnTo>
                  <a:pt x="3903" y="3089"/>
                </a:lnTo>
                <a:lnTo>
                  <a:pt x="3902" y="3089"/>
                </a:lnTo>
                <a:lnTo>
                  <a:pt x="3902" y="3090"/>
                </a:lnTo>
                <a:lnTo>
                  <a:pt x="3901" y="3091"/>
                </a:lnTo>
                <a:lnTo>
                  <a:pt x="3901" y="3092"/>
                </a:lnTo>
                <a:lnTo>
                  <a:pt x="3900" y="3092"/>
                </a:lnTo>
                <a:lnTo>
                  <a:pt x="3900" y="3093"/>
                </a:lnTo>
                <a:lnTo>
                  <a:pt x="3899" y="3092"/>
                </a:lnTo>
                <a:lnTo>
                  <a:pt x="3899" y="3093"/>
                </a:lnTo>
                <a:lnTo>
                  <a:pt x="3898" y="3094"/>
                </a:lnTo>
                <a:lnTo>
                  <a:pt x="3898" y="3095"/>
                </a:lnTo>
                <a:lnTo>
                  <a:pt x="3899" y="3095"/>
                </a:lnTo>
                <a:lnTo>
                  <a:pt x="3899" y="3096"/>
                </a:lnTo>
                <a:lnTo>
                  <a:pt x="3899" y="3100"/>
                </a:lnTo>
                <a:lnTo>
                  <a:pt x="3900" y="3100"/>
                </a:lnTo>
                <a:lnTo>
                  <a:pt x="3900" y="3101"/>
                </a:lnTo>
                <a:lnTo>
                  <a:pt x="3900" y="3102"/>
                </a:lnTo>
                <a:lnTo>
                  <a:pt x="3901" y="3102"/>
                </a:lnTo>
                <a:lnTo>
                  <a:pt x="3902" y="3102"/>
                </a:lnTo>
                <a:lnTo>
                  <a:pt x="3903" y="3102"/>
                </a:lnTo>
                <a:lnTo>
                  <a:pt x="3902" y="3102"/>
                </a:lnTo>
                <a:lnTo>
                  <a:pt x="3902" y="3103"/>
                </a:lnTo>
                <a:lnTo>
                  <a:pt x="3901" y="3103"/>
                </a:lnTo>
                <a:lnTo>
                  <a:pt x="3901" y="3104"/>
                </a:lnTo>
                <a:lnTo>
                  <a:pt x="3902" y="3104"/>
                </a:lnTo>
                <a:lnTo>
                  <a:pt x="3901" y="3105"/>
                </a:lnTo>
                <a:lnTo>
                  <a:pt x="3901" y="3104"/>
                </a:lnTo>
                <a:lnTo>
                  <a:pt x="3900" y="3104"/>
                </a:lnTo>
                <a:lnTo>
                  <a:pt x="3900" y="3103"/>
                </a:lnTo>
                <a:lnTo>
                  <a:pt x="3899" y="3103"/>
                </a:lnTo>
                <a:lnTo>
                  <a:pt x="3898" y="3103"/>
                </a:lnTo>
                <a:lnTo>
                  <a:pt x="3898" y="3102"/>
                </a:lnTo>
                <a:lnTo>
                  <a:pt x="3897" y="3101"/>
                </a:lnTo>
                <a:lnTo>
                  <a:pt x="3897" y="3100"/>
                </a:lnTo>
                <a:lnTo>
                  <a:pt x="3896" y="3099"/>
                </a:lnTo>
                <a:lnTo>
                  <a:pt x="3895" y="3099"/>
                </a:lnTo>
                <a:lnTo>
                  <a:pt x="3895" y="3100"/>
                </a:lnTo>
                <a:lnTo>
                  <a:pt x="3896" y="3100"/>
                </a:lnTo>
                <a:lnTo>
                  <a:pt x="3897" y="3100"/>
                </a:lnTo>
                <a:lnTo>
                  <a:pt x="3897" y="3101"/>
                </a:lnTo>
                <a:lnTo>
                  <a:pt x="3896" y="3101"/>
                </a:lnTo>
                <a:lnTo>
                  <a:pt x="3895" y="3101"/>
                </a:lnTo>
                <a:lnTo>
                  <a:pt x="3894" y="3101"/>
                </a:lnTo>
                <a:lnTo>
                  <a:pt x="3894" y="3102"/>
                </a:lnTo>
                <a:lnTo>
                  <a:pt x="3893" y="3102"/>
                </a:lnTo>
                <a:lnTo>
                  <a:pt x="3892" y="3103"/>
                </a:lnTo>
                <a:lnTo>
                  <a:pt x="3891" y="3104"/>
                </a:lnTo>
                <a:lnTo>
                  <a:pt x="3890" y="3105"/>
                </a:lnTo>
                <a:lnTo>
                  <a:pt x="3890" y="3106"/>
                </a:lnTo>
                <a:lnTo>
                  <a:pt x="3889" y="3106"/>
                </a:lnTo>
                <a:lnTo>
                  <a:pt x="3890" y="3107"/>
                </a:lnTo>
                <a:lnTo>
                  <a:pt x="3889" y="3107"/>
                </a:lnTo>
                <a:lnTo>
                  <a:pt x="3888" y="3109"/>
                </a:lnTo>
                <a:lnTo>
                  <a:pt x="3887" y="3109"/>
                </a:lnTo>
                <a:lnTo>
                  <a:pt x="3887" y="3108"/>
                </a:lnTo>
                <a:lnTo>
                  <a:pt x="3886" y="3108"/>
                </a:lnTo>
                <a:lnTo>
                  <a:pt x="3887" y="3108"/>
                </a:lnTo>
                <a:lnTo>
                  <a:pt x="3886" y="3108"/>
                </a:lnTo>
                <a:lnTo>
                  <a:pt x="3885" y="3107"/>
                </a:lnTo>
                <a:lnTo>
                  <a:pt x="3885" y="3108"/>
                </a:lnTo>
                <a:lnTo>
                  <a:pt x="3885" y="3107"/>
                </a:lnTo>
                <a:lnTo>
                  <a:pt x="3884" y="3107"/>
                </a:lnTo>
                <a:lnTo>
                  <a:pt x="3885" y="3106"/>
                </a:lnTo>
                <a:lnTo>
                  <a:pt x="3886" y="3106"/>
                </a:lnTo>
                <a:lnTo>
                  <a:pt x="3886" y="3104"/>
                </a:lnTo>
                <a:lnTo>
                  <a:pt x="3885" y="3104"/>
                </a:lnTo>
                <a:lnTo>
                  <a:pt x="3885" y="3105"/>
                </a:lnTo>
                <a:lnTo>
                  <a:pt x="3884" y="3106"/>
                </a:lnTo>
                <a:lnTo>
                  <a:pt x="3884" y="3107"/>
                </a:lnTo>
                <a:lnTo>
                  <a:pt x="3883" y="3107"/>
                </a:lnTo>
                <a:lnTo>
                  <a:pt x="3882" y="3107"/>
                </a:lnTo>
                <a:lnTo>
                  <a:pt x="3882" y="3108"/>
                </a:lnTo>
                <a:lnTo>
                  <a:pt x="3881" y="3108"/>
                </a:lnTo>
                <a:lnTo>
                  <a:pt x="3880" y="3109"/>
                </a:lnTo>
                <a:lnTo>
                  <a:pt x="3880" y="3110"/>
                </a:lnTo>
                <a:lnTo>
                  <a:pt x="3879" y="3111"/>
                </a:lnTo>
                <a:lnTo>
                  <a:pt x="3879" y="3112"/>
                </a:lnTo>
                <a:lnTo>
                  <a:pt x="3878" y="3113"/>
                </a:lnTo>
                <a:lnTo>
                  <a:pt x="3878" y="3114"/>
                </a:lnTo>
                <a:lnTo>
                  <a:pt x="3878" y="3115"/>
                </a:lnTo>
                <a:lnTo>
                  <a:pt x="3878" y="3116"/>
                </a:lnTo>
                <a:lnTo>
                  <a:pt x="3879" y="3116"/>
                </a:lnTo>
                <a:lnTo>
                  <a:pt x="3879" y="3117"/>
                </a:lnTo>
                <a:lnTo>
                  <a:pt x="3880" y="3117"/>
                </a:lnTo>
                <a:lnTo>
                  <a:pt x="3880" y="3118"/>
                </a:lnTo>
                <a:lnTo>
                  <a:pt x="3879" y="3118"/>
                </a:lnTo>
                <a:lnTo>
                  <a:pt x="3879" y="3119"/>
                </a:lnTo>
                <a:lnTo>
                  <a:pt x="3879" y="3121"/>
                </a:lnTo>
                <a:lnTo>
                  <a:pt x="3880" y="3121"/>
                </a:lnTo>
                <a:lnTo>
                  <a:pt x="3880" y="3122"/>
                </a:lnTo>
                <a:lnTo>
                  <a:pt x="3880" y="3123"/>
                </a:lnTo>
                <a:lnTo>
                  <a:pt x="3880" y="3124"/>
                </a:lnTo>
                <a:lnTo>
                  <a:pt x="3881" y="3124"/>
                </a:lnTo>
                <a:lnTo>
                  <a:pt x="3880" y="3125"/>
                </a:lnTo>
                <a:lnTo>
                  <a:pt x="3880" y="3126"/>
                </a:lnTo>
                <a:lnTo>
                  <a:pt x="3879" y="3126"/>
                </a:lnTo>
                <a:lnTo>
                  <a:pt x="3878" y="3126"/>
                </a:lnTo>
                <a:lnTo>
                  <a:pt x="3877" y="3126"/>
                </a:lnTo>
                <a:lnTo>
                  <a:pt x="3877" y="3127"/>
                </a:lnTo>
                <a:lnTo>
                  <a:pt x="3876" y="3127"/>
                </a:lnTo>
                <a:lnTo>
                  <a:pt x="3876" y="3128"/>
                </a:lnTo>
                <a:lnTo>
                  <a:pt x="3876" y="3129"/>
                </a:lnTo>
                <a:lnTo>
                  <a:pt x="3876" y="3130"/>
                </a:lnTo>
                <a:lnTo>
                  <a:pt x="3875" y="3131"/>
                </a:lnTo>
                <a:lnTo>
                  <a:pt x="3875" y="3132"/>
                </a:lnTo>
                <a:lnTo>
                  <a:pt x="3875" y="3133"/>
                </a:lnTo>
                <a:lnTo>
                  <a:pt x="3874" y="3133"/>
                </a:lnTo>
                <a:lnTo>
                  <a:pt x="3873" y="3133"/>
                </a:lnTo>
                <a:lnTo>
                  <a:pt x="3873" y="3132"/>
                </a:lnTo>
                <a:lnTo>
                  <a:pt x="3872" y="3132"/>
                </a:lnTo>
                <a:lnTo>
                  <a:pt x="3871" y="3132"/>
                </a:lnTo>
                <a:lnTo>
                  <a:pt x="3871" y="3131"/>
                </a:lnTo>
                <a:lnTo>
                  <a:pt x="3870" y="3132"/>
                </a:lnTo>
                <a:lnTo>
                  <a:pt x="3869" y="3132"/>
                </a:lnTo>
                <a:lnTo>
                  <a:pt x="3869" y="3133"/>
                </a:lnTo>
                <a:lnTo>
                  <a:pt x="3868" y="3133"/>
                </a:lnTo>
                <a:lnTo>
                  <a:pt x="3867" y="3133"/>
                </a:lnTo>
                <a:lnTo>
                  <a:pt x="3866" y="3133"/>
                </a:lnTo>
                <a:lnTo>
                  <a:pt x="3865" y="3133"/>
                </a:lnTo>
                <a:lnTo>
                  <a:pt x="3864" y="3133"/>
                </a:lnTo>
                <a:lnTo>
                  <a:pt x="3864" y="3134"/>
                </a:lnTo>
                <a:lnTo>
                  <a:pt x="3864" y="3133"/>
                </a:lnTo>
                <a:lnTo>
                  <a:pt x="3863" y="3133"/>
                </a:lnTo>
                <a:lnTo>
                  <a:pt x="3862" y="3133"/>
                </a:lnTo>
                <a:lnTo>
                  <a:pt x="3862" y="3132"/>
                </a:lnTo>
                <a:lnTo>
                  <a:pt x="3861" y="3132"/>
                </a:lnTo>
                <a:lnTo>
                  <a:pt x="3860" y="3132"/>
                </a:lnTo>
                <a:lnTo>
                  <a:pt x="3859" y="3131"/>
                </a:lnTo>
                <a:lnTo>
                  <a:pt x="3859" y="3130"/>
                </a:lnTo>
                <a:lnTo>
                  <a:pt x="3858" y="3130"/>
                </a:lnTo>
                <a:lnTo>
                  <a:pt x="3857" y="3130"/>
                </a:lnTo>
                <a:lnTo>
                  <a:pt x="3856" y="3130"/>
                </a:lnTo>
                <a:lnTo>
                  <a:pt x="3856" y="3131"/>
                </a:lnTo>
                <a:lnTo>
                  <a:pt x="3854" y="3131"/>
                </a:lnTo>
                <a:lnTo>
                  <a:pt x="3853" y="3132"/>
                </a:lnTo>
                <a:lnTo>
                  <a:pt x="3852" y="3133"/>
                </a:lnTo>
                <a:lnTo>
                  <a:pt x="3851" y="3134"/>
                </a:lnTo>
                <a:lnTo>
                  <a:pt x="3850" y="3134"/>
                </a:lnTo>
                <a:lnTo>
                  <a:pt x="3849" y="3135"/>
                </a:lnTo>
                <a:lnTo>
                  <a:pt x="3849" y="3136"/>
                </a:lnTo>
                <a:lnTo>
                  <a:pt x="3848" y="3137"/>
                </a:lnTo>
                <a:lnTo>
                  <a:pt x="3846" y="3139"/>
                </a:lnTo>
                <a:lnTo>
                  <a:pt x="3845" y="3140"/>
                </a:lnTo>
                <a:lnTo>
                  <a:pt x="3843" y="3142"/>
                </a:lnTo>
                <a:lnTo>
                  <a:pt x="3842" y="3143"/>
                </a:lnTo>
                <a:lnTo>
                  <a:pt x="3841" y="3143"/>
                </a:lnTo>
                <a:lnTo>
                  <a:pt x="3840" y="3143"/>
                </a:lnTo>
                <a:lnTo>
                  <a:pt x="3839" y="3144"/>
                </a:lnTo>
                <a:lnTo>
                  <a:pt x="3839" y="3145"/>
                </a:lnTo>
                <a:lnTo>
                  <a:pt x="3838" y="3145"/>
                </a:lnTo>
                <a:lnTo>
                  <a:pt x="3838" y="3144"/>
                </a:lnTo>
                <a:lnTo>
                  <a:pt x="3838" y="3143"/>
                </a:lnTo>
                <a:lnTo>
                  <a:pt x="3837" y="3142"/>
                </a:lnTo>
                <a:lnTo>
                  <a:pt x="3836" y="3142"/>
                </a:lnTo>
                <a:lnTo>
                  <a:pt x="3834" y="3142"/>
                </a:lnTo>
                <a:lnTo>
                  <a:pt x="3833" y="3142"/>
                </a:lnTo>
                <a:lnTo>
                  <a:pt x="3832" y="3142"/>
                </a:lnTo>
                <a:lnTo>
                  <a:pt x="3831" y="3143"/>
                </a:lnTo>
                <a:lnTo>
                  <a:pt x="3830" y="3143"/>
                </a:lnTo>
                <a:lnTo>
                  <a:pt x="3829" y="3143"/>
                </a:lnTo>
                <a:lnTo>
                  <a:pt x="3828" y="3144"/>
                </a:lnTo>
                <a:lnTo>
                  <a:pt x="3827" y="3145"/>
                </a:lnTo>
                <a:lnTo>
                  <a:pt x="3827" y="3147"/>
                </a:lnTo>
                <a:lnTo>
                  <a:pt x="3826" y="3147"/>
                </a:lnTo>
                <a:lnTo>
                  <a:pt x="3825" y="3147"/>
                </a:lnTo>
                <a:lnTo>
                  <a:pt x="3826" y="3147"/>
                </a:lnTo>
                <a:lnTo>
                  <a:pt x="3826" y="3145"/>
                </a:lnTo>
                <a:lnTo>
                  <a:pt x="3825" y="3145"/>
                </a:lnTo>
                <a:lnTo>
                  <a:pt x="3825" y="3147"/>
                </a:lnTo>
                <a:lnTo>
                  <a:pt x="3824" y="3147"/>
                </a:lnTo>
                <a:lnTo>
                  <a:pt x="3823" y="3147"/>
                </a:lnTo>
                <a:lnTo>
                  <a:pt x="3822" y="3147"/>
                </a:lnTo>
                <a:lnTo>
                  <a:pt x="3822" y="3148"/>
                </a:lnTo>
                <a:lnTo>
                  <a:pt x="3821" y="3149"/>
                </a:lnTo>
                <a:lnTo>
                  <a:pt x="3821" y="3148"/>
                </a:lnTo>
                <a:lnTo>
                  <a:pt x="3820" y="3148"/>
                </a:lnTo>
                <a:lnTo>
                  <a:pt x="3819" y="3148"/>
                </a:lnTo>
                <a:lnTo>
                  <a:pt x="3818" y="3149"/>
                </a:lnTo>
                <a:lnTo>
                  <a:pt x="3817" y="3149"/>
                </a:lnTo>
                <a:lnTo>
                  <a:pt x="3816" y="3150"/>
                </a:lnTo>
                <a:lnTo>
                  <a:pt x="3815" y="3152"/>
                </a:lnTo>
                <a:lnTo>
                  <a:pt x="3814" y="3154"/>
                </a:lnTo>
                <a:lnTo>
                  <a:pt x="3813" y="3154"/>
                </a:lnTo>
                <a:lnTo>
                  <a:pt x="3813" y="3153"/>
                </a:lnTo>
                <a:lnTo>
                  <a:pt x="3812" y="3153"/>
                </a:lnTo>
                <a:lnTo>
                  <a:pt x="3811" y="3152"/>
                </a:lnTo>
                <a:lnTo>
                  <a:pt x="3812" y="3152"/>
                </a:lnTo>
                <a:lnTo>
                  <a:pt x="3812" y="3151"/>
                </a:lnTo>
                <a:lnTo>
                  <a:pt x="3812" y="3150"/>
                </a:lnTo>
                <a:lnTo>
                  <a:pt x="3812" y="3149"/>
                </a:lnTo>
                <a:lnTo>
                  <a:pt x="3812" y="3148"/>
                </a:lnTo>
                <a:lnTo>
                  <a:pt x="3811" y="3147"/>
                </a:lnTo>
                <a:lnTo>
                  <a:pt x="3811" y="3145"/>
                </a:lnTo>
                <a:lnTo>
                  <a:pt x="3812" y="3145"/>
                </a:lnTo>
                <a:lnTo>
                  <a:pt x="3813" y="3147"/>
                </a:lnTo>
                <a:lnTo>
                  <a:pt x="3813" y="3145"/>
                </a:lnTo>
                <a:lnTo>
                  <a:pt x="3812" y="3145"/>
                </a:lnTo>
                <a:lnTo>
                  <a:pt x="3812" y="3144"/>
                </a:lnTo>
                <a:lnTo>
                  <a:pt x="3811" y="3144"/>
                </a:lnTo>
                <a:lnTo>
                  <a:pt x="3810" y="3144"/>
                </a:lnTo>
                <a:lnTo>
                  <a:pt x="3809" y="3143"/>
                </a:lnTo>
                <a:lnTo>
                  <a:pt x="3808" y="3142"/>
                </a:lnTo>
                <a:lnTo>
                  <a:pt x="3807" y="3142"/>
                </a:lnTo>
                <a:lnTo>
                  <a:pt x="3805" y="3142"/>
                </a:lnTo>
                <a:lnTo>
                  <a:pt x="3805" y="3141"/>
                </a:lnTo>
                <a:lnTo>
                  <a:pt x="3804" y="3141"/>
                </a:lnTo>
                <a:lnTo>
                  <a:pt x="3803" y="3142"/>
                </a:lnTo>
                <a:lnTo>
                  <a:pt x="3803" y="3141"/>
                </a:lnTo>
                <a:lnTo>
                  <a:pt x="3803" y="3140"/>
                </a:lnTo>
                <a:lnTo>
                  <a:pt x="3803" y="3139"/>
                </a:lnTo>
                <a:lnTo>
                  <a:pt x="3802" y="3139"/>
                </a:lnTo>
                <a:lnTo>
                  <a:pt x="3801" y="3139"/>
                </a:lnTo>
                <a:lnTo>
                  <a:pt x="3800" y="3139"/>
                </a:lnTo>
                <a:lnTo>
                  <a:pt x="3799" y="3139"/>
                </a:lnTo>
                <a:lnTo>
                  <a:pt x="3798" y="3139"/>
                </a:lnTo>
                <a:lnTo>
                  <a:pt x="3797" y="3140"/>
                </a:lnTo>
                <a:lnTo>
                  <a:pt x="3796" y="3140"/>
                </a:lnTo>
                <a:lnTo>
                  <a:pt x="3795" y="3140"/>
                </a:lnTo>
                <a:lnTo>
                  <a:pt x="3794" y="3141"/>
                </a:lnTo>
                <a:lnTo>
                  <a:pt x="3793" y="3142"/>
                </a:lnTo>
                <a:lnTo>
                  <a:pt x="3792" y="3143"/>
                </a:lnTo>
                <a:lnTo>
                  <a:pt x="3791" y="3143"/>
                </a:lnTo>
                <a:lnTo>
                  <a:pt x="3791" y="3144"/>
                </a:lnTo>
                <a:lnTo>
                  <a:pt x="3790" y="3145"/>
                </a:lnTo>
                <a:lnTo>
                  <a:pt x="3790" y="3147"/>
                </a:lnTo>
                <a:lnTo>
                  <a:pt x="3790" y="3148"/>
                </a:lnTo>
                <a:lnTo>
                  <a:pt x="3789" y="3148"/>
                </a:lnTo>
                <a:lnTo>
                  <a:pt x="3789" y="3149"/>
                </a:lnTo>
                <a:lnTo>
                  <a:pt x="3788" y="3149"/>
                </a:lnTo>
                <a:lnTo>
                  <a:pt x="3788" y="3150"/>
                </a:lnTo>
                <a:lnTo>
                  <a:pt x="3787" y="3151"/>
                </a:lnTo>
                <a:lnTo>
                  <a:pt x="3788" y="3151"/>
                </a:lnTo>
                <a:lnTo>
                  <a:pt x="3787" y="3152"/>
                </a:lnTo>
                <a:lnTo>
                  <a:pt x="3787" y="3153"/>
                </a:lnTo>
                <a:lnTo>
                  <a:pt x="3788" y="3154"/>
                </a:lnTo>
                <a:lnTo>
                  <a:pt x="3788" y="3155"/>
                </a:lnTo>
                <a:lnTo>
                  <a:pt x="3788" y="3156"/>
                </a:lnTo>
                <a:lnTo>
                  <a:pt x="3789" y="3156"/>
                </a:lnTo>
                <a:lnTo>
                  <a:pt x="3790" y="3155"/>
                </a:lnTo>
                <a:lnTo>
                  <a:pt x="3791" y="3154"/>
                </a:lnTo>
                <a:lnTo>
                  <a:pt x="3790" y="3154"/>
                </a:lnTo>
                <a:lnTo>
                  <a:pt x="3790" y="3153"/>
                </a:lnTo>
                <a:lnTo>
                  <a:pt x="3790" y="3154"/>
                </a:lnTo>
                <a:lnTo>
                  <a:pt x="3790" y="3153"/>
                </a:lnTo>
                <a:lnTo>
                  <a:pt x="3790" y="3152"/>
                </a:lnTo>
                <a:lnTo>
                  <a:pt x="3790" y="3153"/>
                </a:lnTo>
                <a:lnTo>
                  <a:pt x="3791" y="3153"/>
                </a:lnTo>
                <a:lnTo>
                  <a:pt x="3792" y="3153"/>
                </a:lnTo>
                <a:lnTo>
                  <a:pt x="3792" y="3154"/>
                </a:lnTo>
                <a:lnTo>
                  <a:pt x="3793" y="3153"/>
                </a:lnTo>
                <a:lnTo>
                  <a:pt x="3794" y="3153"/>
                </a:lnTo>
                <a:lnTo>
                  <a:pt x="3794" y="3152"/>
                </a:lnTo>
                <a:lnTo>
                  <a:pt x="3794" y="3153"/>
                </a:lnTo>
                <a:lnTo>
                  <a:pt x="3794" y="3154"/>
                </a:lnTo>
                <a:lnTo>
                  <a:pt x="3793" y="3155"/>
                </a:lnTo>
                <a:lnTo>
                  <a:pt x="3791" y="3156"/>
                </a:lnTo>
                <a:lnTo>
                  <a:pt x="3791" y="3157"/>
                </a:lnTo>
                <a:lnTo>
                  <a:pt x="3790" y="3158"/>
                </a:lnTo>
                <a:lnTo>
                  <a:pt x="3790" y="3159"/>
                </a:lnTo>
                <a:lnTo>
                  <a:pt x="3791" y="3160"/>
                </a:lnTo>
                <a:lnTo>
                  <a:pt x="3792" y="3161"/>
                </a:lnTo>
                <a:lnTo>
                  <a:pt x="3791" y="3161"/>
                </a:lnTo>
                <a:lnTo>
                  <a:pt x="3791" y="3162"/>
                </a:lnTo>
                <a:lnTo>
                  <a:pt x="3791" y="3163"/>
                </a:lnTo>
                <a:lnTo>
                  <a:pt x="3791" y="3162"/>
                </a:lnTo>
                <a:lnTo>
                  <a:pt x="3790" y="3162"/>
                </a:lnTo>
                <a:lnTo>
                  <a:pt x="3790" y="3161"/>
                </a:lnTo>
                <a:lnTo>
                  <a:pt x="3789" y="3161"/>
                </a:lnTo>
                <a:lnTo>
                  <a:pt x="3788" y="3161"/>
                </a:lnTo>
                <a:lnTo>
                  <a:pt x="3787" y="3161"/>
                </a:lnTo>
                <a:lnTo>
                  <a:pt x="3787" y="3160"/>
                </a:lnTo>
                <a:lnTo>
                  <a:pt x="3787" y="3161"/>
                </a:lnTo>
                <a:lnTo>
                  <a:pt x="3787" y="3160"/>
                </a:lnTo>
                <a:lnTo>
                  <a:pt x="3786" y="3160"/>
                </a:lnTo>
                <a:lnTo>
                  <a:pt x="3786" y="3159"/>
                </a:lnTo>
                <a:lnTo>
                  <a:pt x="3785" y="3159"/>
                </a:lnTo>
                <a:lnTo>
                  <a:pt x="3784" y="3159"/>
                </a:lnTo>
                <a:lnTo>
                  <a:pt x="3783" y="3158"/>
                </a:lnTo>
                <a:lnTo>
                  <a:pt x="3782" y="3158"/>
                </a:lnTo>
                <a:lnTo>
                  <a:pt x="3781" y="3158"/>
                </a:lnTo>
                <a:lnTo>
                  <a:pt x="3780" y="3158"/>
                </a:lnTo>
                <a:lnTo>
                  <a:pt x="3779" y="3158"/>
                </a:lnTo>
                <a:lnTo>
                  <a:pt x="3778" y="3158"/>
                </a:lnTo>
                <a:lnTo>
                  <a:pt x="3778" y="3159"/>
                </a:lnTo>
                <a:lnTo>
                  <a:pt x="3777" y="3159"/>
                </a:lnTo>
                <a:lnTo>
                  <a:pt x="3776" y="3159"/>
                </a:lnTo>
                <a:lnTo>
                  <a:pt x="3775" y="3159"/>
                </a:lnTo>
                <a:lnTo>
                  <a:pt x="3774" y="3159"/>
                </a:lnTo>
                <a:lnTo>
                  <a:pt x="3774" y="3158"/>
                </a:lnTo>
                <a:lnTo>
                  <a:pt x="3773" y="3158"/>
                </a:lnTo>
                <a:lnTo>
                  <a:pt x="3772" y="3158"/>
                </a:lnTo>
                <a:lnTo>
                  <a:pt x="3772" y="3157"/>
                </a:lnTo>
                <a:lnTo>
                  <a:pt x="3771" y="3156"/>
                </a:lnTo>
                <a:lnTo>
                  <a:pt x="3771" y="3155"/>
                </a:lnTo>
                <a:lnTo>
                  <a:pt x="3770" y="3155"/>
                </a:lnTo>
                <a:lnTo>
                  <a:pt x="3770" y="3154"/>
                </a:lnTo>
                <a:lnTo>
                  <a:pt x="3771" y="3154"/>
                </a:lnTo>
                <a:lnTo>
                  <a:pt x="3771" y="3153"/>
                </a:lnTo>
                <a:lnTo>
                  <a:pt x="3771" y="3152"/>
                </a:lnTo>
                <a:lnTo>
                  <a:pt x="3772" y="3152"/>
                </a:lnTo>
                <a:lnTo>
                  <a:pt x="3773" y="3153"/>
                </a:lnTo>
                <a:lnTo>
                  <a:pt x="3774" y="3153"/>
                </a:lnTo>
                <a:lnTo>
                  <a:pt x="3775" y="3153"/>
                </a:lnTo>
                <a:lnTo>
                  <a:pt x="3776" y="3153"/>
                </a:lnTo>
                <a:lnTo>
                  <a:pt x="3777" y="3153"/>
                </a:lnTo>
                <a:lnTo>
                  <a:pt x="3777" y="3152"/>
                </a:lnTo>
                <a:lnTo>
                  <a:pt x="3778" y="3152"/>
                </a:lnTo>
                <a:lnTo>
                  <a:pt x="3779" y="3152"/>
                </a:lnTo>
                <a:lnTo>
                  <a:pt x="3779" y="3151"/>
                </a:lnTo>
                <a:lnTo>
                  <a:pt x="3778" y="3151"/>
                </a:lnTo>
                <a:lnTo>
                  <a:pt x="3778" y="3150"/>
                </a:lnTo>
                <a:lnTo>
                  <a:pt x="3777" y="3149"/>
                </a:lnTo>
                <a:lnTo>
                  <a:pt x="3776" y="3149"/>
                </a:lnTo>
                <a:lnTo>
                  <a:pt x="3775" y="3149"/>
                </a:lnTo>
                <a:lnTo>
                  <a:pt x="3775" y="3150"/>
                </a:lnTo>
                <a:lnTo>
                  <a:pt x="3774" y="3150"/>
                </a:lnTo>
                <a:lnTo>
                  <a:pt x="3773" y="3150"/>
                </a:lnTo>
                <a:lnTo>
                  <a:pt x="3773" y="3151"/>
                </a:lnTo>
                <a:lnTo>
                  <a:pt x="3772" y="3151"/>
                </a:lnTo>
                <a:lnTo>
                  <a:pt x="3771" y="3151"/>
                </a:lnTo>
                <a:lnTo>
                  <a:pt x="3771" y="3150"/>
                </a:lnTo>
                <a:lnTo>
                  <a:pt x="3770" y="3149"/>
                </a:lnTo>
                <a:lnTo>
                  <a:pt x="3769" y="3149"/>
                </a:lnTo>
                <a:lnTo>
                  <a:pt x="3769" y="3148"/>
                </a:lnTo>
                <a:lnTo>
                  <a:pt x="3768" y="3148"/>
                </a:lnTo>
                <a:lnTo>
                  <a:pt x="3765" y="3148"/>
                </a:lnTo>
                <a:lnTo>
                  <a:pt x="3764" y="3148"/>
                </a:lnTo>
                <a:lnTo>
                  <a:pt x="3764" y="3149"/>
                </a:lnTo>
                <a:lnTo>
                  <a:pt x="3763" y="3149"/>
                </a:lnTo>
                <a:lnTo>
                  <a:pt x="3761" y="3149"/>
                </a:lnTo>
                <a:lnTo>
                  <a:pt x="3761" y="3150"/>
                </a:lnTo>
                <a:lnTo>
                  <a:pt x="3760" y="3149"/>
                </a:lnTo>
                <a:lnTo>
                  <a:pt x="3761" y="3149"/>
                </a:lnTo>
                <a:lnTo>
                  <a:pt x="3761" y="3148"/>
                </a:lnTo>
                <a:lnTo>
                  <a:pt x="3761" y="3147"/>
                </a:lnTo>
                <a:lnTo>
                  <a:pt x="3762" y="3147"/>
                </a:lnTo>
                <a:lnTo>
                  <a:pt x="3762" y="3145"/>
                </a:lnTo>
                <a:lnTo>
                  <a:pt x="3764" y="3145"/>
                </a:lnTo>
                <a:lnTo>
                  <a:pt x="3764" y="3144"/>
                </a:lnTo>
                <a:lnTo>
                  <a:pt x="3765" y="3143"/>
                </a:lnTo>
                <a:lnTo>
                  <a:pt x="3765" y="3144"/>
                </a:lnTo>
                <a:lnTo>
                  <a:pt x="3765" y="3141"/>
                </a:lnTo>
                <a:lnTo>
                  <a:pt x="3766" y="3141"/>
                </a:lnTo>
                <a:lnTo>
                  <a:pt x="3766" y="3142"/>
                </a:lnTo>
                <a:lnTo>
                  <a:pt x="3766" y="3141"/>
                </a:lnTo>
                <a:lnTo>
                  <a:pt x="3767" y="3141"/>
                </a:lnTo>
                <a:lnTo>
                  <a:pt x="3768" y="3140"/>
                </a:lnTo>
                <a:lnTo>
                  <a:pt x="3768" y="3137"/>
                </a:lnTo>
                <a:lnTo>
                  <a:pt x="3768" y="3136"/>
                </a:lnTo>
                <a:lnTo>
                  <a:pt x="3769" y="3136"/>
                </a:lnTo>
                <a:lnTo>
                  <a:pt x="3769" y="3135"/>
                </a:lnTo>
                <a:lnTo>
                  <a:pt x="3769" y="3136"/>
                </a:lnTo>
                <a:lnTo>
                  <a:pt x="3768" y="3136"/>
                </a:lnTo>
                <a:lnTo>
                  <a:pt x="3767" y="3136"/>
                </a:lnTo>
                <a:lnTo>
                  <a:pt x="3768" y="3137"/>
                </a:lnTo>
                <a:lnTo>
                  <a:pt x="3768" y="3138"/>
                </a:lnTo>
                <a:lnTo>
                  <a:pt x="3768" y="3139"/>
                </a:lnTo>
                <a:lnTo>
                  <a:pt x="3767" y="3140"/>
                </a:lnTo>
                <a:lnTo>
                  <a:pt x="3766" y="3140"/>
                </a:lnTo>
                <a:lnTo>
                  <a:pt x="3765" y="3141"/>
                </a:lnTo>
                <a:lnTo>
                  <a:pt x="3765" y="3142"/>
                </a:lnTo>
                <a:lnTo>
                  <a:pt x="3765" y="3143"/>
                </a:lnTo>
                <a:lnTo>
                  <a:pt x="3764" y="3143"/>
                </a:lnTo>
                <a:lnTo>
                  <a:pt x="3763" y="3144"/>
                </a:lnTo>
                <a:lnTo>
                  <a:pt x="3762" y="3144"/>
                </a:lnTo>
                <a:lnTo>
                  <a:pt x="3761" y="3144"/>
                </a:lnTo>
                <a:lnTo>
                  <a:pt x="3761" y="3143"/>
                </a:lnTo>
                <a:lnTo>
                  <a:pt x="3759" y="3143"/>
                </a:lnTo>
                <a:lnTo>
                  <a:pt x="3758" y="3143"/>
                </a:lnTo>
                <a:lnTo>
                  <a:pt x="3757" y="3143"/>
                </a:lnTo>
                <a:lnTo>
                  <a:pt x="3757" y="3144"/>
                </a:lnTo>
                <a:lnTo>
                  <a:pt x="3756" y="3144"/>
                </a:lnTo>
                <a:lnTo>
                  <a:pt x="3755" y="3145"/>
                </a:lnTo>
                <a:lnTo>
                  <a:pt x="3755" y="3147"/>
                </a:lnTo>
                <a:lnTo>
                  <a:pt x="3755" y="3148"/>
                </a:lnTo>
                <a:lnTo>
                  <a:pt x="3756" y="3148"/>
                </a:lnTo>
                <a:lnTo>
                  <a:pt x="3757" y="3149"/>
                </a:lnTo>
                <a:lnTo>
                  <a:pt x="3756" y="3150"/>
                </a:lnTo>
                <a:lnTo>
                  <a:pt x="3755" y="3150"/>
                </a:lnTo>
                <a:lnTo>
                  <a:pt x="3756" y="3149"/>
                </a:lnTo>
                <a:lnTo>
                  <a:pt x="3755" y="3149"/>
                </a:lnTo>
                <a:lnTo>
                  <a:pt x="3754" y="3149"/>
                </a:lnTo>
                <a:lnTo>
                  <a:pt x="3754" y="3148"/>
                </a:lnTo>
                <a:lnTo>
                  <a:pt x="3754" y="3147"/>
                </a:lnTo>
                <a:lnTo>
                  <a:pt x="3753" y="3145"/>
                </a:lnTo>
                <a:lnTo>
                  <a:pt x="3752" y="3145"/>
                </a:lnTo>
                <a:lnTo>
                  <a:pt x="3751" y="3147"/>
                </a:lnTo>
                <a:lnTo>
                  <a:pt x="3750" y="3147"/>
                </a:lnTo>
                <a:lnTo>
                  <a:pt x="3749" y="3148"/>
                </a:lnTo>
                <a:lnTo>
                  <a:pt x="3748" y="3148"/>
                </a:lnTo>
                <a:lnTo>
                  <a:pt x="3747" y="3148"/>
                </a:lnTo>
                <a:lnTo>
                  <a:pt x="3746" y="3148"/>
                </a:lnTo>
                <a:lnTo>
                  <a:pt x="3745" y="3149"/>
                </a:lnTo>
                <a:lnTo>
                  <a:pt x="3744" y="3149"/>
                </a:lnTo>
                <a:lnTo>
                  <a:pt x="3745" y="3149"/>
                </a:lnTo>
                <a:lnTo>
                  <a:pt x="3744" y="3148"/>
                </a:lnTo>
                <a:lnTo>
                  <a:pt x="3744" y="3149"/>
                </a:lnTo>
                <a:lnTo>
                  <a:pt x="3744" y="3150"/>
                </a:lnTo>
                <a:lnTo>
                  <a:pt x="3744" y="3152"/>
                </a:lnTo>
                <a:lnTo>
                  <a:pt x="3744" y="3153"/>
                </a:lnTo>
                <a:lnTo>
                  <a:pt x="3743" y="3153"/>
                </a:lnTo>
                <a:lnTo>
                  <a:pt x="3742" y="3153"/>
                </a:lnTo>
                <a:lnTo>
                  <a:pt x="3742" y="3154"/>
                </a:lnTo>
                <a:lnTo>
                  <a:pt x="3741" y="3154"/>
                </a:lnTo>
                <a:lnTo>
                  <a:pt x="3741" y="3155"/>
                </a:lnTo>
                <a:lnTo>
                  <a:pt x="3742" y="3155"/>
                </a:lnTo>
                <a:lnTo>
                  <a:pt x="3742" y="3156"/>
                </a:lnTo>
                <a:lnTo>
                  <a:pt x="3743" y="3156"/>
                </a:lnTo>
                <a:lnTo>
                  <a:pt x="3742" y="3157"/>
                </a:lnTo>
                <a:lnTo>
                  <a:pt x="3741" y="3157"/>
                </a:lnTo>
                <a:lnTo>
                  <a:pt x="3740" y="3157"/>
                </a:lnTo>
                <a:lnTo>
                  <a:pt x="3740" y="3158"/>
                </a:lnTo>
                <a:lnTo>
                  <a:pt x="3739" y="3158"/>
                </a:lnTo>
                <a:lnTo>
                  <a:pt x="3739" y="3159"/>
                </a:lnTo>
                <a:lnTo>
                  <a:pt x="3738" y="3159"/>
                </a:lnTo>
                <a:lnTo>
                  <a:pt x="3737" y="3159"/>
                </a:lnTo>
                <a:lnTo>
                  <a:pt x="3738" y="3159"/>
                </a:lnTo>
                <a:lnTo>
                  <a:pt x="3737" y="3158"/>
                </a:lnTo>
                <a:lnTo>
                  <a:pt x="3736" y="3158"/>
                </a:lnTo>
                <a:lnTo>
                  <a:pt x="3735" y="3157"/>
                </a:lnTo>
                <a:lnTo>
                  <a:pt x="3735" y="3156"/>
                </a:lnTo>
                <a:lnTo>
                  <a:pt x="3736" y="3155"/>
                </a:lnTo>
                <a:lnTo>
                  <a:pt x="3736" y="3154"/>
                </a:lnTo>
                <a:lnTo>
                  <a:pt x="3735" y="3154"/>
                </a:lnTo>
                <a:lnTo>
                  <a:pt x="3734" y="3153"/>
                </a:lnTo>
                <a:lnTo>
                  <a:pt x="3733" y="3153"/>
                </a:lnTo>
                <a:lnTo>
                  <a:pt x="3732" y="3153"/>
                </a:lnTo>
                <a:lnTo>
                  <a:pt x="3731" y="3153"/>
                </a:lnTo>
                <a:lnTo>
                  <a:pt x="3730" y="3152"/>
                </a:lnTo>
                <a:lnTo>
                  <a:pt x="3730" y="3151"/>
                </a:lnTo>
                <a:lnTo>
                  <a:pt x="3729" y="3151"/>
                </a:lnTo>
                <a:lnTo>
                  <a:pt x="3729" y="3152"/>
                </a:lnTo>
                <a:lnTo>
                  <a:pt x="3728" y="3152"/>
                </a:lnTo>
                <a:lnTo>
                  <a:pt x="3728" y="3153"/>
                </a:lnTo>
                <a:lnTo>
                  <a:pt x="3729" y="3153"/>
                </a:lnTo>
                <a:lnTo>
                  <a:pt x="3729" y="3154"/>
                </a:lnTo>
                <a:lnTo>
                  <a:pt x="3729" y="3155"/>
                </a:lnTo>
                <a:lnTo>
                  <a:pt x="3730" y="3155"/>
                </a:lnTo>
                <a:lnTo>
                  <a:pt x="3730" y="3156"/>
                </a:lnTo>
                <a:lnTo>
                  <a:pt x="3731" y="3156"/>
                </a:lnTo>
                <a:lnTo>
                  <a:pt x="3732" y="3156"/>
                </a:lnTo>
                <a:lnTo>
                  <a:pt x="3732" y="3155"/>
                </a:lnTo>
                <a:lnTo>
                  <a:pt x="3733" y="3155"/>
                </a:lnTo>
                <a:lnTo>
                  <a:pt x="3733" y="3156"/>
                </a:lnTo>
                <a:lnTo>
                  <a:pt x="3733" y="3157"/>
                </a:lnTo>
                <a:lnTo>
                  <a:pt x="3734" y="3157"/>
                </a:lnTo>
                <a:lnTo>
                  <a:pt x="3735" y="3158"/>
                </a:lnTo>
                <a:lnTo>
                  <a:pt x="3736" y="3158"/>
                </a:lnTo>
                <a:lnTo>
                  <a:pt x="3736" y="3159"/>
                </a:lnTo>
                <a:lnTo>
                  <a:pt x="3737" y="3159"/>
                </a:lnTo>
                <a:lnTo>
                  <a:pt x="3737" y="3160"/>
                </a:lnTo>
                <a:lnTo>
                  <a:pt x="3736" y="3161"/>
                </a:lnTo>
                <a:lnTo>
                  <a:pt x="3734" y="3162"/>
                </a:lnTo>
                <a:lnTo>
                  <a:pt x="3734" y="3163"/>
                </a:lnTo>
                <a:lnTo>
                  <a:pt x="3733" y="3164"/>
                </a:lnTo>
                <a:lnTo>
                  <a:pt x="3733" y="3165"/>
                </a:lnTo>
                <a:lnTo>
                  <a:pt x="3732" y="3166"/>
                </a:lnTo>
                <a:lnTo>
                  <a:pt x="3732" y="3167"/>
                </a:lnTo>
                <a:lnTo>
                  <a:pt x="3731" y="3167"/>
                </a:lnTo>
                <a:lnTo>
                  <a:pt x="3731" y="3169"/>
                </a:lnTo>
                <a:lnTo>
                  <a:pt x="3731" y="3170"/>
                </a:lnTo>
                <a:lnTo>
                  <a:pt x="3731" y="3171"/>
                </a:lnTo>
                <a:lnTo>
                  <a:pt x="3732" y="3171"/>
                </a:lnTo>
                <a:lnTo>
                  <a:pt x="3732" y="3172"/>
                </a:lnTo>
                <a:lnTo>
                  <a:pt x="3732" y="3173"/>
                </a:lnTo>
                <a:lnTo>
                  <a:pt x="3731" y="3173"/>
                </a:lnTo>
                <a:lnTo>
                  <a:pt x="3730" y="3173"/>
                </a:lnTo>
                <a:lnTo>
                  <a:pt x="3729" y="3174"/>
                </a:lnTo>
                <a:lnTo>
                  <a:pt x="3729" y="3173"/>
                </a:lnTo>
                <a:lnTo>
                  <a:pt x="3730" y="3172"/>
                </a:lnTo>
                <a:lnTo>
                  <a:pt x="3730" y="3171"/>
                </a:lnTo>
                <a:lnTo>
                  <a:pt x="3729" y="3171"/>
                </a:lnTo>
                <a:lnTo>
                  <a:pt x="3730" y="3171"/>
                </a:lnTo>
                <a:lnTo>
                  <a:pt x="3730" y="3170"/>
                </a:lnTo>
                <a:lnTo>
                  <a:pt x="3730" y="3169"/>
                </a:lnTo>
                <a:lnTo>
                  <a:pt x="3729" y="3169"/>
                </a:lnTo>
                <a:lnTo>
                  <a:pt x="3729" y="3168"/>
                </a:lnTo>
                <a:lnTo>
                  <a:pt x="3728" y="3168"/>
                </a:lnTo>
                <a:lnTo>
                  <a:pt x="3727" y="3168"/>
                </a:lnTo>
                <a:lnTo>
                  <a:pt x="3726" y="3168"/>
                </a:lnTo>
                <a:lnTo>
                  <a:pt x="3725" y="3168"/>
                </a:lnTo>
                <a:lnTo>
                  <a:pt x="3724" y="3168"/>
                </a:lnTo>
                <a:lnTo>
                  <a:pt x="3724" y="3169"/>
                </a:lnTo>
                <a:lnTo>
                  <a:pt x="3723" y="3169"/>
                </a:lnTo>
                <a:lnTo>
                  <a:pt x="3722" y="3169"/>
                </a:lnTo>
                <a:lnTo>
                  <a:pt x="3722" y="3168"/>
                </a:lnTo>
                <a:lnTo>
                  <a:pt x="3721" y="3168"/>
                </a:lnTo>
                <a:lnTo>
                  <a:pt x="3720" y="3168"/>
                </a:lnTo>
                <a:lnTo>
                  <a:pt x="3719" y="3169"/>
                </a:lnTo>
                <a:lnTo>
                  <a:pt x="3719" y="3168"/>
                </a:lnTo>
                <a:lnTo>
                  <a:pt x="3719" y="3169"/>
                </a:lnTo>
                <a:lnTo>
                  <a:pt x="3718" y="3169"/>
                </a:lnTo>
                <a:lnTo>
                  <a:pt x="3719" y="3169"/>
                </a:lnTo>
                <a:lnTo>
                  <a:pt x="3718" y="3169"/>
                </a:lnTo>
                <a:lnTo>
                  <a:pt x="3717" y="3168"/>
                </a:lnTo>
                <a:lnTo>
                  <a:pt x="3716" y="3168"/>
                </a:lnTo>
                <a:lnTo>
                  <a:pt x="3716" y="3167"/>
                </a:lnTo>
                <a:lnTo>
                  <a:pt x="3717" y="3167"/>
                </a:lnTo>
                <a:lnTo>
                  <a:pt x="3717" y="3166"/>
                </a:lnTo>
                <a:lnTo>
                  <a:pt x="3717" y="3165"/>
                </a:lnTo>
                <a:lnTo>
                  <a:pt x="3717" y="3164"/>
                </a:lnTo>
                <a:lnTo>
                  <a:pt x="3717" y="3163"/>
                </a:lnTo>
                <a:lnTo>
                  <a:pt x="3716" y="3163"/>
                </a:lnTo>
                <a:lnTo>
                  <a:pt x="3716" y="3162"/>
                </a:lnTo>
                <a:lnTo>
                  <a:pt x="3716" y="3161"/>
                </a:lnTo>
                <a:lnTo>
                  <a:pt x="3716" y="3160"/>
                </a:lnTo>
                <a:lnTo>
                  <a:pt x="3717" y="3160"/>
                </a:lnTo>
                <a:lnTo>
                  <a:pt x="3717" y="3159"/>
                </a:lnTo>
                <a:lnTo>
                  <a:pt x="3717" y="3158"/>
                </a:lnTo>
                <a:lnTo>
                  <a:pt x="3716" y="3157"/>
                </a:lnTo>
                <a:lnTo>
                  <a:pt x="3716" y="3156"/>
                </a:lnTo>
                <a:lnTo>
                  <a:pt x="3717" y="3156"/>
                </a:lnTo>
                <a:lnTo>
                  <a:pt x="3716" y="3155"/>
                </a:lnTo>
                <a:lnTo>
                  <a:pt x="3716" y="3154"/>
                </a:lnTo>
                <a:lnTo>
                  <a:pt x="3717" y="3154"/>
                </a:lnTo>
                <a:lnTo>
                  <a:pt x="3717" y="3153"/>
                </a:lnTo>
                <a:lnTo>
                  <a:pt x="3718" y="3152"/>
                </a:lnTo>
                <a:lnTo>
                  <a:pt x="3719" y="3152"/>
                </a:lnTo>
                <a:lnTo>
                  <a:pt x="3720" y="3152"/>
                </a:lnTo>
                <a:lnTo>
                  <a:pt x="3721" y="3150"/>
                </a:lnTo>
                <a:lnTo>
                  <a:pt x="3722" y="3150"/>
                </a:lnTo>
                <a:lnTo>
                  <a:pt x="3723" y="3150"/>
                </a:lnTo>
                <a:lnTo>
                  <a:pt x="3724" y="3149"/>
                </a:lnTo>
                <a:lnTo>
                  <a:pt x="3724" y="3148"/>
                </a:lnTo>
                <a:lnTo>
                  <a:pt x="3722" y="3147"/>
                </a:lnTo>
                <a:lnTo>
                  <a:pt x="3722" y="3145"/>
                </a:lnTo>
                <a:lnTo>
                  <a:pt x="3721" y="3145"/>
                </a:lnTo>
                <a:lnTo>
                  <a:pt x="3721" y="3144"/>
                </a:lnTo>
                <a:lnTo>
                  <a:pt x="3720" y="3143"/>
                </a:lnTo>
                <a:lnTo>
                  <a:pt x="3721" y="3144"/>
                </a:lnTo>
                <a:lnTo>
                  <a:pt x="3721" y="3145"/>
                </a:lnTo>
                <a:lnTo>
                  <a:pt x="3720" y="3145"/>
                </a:lnTo>
                <a:lnTo>
                  <a:pt x="3720" y="3144"/>
                </a:lnTo>
                <a:lnTo>
                  <a:pt x="3719" y="3143"/>
                </a:lnTo>
                <a:lnTo>
                  <a:pt x="3719" y="3144"/>
                </a:lnTo>
                <a:lnTo>
                  <a:pt x="3720" y="3145"/>
                </a:lnTo>
                <a:lnTo>
                  <a:pt x="3720" y="3147"/>
                </a:lnTo>
                <a:lnTo>
                  <a:pt x="3719" y="3148"/>
                </a:lnTo>
                <a:lnTo>
                  <a:pt x="3719" y="3149"/>
                </a:lnTo>
                <a:lnTo>
                  <a:pt x="3718" y="3149"/>
                </a:lnTo>
                <a:lnTo>
                  <a:pt x="3717" y="3150"/>
                </a:lnTo>
                <a:lnTo>
                  <a:pt x="3716" y="3150"/>
                </a:lnTo>
                <a:lnTo>
                  <a:pt x="3715" y="3149"/>
                </a:lnTo>
                <a:lnTo>
                  <a:pt x="3715" y="3148"/>
                </a:lnTo>
                <a:lnTo>
                  <a:pt x="3714" y="3148"/>
                </a:lnTo>
                <a:lnTo>
                  <a:pt x="3714" y="3149"/>
                </a:lnTo>
                <a:lnTo>
                  <a:pt x="3713" y="3149"/>
                </a:lnTo>
                <a:lnTo>
                  <a:pt x="3713" y="3148"/>
                </a:lnTo>
                <a:lnTo>
                  <a:pt x="3712" y="3148"/>
                </a:lnTo>
                <a:lnTo>
                  <a:pt x="3712" y="3149"/>
                </a:lnTo>
                <a:lnTo>
                  <a:pt x="3711" y="3149"/>
                </a:lnTo>
                <a:lnTo>
                  <a:pt x="3712" y="3150"/>
                </a:lnTo>
                <a:lnTo>
                  <a:pt x="3711" y="3150"/>
                </a:lnTo>
                <a:lnTo>
                  <a:pt x="3710" y="3150"/>
                </a:lnTo>
                <a:lnTo>
                  <a:pt x="3709" y="3151"/>
                </a:lnTo>
                <a:lnTo>
                  <a:pt x="3708" y="3151"/>
                </a:lnTo>
                <a:lnTo>
                  <a:pt x="3707" y="3152"/>
                </a:lnTo>
                <a:lnTo>
                  <a:pt x="3707" y="3153"/>
                </a:lnTo>
                <a:lnTo>
                  <a:pt x="3704" y="3154"/>
                </a:lnTo>
                <a:lnTo>
                  <a:pt x="3703" y="3154"/>
                </a:lnTo>
                <a:lnTo>
                  <a:pt x="3701" y="3155"/>
                </a:lnTo>
                <a:lnTo>
                  <a:pt x="3700" y="3155"/>
                </a:lnTo>
                <a:lnTo>
                  <a:pt x="3700" y="3156"/>
                </a:lnTo>
                <a:lnTo>
                  <a:pt x="3701" y="3156"/>
                </a:lnTo>
                <a:lnTo>
                  <a:pt x="3701" y="3157"/>
                </a:lnTo>
                <a:lnTo>
                  <a:pt x="3701" y="3158"/>
                </a:lnTo>
                <a:lnTo>
                  <a:pt x="3702" y="3158"/>
                </a:lnTo>
                <a:lnTo>
                  <a:pt x="3702" y="3159"/>
                </a:lnTo>
                <a:lnTo>
                  <a:pt x="3701" y="3159"/>
                </a:lnTo>
                <a:lnTo>
                  <a:pt x="3700" y="3158"/>
                </a:lnTo>
                <a:lnTo>
                  <a:pt x="3699" y="3157"/>
                </a:lnTo>
                <a:lnTo>
                  <a:pt x="3698" y="3157"/>
                </a:lnTo>
                <a:lnTo>
                  <a:pt x="3697" y="3157"/>
                </a:lnTo>
                <a:lnTo>
                  <a:pt x="3698" y="3158"/>
                </a:lnTo>
                <a:lnTo>
                  <a:pt x="3698" y="3159"/>
                </a:lnTo>
                <a:lnTo>
                  <a:pt x="3698" y="3160"/>
                </a:lnTo>
                <a:lnTo>
                  <a:pt x="3697" y="3160"/>
                </a:lnTo>
                <a:lnTo>
                  <a:pt x="3696" y="3159"/>
                </a:lnTo>
                <a:lnTo>
                  <a:pt x="3696" y="3160"/>
                </a:lnTo>
                <a:lnTo>
                  <a:pt x="3696" y="3161"/>
                </a:lnTo>
                <a:lnTo>
                  <a:pt x="3695" y="3161"/>
                </a:lnTo>
                <a:lnTo>
                  <a:pt x="3695" y="3162"/>
                </a:lnTo>
                <a:lnTo>
                  <a:pt x="3694" y="3162"/>
                </a:lnTo>
                <a:lnTo>
                  <a:pt x="3694" y="3163"/>
                </a:lnTo>
                <a:lnTo>
                  <a:pt x="3695" y="3163"/>
                </a:lnTo>
                <a:lnTo>
                  <a:pt x="3696" y="3163"/>
                </a:lnTo>
                <a:lnTo>
                  <a:pt x="3697" y="3163"/>
                </a:lnTo>
                <a:lnTo>
                  <a:pt x="3698" y="3163"/>
                </a:lnTo>
                <a:lnTo>
                  <a:pt x="3699" y="3163"/>
                </a:lnTo>
                <a:lnTo>
                  <a:pt x="3700" y="3163"/>
                </a:lnTo>
                <a:lnTo>
                  <a:pt x="3701" y="3163"/>
                </a:lnTo>
                <a:lnTo>
                  <a:pt x="3701" y="3162"/>
                </a:lnTo>
                <a:lnTo>
                  <a:pt x="3702" y="3162"/>
                </a:lnTo>
                <a:lnTo>
                  <a:pt x="3703" y="3162"/>
                </a:lnTo>
                <a:lnTo>
                  <a:pt x="3703" y="3163"/>
                </a:lnTo>
                <a:lnTo>
                  <a:pt x="3703" y="3164"/>
                </a:lnTo>
                <a:lnTo>
                  <a:pt x="3702" y="3164"/>
                </a:lnTo>
                <a:lnTo>
                  <a:pt x="3702" y="3165"/>
                </a:lnTo>
                <a:lnTo>
                  <a:pt x="3702" y="3166"/>
                </a:lnTo>
                <a:lnTo>
                  <a:pt x="3702" y="3167"/>
                </a:lnTo>
                <a:lnTo>
                  <a:pt x="3701" y="3167"/>
                </a:lnTo>
                <a:lnTo>
                  <a:pt x="3700" y="3167"/>
                </a:lnTo>
                <a:lnTo>
                  <a:pt x="3698" y="3169"/>
                </a:lnTo>
                <a:lnTo>
                  <a:pt x="3697" y="3169"/>
                </a:lnTo>
                <a:lnTo>
                  <a:pt x="3696" y="3169"/>
                </a:lnTo>
                <a:lnTo>
                  <a:pt x="3695" y="3169"/>
                </a:lnTo>
                <a:lnTo>
                  <a:pt x="3695" y="3170"/>
                </a:lnTo>
                <a:lnTo>
                  <a:pt x="3695" y="3171"/>
                </a:lnTo>
                <a:lnTo>
                  <a:pt x="3695" y="3172"/>
                </a:lnTo>
                <a:lnTo>
                  <a:pt x="3695" y="3173"/>
                </a:lnTo>
                <a:lnTo>
                  <a:pt x="3696" y="3173"/>
                </a:lnTo>
                <a:lnTo>
                  <a:pt x="3697" y="3172"/>
                </a:lnTo>
                <a:lnTo>
                  <a:pt x="3697" y="3171"/>
                </a:lnTo>
                <a:lnTo>
                  <a:pt x="3698" y="3171"/>
                </a:lnTo>
                <a:lnTo>
                  <a:pt x="3699" y="3171"/>
                </a:lnTo>
                <a:lnTo>
                  <a:pt x="3700" y="3172"/>
                </a:lnTo>
                <a:lnTo>
                  <a:pt x="3700" y="3173"/>
                </a:lnTo>
                <a:lnTo>
                  <a:pt x="3701" y="3174"/>
                </a:lnTo>
                <a:lnTo>
                  <a:pt x="3702" y="3174"/>
                </a:lnTo>
                <a:lnTo>
                  <a:pt x="3703" y="3174"/>
                </a:lnTo>
                <a:lnTo>
                  <a:pt x="3704" y="3174"/>
                </a:lnTo>
                <a:lnTo>
                  <a:pt x="3704" y="3175"/>
                </a:lnTo>
                <a:lnTo>
                  <a:pt x="3705" y="3176"/>
                </a:lnTo>
                <a:lnTo>
                  <a:pt x="3706" y="3177"/>
                </a:lnTo>
                <a:lnTo>
                  <a:pt x="3705" y="3178"/>
                </a:lnTo>
                <a:lnTo>
                  <a:pt x="3704" y="3179"/>
                </a:lnTo>
                <a:lnTo>
                  <a:pt x="3704" y="3178"/>
                </a:lnTo>
                <a:lnTo>
                  <a:pt x="3703" y="3179"/>
                </a:lnTo>
                <a:lnTo>
                  <a:pt x="3702" y="3179"/>
                </a:lnTo>
                <a:lnTo>
                  <a:pt x="3702" y="3180"/>
                </a:lnTo>
                <a:lnTo>
                  <a:pt x="3701" y="3180"/>
                </a:lnTo>
                <a:lnTo>
                  <a:pt x="3700" y="3180"/>
                </a:lnTo>
                <a:lnTo>
                  <a:pt x="3700" y="3181"/>
                </a:lnTo>
                <a:lnTo>
                  <a:pt x="3699" y="3180"/>
                </a:lnTo>
                <a:lnTo>
                  <a:pt x="3698" y="3180"/>
                </a:lnTo>
                <a:lnTo>
                  <a:pt x="3697" y="3181"/>
                </a:lnTo>
                <a:lnTo>
                  <a:pt x="3697" y="3182"/>
                </a:lnTo>
                <a:lnTo>
                  <a:pt x="3696" y="3183"/>
                </a:lnTo>
                <a:lnTo>
                  <a:pt x="3695" y="3183"/>
                </a:lnTo>
                <a:lnTo>
                  <a:pt x="3694" y="3183"/>
                </a:lnTo>
                <a:lnTo>
                  <a:pt x="3694" y="3182"/>
                </a:lnTo>
                <a:lnTo>
                  <a:pt x="3693" y="3182"/>
                </a:lnTo>
                <a:lnTo>
                  <a:pt x="3693" y="3181"/>
                </a:lnTo>
                <a:lnTo>
                  <a:pt x="3693" y="3180"/>
                </a:lnTo>
                <a:lnTo>
                  <a:pt x="3694" y="3179"/>
                </a:lnTo>
                <a:lnTo>
                  <a:pt x="3693" y="3179"/>
                </a:lnTo>
                <a:lnTo>
                  <a:pt x="3693" y="3178"/>
                </a:lnTo>
                <a:lnTo>
                  <a:pt x="3693" y="3177"/>
                </a:lnTo>
                <a:lnTo>
                  <a:pt x="3693" y="3176"/>
                </a:lnTo>
                <a:lnTo>
                  <a:pt x="3694" y="3176"/>
                </a:lnTo>
                <a:lnTo>
                  <a:pt x="3694" y="3175"/>
                </a:lnTo>
                <a:lnTo>
                  <a:pt x="3693" y="3175"/>
                </a:lnTo>
                <a:lnTo>
                  <a:pt x="3693" y="3174"/>
                </a:lnTo>
                <a:lnTo>
                  <a:pt x="3693" y="3173"/>
                </a:lnTo>
                <a:lnTo>
                  <a:pt x="3692" y="3173"/>
                </a:lnTo>
                <a:lnTo>
                  <a:pt x="3691" y="3172"/>
                </a:lnTo>
                <a:lnTo>
                  <a:pt x="3691" y="3171"/>
                </a:lnTo>
                <a:lnTo>
                  <a:pt x="3690" y="3171"/>
                </a:lnTo>
                <a:lnTo>
                  <a:pt x="3689" y="3171"/>
                </a:lnTo>
                <a:lnTo>
                  <a:pt x="3689" y="3170"/>
                </a:lnTo>
                <a:lnTo>
                  <a:pt x="3689" y="3169"/>
                </a:lnTo>
                <a:lnTo>
                  <a:pt x="3688" y="3169"/>
                </a:lnTo>
                <a:lnTo>
                  <a:pt x="3688" y="3168"/>
                </a:lnTo>
                <a:lnTo>
                  <a:pt x="3687" y="3168"/>
                </a:lnTo>
                <a:lnTo>
                  <a:pt x="3687" y="3167"/>
                </a:lnTo>
                <a:lnTo>
                  <a:pt x="3686" y="3167"/>
                </a:lnTo>
                <a:lnTo>
                  <a:pt x="3685" y="3167"/>
                </a:lnTo>
                <a:lnTo>
                  <a:pt x="3684" y="3167"/>
                </a:lnTo>
                <a:lnTo>
                  <a:pt x="3683" y="3167"/>
                </a:lnTo>
                <a:lnTo>
                  <a:pt x="3681" y="3168"/>
                </a:lnTo>
                <a:lnTo>
                  <a:pt x="3680" y="3168"/>
                </a:lnTo>
                <a:lnTo>
                  <a:pt x="3679" y="3168"/>
                </a:lnTo>
                <a:lnTo>
                  <a:pt x="3678" y="3168"/>
                </a:lnTo>
                <a:lnTo>
                  <a:pt x="3677" y="3168"/>
                </a:lnTo>
                <a:lnTo>
                  <a:pt x="3677" y="3169"/>
                </a:lnTo>
                <a:lnTo>
                  <a:pt x="3677" y="3170"/>
                </a:lnTo>
                <a:lnTo>
                  <a:pt x="3677" y="3171"/>
                </a:lnTo>
                <a:lnTo>
                  <a:pt x="3676" y="3171"/>
                </a:lnTo>
                <a:lnTo>
                  <a:pt x="3676" y="3170"/>
                </a:lnTo>
                <a:lnTo>
                  <a:pt x="3675" y="3170"/>
                </a:lnTo>
                <a:lnTo>
                  <a:pt x="3675" y="3169"/>
                </a:lnTo>
                <a:lnTo>
                  <a:pt x="3674" y="3169"/>
                </a:lnTo>
                <a:lnTo>
                  <a:pt x="3671" y="3172"/>
                </a:lnTo>
                <a:lnTo>
                  <a:pt x="3671" y="3173"/>
                </a:lnTo>
                <a:lnTo>
                  <a:pt x="3671" y="3174"/>
                </a:lnTo>
                <a:lnTo>
                  <a:pt x="3670" y="3174"/>
                </a:lnTo>
                <a:lnTo>
                  <a:pt x="3669" y="3174"/>
                </a:lnTo>
                <a:lnTo>
                  <a:pt x="3668" y="3175"/>
                </a:lnTo>
                <a:lnTo>
                  <a:pt x="3668" y="3176"/>
                </a:lnTo>
                <a:lnTo>
                  <a:pt x="3669" y="3176"/>
                </a:lnTo>
                <a:lnTo>
                  <a:pt x="3671" y="3175"/>
                </a:lnTo>
                <a:lnTo>
                  <a:pt x="3671" y="3174"/>
                </a:lnTo>
                <a:lnTo>
                  <a:pt x="3672" y="3173"/>
                </a:lnTo>
                <a:lnTo>
                  <a:pt x="3673" y="3173"/>
                </a:lnTo>
                <a:lnTo>
                  <a:pt x="3673" y="3174"/>
                </a:lnTo>
                <a:lnTo>
                  <a:pt x="3674" y="3175"/>
                </a:lnTo>
                <a:lnTo>
                  <a:pt x="3673" y="3175"/>
                </a:lnTo>
                <a:lnTo>
                  <a:pt x="3673" y="3176"/>
                </a:lnTo>
                <a:lnTo>
                  <a:pt x="3674" y="3176"/>
                </a:lnTo>
                <a:lnTo>
                  <a:pt x="3674" y="3175"/>
                </a:lnTo>
                <a:lnTo>
                  <a:pt x="3675" y="3175"/>
                </a:lnTo>
                <a:lnTo>
                  <a:pt x="3675" y="3176"/>
                </a:lnTo>
                <a:lnTo>
                  <a:pt x="3675" y="3177"/>
                </a:lnTo>
                <a:lnTo>
                  <a:pt x="3674" y="3177"/>
                </a:lnTo>
                <a:lnTo>
                  <a:pt x="3675" y="3177"/>
                </a:lnTo>
                <a:lnTo>
                  <a:pt x="3676" y="3178"/>
                </a:lnTo>
                <a:lnTo>
                  <a:pt x="3677" y="3178"/>
                </a:lnTo>
                <a:lnTo>
                  <a:pt x="3678" y="3178"/>
                </a:lnTo>
                <a:lnTo>
                  <a:pt x="3679" y="3178"/>
                </a:lnTo>
                <a:lnTo>
                  <a:pt x="3680" y="3177"/>
                </a:lnTo>
                <a:lnTo>
                  <a:pt x="3680" y="3178"/>
                </a:lnTo>
                <a:lnTo>
                  <a:pt x="3679" y="3178"/>
                </a:lnTo>
                <a:lnTo>
                  <a:pt x="3679" y="3179"/>
                </a:lnTo>
                <a:lnTo>
                  <a:pt x="3678" y="3179"/>
                </a:lnTo>
                <a:lnTo>
                  <a:pt x="3678" y="3180"/>
                </a:lnTo>
                <a:lnTo>
                  <a:pt x="3677" y="3180"/>
                </a:lnTo>
                <a:lnTo>
                  <a:pt x="3676" y="3181"/>
                </a:lnTo>
                <a:lnTo>
                  <a:pt x="3674" y="3182"/>
                </a:lnTo>
                <a:lnTo>
                  <a:pt x="3673" y="3182"/>
                </a:lnTo>
                <a:lnTo>
                  <a:pt x="3673" y="3183"/>
                </a:lnTo>
                <a:lnTo>
                  <a:pt x="3672" y="3183"/>
                </a:lnTo>
                <a:lnTo>
                  <a:pt x="3671" y="3182"/>
                </a:lnTo>
                <a:lnTo>
                  <a:pt x="3671" y="3181"/>
                </a:lnTo>
                <a:lnTo>
                  <a:pt x="3669" y="3181"/>
                </a:lnTo>
                <a:lnTo>
                  <a:pt x="3669" y="3182"/>
                </a:lnTo>
                <a:lnTo>
                  <a:pt x="3668" y="3182"/>
                </a:lnTo>
                <a:lnTo>
                  <a:pt x="3667" y="3183"/>
                </a:lnTo>
                <a:lnTo>
                  <a:pt x="3666" y="3183"/>
                </a:lnTo>
                <a:lnTo>
                  <a:pt x="3666" y="3184"/>
                </a:lnTo>
                <a:lnTo>
                  <a:pt x="3666" y="3185"/>
                </a:lnTo>
                <a:lnTo>
                  <a:pt x="3667" y="3185"/>
                </a:lnTo>
                <a:lnTo>
                  <a:pt x="3668" y="3185"/>
                </a:lnTo>
                <a:lnTo>
                  <a:pt x="3669" y="3186"/>
                </a:lnTo>
                <a:lnTo>
                  <a:pt x="3669" y="3187"/>
                </a:lnTo>
                <a:lnTo>
                  <a:pt x="3669" y="3188"/>
                </a:lnTo>
                <a:lnTo>
                  <a:pt x="3670" y="3188"/>
                </a:lnTo>
                <a:lnTo>
                  <a:pt x="3670" y="3187"/>
                </a:lnTo>
                <a:lnTo>
                  <a:pt x="3670" y="3186"/>
                </a:lnTo>
                <a:lnTo>
                  <a:pt x="3671" y="3185"/>
                </a:lnTo>
                <a:lnTo>
                  <a:pt x="3672" y="3185"/>
                </a:lnTo>
                <a:lnTo>
                  <a:pt x="3673" y="3185"/>
                </a:lnTo>
                <a:lnTo>
                  <a:pt x="3674" y="3185"/>
                </a:lnTo>
                <a:lnTo>
                  <a:pt x="3674" y="3186"/>
                </a:lnTo>
                <a:lnTo>
                  <a:pt x="3674" y="3187"/>
                </a:lnTo>
                <a:lnTo>
                  <a:pt x="3675" y="3186"/>
                </a:lnTo>
                <a:lnTo>
                  <a:pt x="3675" y="3185"/>
                </a:lnTo>
                <a:lnTo>
                  <a:pt x="3675" y="3184"/>
                </a:lnTo>
                <a:lnTo>
                  <a:pt x="3675" y="3183"/>
                </a:lnTo>
                <a:lnTo>
                  <a:pt x="3676" y="3183"/>
                </a:lnTo>
                <a:lnTo>
                  <a:pt x="3677" y="3183"/>
                </a:lnTo>
                <a:lnTo>
                  <a:pt x="3677" y="3182"/>
                </a:lnTo>
                <a:lnTo>
                  <a:pt x="3677" y="3181"/>
                </a:lnTo>
                <a:lnTo>
                  <a:pt x="3678" y="3181"/>
                </a:lnTo>
                <a:lnTo>
                  <a:pt x="3679" y="3180"/>
                </a:lnTo>
                <a:lnTo>
                  <a:pt x="3679" y="3181"/>
                </a:lnTo>
                <a:lnTo>
                  <a:pt x="3679" y="3182"/>
                </a:lnTo>
                <a:lnTo>
                  <a:pt x="3680" y="3182"/>
                </a:lnTo>
                <a:lnTo>
                  <a:pt x="3680" y="3181"/>
                </a:lnTo>
                <a:lnTo>
                  <a:pt x="3681" y="3181"/>
                </a:lnTo>
                <a:lnTo>
                  <a:pt x="3681" y="3182"/>
                </a:lnTo>
                <a:lnTo>
                  <a:pt x="3680" y="3182"/>
                </a:lnTo>
                <a:lnTo>
                  <a:pt x="3680" y="3183"/>
                </a:lnTo>
                <a:lnTo>
                  <a:pt x="3680" y="3184"/>
                </a:lnTo>
                <a:lnTo>
                  <a:pt x="3680" y="3185"/>
                </a:lnTo>
                <a:lnTo>
                  <a:pt x="3680" y="3184"/>
                </a:lnTo>
                <a:lnTo>
                  <a:pt x="3680" y="3185"/>
                </a:lnTo>
                <a:lnTo>
                  <a:pt x="3680" y="3186"/>
                </a:lnTo>
                <a:lnTo>
                  <a:pt x="3680" y="3185"/>
                </a:lnTo>
                <a:lnTo>
                  <a:pt x="3681" y="3185"/>
                </a:lnTo>
                <a:lnTo>
                  <a:pt x="3680" y="3185"/>
                </a:lnTo>
                <a:lnTo>
                  <a:pt x="3681" y="3185"/>
                </a:lnTo>
                <a:lnTo>
                  <a:pt x="3681" y="3186"/>
                </a:lnTo>
                <a:lnTo>
                  <a:pt x="3682" y="3186"/>
                </a:lnTo>
                <a:lnTo>
                  <a:pt x="3682" y="3185"/>
                </a:lnTo>
                <a:lnTo>
                  <a:pt x="3682" y="3184"/>
                </a:lnTo>
                <a:lnTo>
                  <a:pt x="3682" y="3183"/>
                </a:lnTo>
                <a:lnTo>
                  <a:pt x="3682" y="3182"/>
                </a:lnTo>
                <a:lnTo>
                  <a:pt x="3683" y="3183"/>
                </a:lnTo>
                <a:lnTo>
                  <a:pt x="3683" y="3184"/>
                </a:lnTo>
                <a:lnTo>
                  <a:pt x="3683" y="3185"/>
                </a:lnTo>
                <a:lnTo>
                  <a:pt x="3684" y="3185"/>
                </a:lnTo>
                <a:lnTo>
                  <a:pt x="3685" y="3185"/>
                </a:lnTo>
                <a:lnTo>
                  <a:pt x="3686" y="3185"/>
                </a:lnTo>
                <a:lnTo>
                  <a:pt x="3685" y="3186"/>
                </a:lnTo>
                <a:lnTo>
                  <a:pt x="3686" y="3186"/>
                </a:lnTo>
                <a:lnTo>
                  <a:pt x="3686" y="3187"/>
                </a:lnTo>
                <a:lnTo>
                  <a:pt x="3685" y="3187"/>
                </a:lnTo>
                <a:lnTo>
                  <a:pt x="3685" y="3186"/>
                </a:lnTo>
                <a:lnTo>
                  <a:pt x="3684" y="3186"/>
                </a:lnTo>
                <a:lnTo>
                  <a:pt x="3684" y="3187"/>
                </a:lnTo>
                <a:lnTo>
                  <a:pt x="3683" y="3188"/>
                </a:lnTo>
                <a:lnTo>
                  <a:pt x="3683" y="3189"/>
                </a:lnTo>
                <a:lnTo>
                  <a:pt x="3684" y="3189"/>
                </a:lnTo>
                <a:lnTo>
                  <a:pt x="3684" y="3190"/>
                </a:lnTo>
                <a:lnTo>
                  <a:pt x="3685" y="3190"/>
                </a:lnTo>
                <a:lnTo>
                  <a:pt x="3685" y="3192"/>
                </a:lnTo>
                <a:lnTo>
                  <a:pt x="3684" y="3192"/>
                </a:lnTo>
                <a:lnTo>
                  <a:pt x="3684" y="3191"/>
                </a:lnTo>
                <a:lnTo>
                  <a:pt x="3683" y="3191"/>
                </a:lnTo>
                <a:lnTo>
                  <a:pt x="3684" y="3192"/>
                </a:lnTo>
                <a:lnTo>
                  <a:pt x="3683" y="3193"/>
                </a:lnTo>
                <a:lnTo>
                  <a:pt x="3682" y="3194"/>
                </a:lnTo>
                <a:lnTo>
                  <a:pt x="3682" y="3195"/>
                </a:lnTo>
                <a:lnTo>
                  <a:pt x="3681" y="3193"/>
                </a:lnTo>
                <a:lnTo>
                  <a:pt x="3681" y="3194"/>
                </a:lnTo>
                <a:lnTo>
                  <a:pt x="3680" y="3194"/>
                </a:lnTo>
                <a:lnTo>
                  <a:pt x="3680" y="3193"/>
                </a:lnTo>
                <a:lnTo>
                  <a:pt x="3679" y="3192"/>
                </a:lnTo>
                <a:lnTo>
                  <a:pt x="3680" y="3192"/>
                </a:lnTo>
                <a:lnTo>
                  <a:pt x="3680" y="3191"/>
                </a:lnTo>
                <a:lnTo>
                  <a:pt x="3678" y="3190"/>
                </a:lnTo>
                <a:lnTo>
                  <a:pt x="3677" y="3190"/>
                </a:lnTo>
                <a:lnTo>
                  <a:pt x="3676" y="3190"/>
                </a:lnTo>
                <a:lnTo>
                  <a:pt x="3676" y="3189"/>
                </a:lnTo>
                <a:lnTo>
                  <a:pt x="3675" y="3189"/>
                </a:lnTo>
                <a:lnTo>
                  <a:pt x="3675" y="3190"/>
                </a:lnTo>
                <a:lnTo>
                  <a:pt x="3674" y="3190"/>
                </a:lnTo>
                <a:lnTo>
                  <a:pt x="3674" y="3191"/>
                </a:lnTo>
                <a:lnTo>
                  <a:pt x="3674" y="3192"/>
                </a:lnTo>
                <a:lnTo>
                  <a:pt x="3674" y="3193"/>
                </a:lnTo>
                <a:lnTo>
                  <a:pt x="3675" y="3193"/>
                </a:lnTo>
                <a:lnTo>
                  <a:pt x="3674" y="3194"/>
                </a:lnTo>
                <a:lnTo>
                  <a:pt x="3674" y="3193"/>
                </a:lnTo>
                <a:lnTo>
                  <a:pt x="3674" y="3192"/>
                </a:lnTo>
                <a:lnTo>
                  <a:pt x="3673" y="3192"/>
                </a:lnTo>
                <a:lnTo>
                  <a:pt x="3674" y="3192"/>
                </a:lnTo>
                <a:lnTo>
                  <a:pt x="3673" y="3192"/>
                </a:lnTo>
                <a:lnTo>
                  <a:pt x="3673" y="3193"/>
                </a:lnTo>
                <a:lnTo>
                  <a:pt x="3672" y="3193"/>
                </a:lnTo>
                <a:lnTo>
                  <a:pt x="3673" y="3193"/>
                </a:lnTo>
                <a:lnTo>
                  <a:pt x="3674" y="3194"/>
                </a:lnTo>
                <a:lnTo>
                  <a:pt x="3674" y="3195"/>
                </a:lnTo>
                <a:lnTo>
                  <a:pt x="3674" y="3197"/>
                </a:lnTo>
                <a:lnTo>
                  <a:pt x="3675" y="3197"/>
                </a:lnTo>
                <a:lnTo>
                  <a:pt x="3676" y="3198"/>
                </a:lnTo>
                <a:lnTo>
                  <a:pt x="3677" y="3198"/>
                </a:lnTo>
                <a:lnTo>
                  <a:pt x="3678" y="3199"/>
                </a:lnTo>
                <a:lnTo>
                  <a:pt x="3678" y="3200"/>
                </a:lnTo>
                <a:lnTo>
                  <a:pt x="3677" y="3200"/>
                </a:lnTo>
                <a:lnTo>
                  <a:pt x="3676" y="3200"/>
                </a:lnTo>
                <a:lnTo>
                  <a:pt x="3676" y="3201"/>
                </a:lnTo>
                <a:lnTo>
                  <a:pt x="3677" y="3201"/>
                </a:lnTo>
                <a:lnTo>
                  <a:pt x="3677" y="3202"/>
                </a:lnTo>
                <a:lnTo>
                  <a:pt x="3677" y="3203"/>
                </a:lnTo>
                <a:lnTo>
                  <a:pt x="3676" y="3203"/>
                </a:lnTo>
                <a:lnTo>
                  <a:pt x="3676" y="3202"/>
                </a:lnTo>
                <a:lnTo>
                  <a:pt x="3675" y="3202"/>
                </a:lnTo>
                <a:lnTo>
                  <a:pt x="3675" y="3203"/>
                </a:lnTo>
                <a:lnTo>
                  <a:pt x="3674" y="3203"/>
                </a:lnTo>
                <a:lnTo>
                  <a:pt x="3674" y="3202"/>
                </a:lnTo>
                <a:lnTo>
                  <a:pt x="3674" y="3201"/>
                </a:lnTo>
                <a:lnTo>
                  <a:pt x="3674" y="3200"/>
                </a:lnTo>
                <a:lnTo>
                  <a:pt x="3673" y="3199"/>
                </a:lnTo>
                <a:lnTo>
                  <a:pt x="3672" y="3200"/>
                </a:lnTo>
                <a:lnTo>
                  <a:pt x="3671" y="3200"/>
                </a:lnTo>
                <a:lnTo>
                  <a:pt x="3671" y="3199"/>
                </a:lnTo>
                <a:lnTo>
                  <a:pt x="3670" y="3198"/>
                </a:lnTo>
                <a:lnTo>
                  <a:pt x="3669" y="3198"/>
                </a:lnTo>
                <a:lnTo>
                  <a:pt x="3667" y="3197"/>
                </a:lnTo>
                <a:lnTo>
                  <a:pt x="3667" y="3198"/>
                </a:lnTo>
                <a:lnTo>
                  <a:pt x="3667" y="3199"/>
                </a:lnTo>
                <a:lnTo>
                  <a:pt x="3666" y="3199"/>
                </a:lnTo>
                <a:lnTo>
                  <a:pt x="3666" y="3200"/>
                </a:lnTo>
                <a:lnTo>
                  <a:pt x="3665" y="3200"/>
                </a:lnTo>
                <a:lnTo>
                  <a:pt x="3665" y="3199"/>
                </a:lnTo>
                <a:lnTo>
                  <a:pt x="3664" y="3199"/>
                </a:lnTo>
                <a:lnTo>
                  <a:pt x="3664" y="3198"/>
                </a:lnTo>
                <a:lnTo>
                  <a:pt x="3664" y="3197"/>
                </a:lnTo>
                <a:lnTo>
                  <a:pt x="3663" y="3197"/>
                </a:lnTo>
                <a:lnTo>
                  <a:pt x="3662" y="3197"/>
                </a:lnTo>
                <a:lnTo>
                  <a:pt x="3661" y="3197"/>
                </a:lnTo>
                <a:lnTo>
                  <a:pt x="3661" y="3196"/>
                </a:lnTo>
                <a:lnTo>
                  <a:pt x="3661" y="3195"/>
                </a:lnTo>
                <a:lnTo>
                  <a:pt x="3660" y="3194"/>
                </a:lnTo>
                <a:lnTo>
                  <a:pt x="3660" y="3193"/>
                </a:lnTo>
                <a:lnTo>
                  <a:pt x="3660" y="3192"/>
                </a:lnTo>
                <a:lnTo>
                  <a:pt x="3659" y="3192"/>
                </a:lnTo>
                <a:lnTo>
                  <a:pt x="3658" y="3192"/>
                </a:lnTo>
                <a:lnTo>
                  <a:pt x="3657" y="3192"/>
                </a:lnTo>
                <a:lnTo>
                  <a:pt x="3656" y="3192"/>
                </a:lnTo>
                <a:lnTo>
                  <a:pt x="3655" y="3192"/>
                </a:lnTo>
                <a:lnTo>
                  <a:pt x="3654" y="3193"/>
                </a:lnTo>
                <a:lnTo>
                  <a:pt x="3653" y="3193"/>
                </a:lnTo>
                <a:lnTo>
                  <a:pt x="3652" y="3193"/>
                </a:lnTo>
                <a:lnTo>
                  <a:pt x="3651" y="3193"/>
                </a:lnTo>
                <a:lnTo>
                  <a:pt x="3651" y="3192"/>
                </a:lnTo>
                <a:lnTo>
                  <a:pt x="3650" y="3192"/>
                </a:lnTo>
                <a:lnTo>
                  <a:pt x="3650" y="3193"/>
                </a:lnTo>
                <a:lnTo>
                  <a:pt x="3649" y="3192"/>
                </a:lnTo>
                <a:lnTo>
                  <a:pt x="3648" y="3191"/>
                </a:lnTo>
                <a:lnTo>
                  <a:pt x="3647" y="3190"/>
                </a:lnTo>
                <a:lnTo>
                  <a:pt x="3647" y="3191"/>
                </a:lnTo>
                <a:lnTo>
                  <a:pt x="3647" y="3192"/>
                </a:lnTo>
                <a:lnTo>
                  <a:pt x="3646" y="3191"/>
                </a:lnTo>
                <a:lnTo>
                  <a:pt x="3645" y="3192"/>
                </a:lnTo>
                <a:lnTo>
                  <a:pt x="3645" y="3193"/>
                </a:lnTo>
                <a:lnTo>
                  <a:pt x="3644" y="3193"/>
                </a:lnTo>
                <a:lnTo>
                  <a:pt x="3643" y="3192"/>
                </a:lnTo>
                <a:lnTo>
                  <a:pt x="3642" y="3191"/>
                </a:lnTo>
                <a:lnTo>
                  <a:pt x="3643" y="3191"/>
                </a:lnTo>
                <a:lnTo>
                  <a:pt x="3643" y="3190"/>
                </a:lnTo>
                <a:lnTo>
                  <a:pt x="3642" y="3189"/>
                </a:lnTo>
                <a:lnTo>
                  <a:pt x="3642" y="3188"/>
                </a:lnTo>
                <a:lnTo>
                  <a:pt x="3641" y="3188"/>
                </a:lnTo>
                <a:lnTo>
                  <a:pt x="3642" y="3187"/>
                </a:lnTo>
                <a:lnTo>
                  <a:pt x="3642" y="3186"/>
                </a:lnTo>
                <a:lnTo>
                  <a:pt x="3643" y="3186"/>
                </a:lnTo>
                <a:lnTo>
                  <a:pt x="3644" y="3186"/>
                </a:lnTo>
                <a:lnTo>
                  <a:pt x="3645" y="3186"/>
                </a:lnTo>
                <a:lnTo>
                  <a:pt x="3645" y="3185"/>
                </a:lnTo>
                <a:lnTo>
                  <a:pt x="3646" y="3184"/>
                </a:lnTo>
                <a:lnTo>
                  <a:pt x="3647" y="3183"/>
                </a:lnTo>
                <a:lnTo>
                  <a:pt x="3648" y="3183"/>
                </a:lnTo>
                <a:lnTo>
                  <a:pt x="3648" y="3182"/>
                </a:lnTo>
                <a:lnTo>
                  <a:pt x="3648" y="3181"/>
                </a:lnTo>
                <a:lnTo>
                  <a:pt x="3649" y="3181"/>
                </a:lnTo>
                <a:lnTo>
                  <a:pt x="3649" y="3180"/>
                </a:lnTo>
                <a:lnTo>
                  <a:pt x="3650" y="3180"/>
                </a:lnTo>
                <a:lnTo>
                  <a:pt x="3650" y="3179"/>
                </a:lnTo>
                <a:lnTo>
                  <a:pt x="3650" y="3180"/>
                </a:lnTo>
                <a:lnTo>
                  <a:pt x="3650" y="3179"/>
                </a:lnTo>
                <a:lnTo>
                  <a:pt x="3650" y="3180"/>
                </a:lnTo>
                <a:lnTo>
                  <a:pt x="3651" y="3180"/>
                </a:lnTo>
                <a:lnTo>
                  <a:pt x="3651" y="3181"/>
                </a:lnTo>
                <a:lnTo>
                  <a:pt x="3652" y="3181"/>
                </a:lnTo>
                <a:lnTo>
                  <a:pt x="3652" y="3180"/>
                </a:lnTo>
                <a:lnTo>
                  <a:pt x="3652" y="3181"/>
                </a:lnTo>
                <a:lnTo>
                  <a:pt x="3652" y="3180"/>
                </a:lnTo>
                <a:lnTo>
                  <a:pt x="3653" y="3180"/>
                </a:lnTo>
                <a:lnTo>
                  <a:pt x="3653" y="3179"/>
                </a:lnTo>
                <a:lnTo>
                  <a:pt x="3653" y="3178"/>
                </a:lnTo>
                <a:lnTo>
                  <a:pt x="3654" y="3178"/>
                </a:lnTo>
                <a:lnTo>
                  <a:pt x="3653" y="3178"/>
                </a:lnTo>
                <a:lnTo>
                  <a:pt x="3653" y="3177"/>
                </a:lnTo>
                <a:lnTo>
                  <a:pt x="3652" y="3177"/>
                </a:lnTo>
                <a:lnTo>
                  <a:pt x="3652" y="3176"/>
                </a:lnTo>
                <a:lnTo>
                  <a:pt x="3651" y="3176"/>
                </a:lnTo>
                <a:lnTo>
                  <a:pt x="3650" y="3176"/>
                </a:lnTo>
                <a:lnTo>
                  <a:pt x="3650" y="3175"/>
                </a:lnTo>
                <a:lnTo>
                  <a:pt x="3649" y="3175"/>
                </a:lnTo>
                <a:lnTo>
                  <a:pt x="3650" y="3176"/>
                </a:lnTo>
                <a:lnTo>
                  <a:pt x="3649" y="3176"/>
                </a:lnTo>
                <a:lnTo>
                  <a:pt x="3646" y="3176"/>
                </a:lnTo>
                <a:lnTo>
                  <a:pt x="3645" y="3176"/>
                </a:lnTo>
                <a:lnTo>
                  <a:pt x="3645" y="3179"/>
                </a:lnTo>
                <a:lnTo>
                  <a:pt x="3644" y="3180"/>
                </a:lnTo>
                <a:lnTo>
                  <a:pt x="3643" y="3180"/>
                </a:lnTo>
                <a:lnTo>
                  <a:pt x="3642" y="3180"/>
                </a:lnTo>
                <a:lnTo>
                  <a:pt x="3641" y="3181"/>
                </a:lnTo>
                <a:lnTo>
                  <a:pt x="3640" y="3182"/>
                </a:lnTo>
                <a:lnTo>
                  <a:pt x="3640" y="3183"/>
                </a:lnTo>
                <a:lnTo>
                  <a:pt x="3640" y="3184"/>
                </a:lnTo>
                <a:lnTo>
                  <a:pt x="3639" y="3184"/>
                </a:lnTo>
                <a:lnTo>
                  <a:pt x="3639" y="3182"/>
                </a:lnTo>
                <a:lnTo>
                  <a:pt x="3638" y="3181"/>
                </a:lnTo>
                <a:lnTo>
                  <a:pt x="3638" y="3180"/>
                </a:lnTo>
                <a:lnTo>
                  <a:pt x="3637" y="3178"/>
                </a:lnTo>
                <a:lnTo>
                  <a:pt x="3637" y="3177"/>
                </a:lnTo>
                <a:lnTo>
                  <a:pt x="3638" y="3176"/>
                </a:lnTo>
                <a:lnTo>
                  <a:pt x="3639" y="3176"/>
                </a:lnTo>
                <a:lnTo>
                  <a:pt x="3639" y="3175"/>
                </a:lnTo>
                <a:lnTo>
                  <a:pt x="3640" y="3174"/>
                </a:lnTo>
                <a:lnTo>
                  <a:pt x="3639" y="3174"/>
                </a:lnTo>
                <a:lnTo>
                  <a:pt x="3638" y="3174"/>
                </a:lnTo>
                <a:lnTo>
                  <a:pt x="3638" y="3173"/>
                </a:lnTo>
                <a:lnTo>
                  <a:pt x="3637" y="3173"/>
                </a:lnTo>
                <a:lnTo>
                  <a:pt x="3638" y="3175"/>
                </a:lnTo>
                <a:lnTo>
                  <a:pt x="3637" y="3176"/>
                </a:lnTo>
                <a:lnTo>
                  <a:pt x="3636" y="3173"/>
                </a:lnTo>
                <a:lnTo>
                  <a:pt x="3636" y="3172"/>
                </a:lnTo>
                <a:lnTo>
                  <a:pt x="3635" y="3171"/>
                </a:lnTo>
                <a:lnTo>
                  <a:pt x="3635" y="3170"/>
                </a:lnTo>
                <a:lnTo>
                  <a:pt x="3634" y="3170"/>
                </a:lnTo>
                <a:lnTo>
                  <a:pt x="3635" y="3170"/>
                </a:lnTo>
                <a:lnTo>
                  <a:pt x="3634" y="3167"/>
                </a:lnTo>
                <a:lnTo>
                  <a:pt x="3632" y="3168"/>
                </a:lnTo>
                <a:lnTo>
                  <a:pt x="3631" y="3166"/>
                </a:lnTo>
                <a:lnTo>
                  <a:pt x="3630" y="3163"/>
                </a:lnTo>
                <a:lnTo>
                  <a:pt x="3629" y="3161"/>
                </a:lnTo>
                <a:lnTo>
                  <a:pt x="3628" y="3160"/>
                </a:lnTo>
                <a:lnTo>
                  <a:pt x="3629" y="3160"/>
                </a:lnTo>
                <a:lnTo>
                  <a:pt x="3628" y="3160"/>
                </a:lnTo>
                <a:lnTo>
                  <a:pt x="3628" y="3159"/>
                </a:lnTo>
                <a:lnTo>
                  <a:pt x="3627" y="3158"/>
                </a:lnTo>
                <a:lnTo>
                  <a:pt x="3627" y="3157"/>
                </a:lnTo>
                <a:lnTo>
                  <a:pt x="3627" y="3156"/>
                </a:lnTo>
                <a:lnTo>
                  <a:pt x="3628" y="3155"/>
                </a:lnTo>
                <a:lnTo>
                  <a:pt x="3628" y="3154"/>
                </a:lnTo>
                <a:lnTo>
                  <a:pt x="3628" y="3153"/>
                </a:lnTo>
                <a:lnTo>
                  <a:pt x="3628" y="3154"/>
                </a:lnTo>
                <a:lnTo>
                  <a:pt x="3627" y="3154"/>
                </a:lnTo>
                <a:lnTo>
                  <a:pt x="3626" y="3153"/>
                </a:lnTo>
                <a:lnTo>
                  <a:pt x="3625" y="3153"/>
                </a:lnTo>
                <a:lnTo>
                  <a:pt x="3624" y="3153"/>
                </a:lnTo>
                <a:lnTo>
                  <a:pt x="3624" y="3152"/>
                </a:lnTo>
                <a:lnTo>
                  <a:pt x="3624" y="3153"/>
                </a:lnTo>
                <a:lnTo>
                  <a:pt x="3624" y="3154"/>
                </a:lnTo>
                <a:lnTo>
                  <a:pt x="3623" y="3154"/>
                </a:lnTo>
                <a:lnTo>
                  <a:pt x="3621" y="3153"/>
                </a:lnTo>
                <a:lnTo>
                  <a:pt x="3620" y="3153"/>
                </a:lnTo>
                <a:lnTo>
                  <a:pt x="3619" y="3153"/>
                </a:lnTo>
                <a:lnTo>
                  <a:pt x="3619" y="3152"/>
                </a:lnTo>
                <a:lnTo>
                  <a:pt x="3618" y="3152"/>
                </a:lnTo>
                <a:lnTo>
                  <a:pt x="3615" y="3152"/>
                </a:lnTo>
                <a:lnTo>
                  <a:pt x="3614" y="3153"/>
                </a:lnTo>
                <a:lnTo>
                  <a:pt x="3613" y="3154"/>
                </a:lnTo>
                <a:lnTo>
                  <a:pt x="3612" y="3154"/>
                </a:lnTo>
                <a:lnTo>
                  <a:pt x="3611" y="3154"/>
                </a:lnTo>
                <a:lnTo>
                  <a:pt x="3610" y="3153"/>
                </a:lnTo>
                <a:lnTo>
                  <a:pt x="3609" y="3154"/>
                </a:lnTo>
                <a:lnTo>
                  <a:pt x="3610" y="3154"/>
                </a:lnTo>
                <a:lnTo>
                  <a:pt x="3610" y="3155"/>
                </a:lnTo>
                <a:lnTo>
                  <a:pt x="3611" y="3155"/>
                </a:lnTo>
                <a:lnTo>
                  <a:pt x="3611" y="3156"/>
                </a:lnTo>
                <a:lnTo>
                  <a:pt x="3612" y="3158"/>
                </a:lnTo>
                <a:lnTo>
                  <a:pt x="3613" y="3159"/>
                </a:lnTo>
                <a:lnTo>
                  <a:pt x="3614" y="3159"/>
                </a:lnTo>
                <a:lnTo>
                  <a:pt x="3615" y="3160"/>
                </a:lnTo>
                <a:lnTo>
                  <a:pt x="3616" y="3161"/>
                </a:lnTo>
                <a:lnTo>
                  <a:pt x="3616" y="3162"/>
                </a:lnTo>
                <a:lnTo>
                  <a:pt x="3616" y="3163"/>
                </a:lnTo>
                <a:lnTo>
                  <a:pt x="3617" y="3163"/>
                </a:lnTo>
                <a:lnTo>
                  <a:pt x="3618" y="3164"/>
                </a:lnTo>
                <a:lnTo>
                  <a:pt x="3618" y="3165"/>
                </a:lnTo>
                <a:lnTo>
                  <a:pt x="3618" y="3166"/>
                </a:lnTo>
                <a:lnTo>
                  <a:pt x="3618" y="3167"/>
                </a:lnTo>
                <a:lnTo>
                  <a:pt x="3619" y="3168"/>
                </a:lnTo>
                <a:lnTo>
                  <a:pt x="3618" y="3169"/>
                </a:lnTo>
                <a:lnTo>
                  <a:pt x="3616" y="3171"/>
                </a:lnTo>
                <a:lnTo>
                  <a:pt x="3615" y="3170"/>
                </a:lnTo>
                <a:lnTo>
                  <a:pt x="3615" y="3169"/>
                </a:lnTo>
                <a:lnTo>
                  <a:pt x="3614" y="3168"/>
                </a:lnTo>
                <a:lnTo>
                  <a:pt x="3613" y="3167"/>
                </a:lnTo>
                <a:lnTo>
                  <a:pt x="3613" y="3168"/>
                </a:lnTo>
                <a:lnTo>
                  <a:pt x="3612" y="3168"/>
                </a:lnTo>
                <a:lnTo>
                  <a:pt x="3612" y="3169"/>
                </a:lnTo>
                <a:lnTo>
                  <a:pt x="3611" y="3168"/>
                </a:lnTo>
                <a:lnTo>
                  <a:pt x="3611" y="3169"/>
                </a:lnTo>
                <a:lnTo>
                  <a:pt x="3612" y="3169"/>
                </a:lnTo>
                <a:lnTo>
                  <a:pt x="3611" y="3170"/>
                </a:lnTo>
                <a:lnTo>
                  <a:pt x="3610" y="3170"/>
                </a:lnTo>
                <a:lnTo>
                  <a:pt x="3609" y="3170"/>
                </a:lnTo>
                <a:lnTo>
                  <a:pt x="3610" y="3170"/>
                </a:lnTo>
                <a:lnTo>
                  <a:pt x="3611" y="3170"/>
                </a:lnTo>
                <a:lnTo>
                  <a:pt x="3612" y="3170"/>
                </a:lnTo>
                <a:lnTo>
                  <a:pt x="3613" y="3170"/>
                </a:lnTo>
                <a:lnTo>
                  <a:pt x="3614" y="3170"/>
                </a:lnTo>
                <a:lnTo>
                  <a:pt x="3615" y="3171"/>
                </a:lnTo>
                <a:lnTo>
                  <a:pt x="3615" y="3172"/>
                </a:lnTo>
                <a:lnTo>
                  <a:pt x="3616" y="3173"/>
                </a:lnTo>
                <a:lnTo>
                  <a:pt x="3616" y="3174"/>
                </a:lnTo>
                <a:lnTo>
                  <a:pt x="3616" y="3177"/>
                </a:lnTo>
                <a:lnTo>
                  <a:pt x="3616" y="3178"/>
                </a:lnTo>
                <a:lnTo>
                  <a:pt x="3615" y="3178"/>
                </a:lnTo>
                <a:lnTo>
                  <a:pt x="3614" y="3178"/>
                </a:lnTo>
                <a:lnTo>
                  <a:pt x="3613" y="3178"/>
                </a:lnTo>
                <a:lnTo>
                  <a:pt x="3613" y="3177"/>
                </a:lnTo>
                <a:lnTo>
                  <a:pt x="3612" y="3176"/>
                </a:lnTo>
                <a:lnTo>
                  <a:pt x="3612" y="3175"/>
                </a:lnTo>
                <a:lnTo>
                  <a:pt x="3612" y="3174"/>
                </a:lnTo>
                <a:lnTo>
                  <a:pt x="3612" y="3173"/>
                </a:lnTo>
                <a:lnTo>
                  <a:pt x="3611" y="3172"/>
                </a:lnTo>
                <a:lnTo>
                  <a:pt x="3611" y="3173"/>
                </a:lnTo>
                <a:lnTo>
                  <a:pt x="3612" y="3174"/>
                </a:lnTo>
                <a:lnTo>
                  <a:pt x="3612" y="3176"/>
                </a:lnTo>
                <a:lnTo>
                  <a:pt x="3612" y="3178"/>
                </a:lnTo>
                <a:lnTo>
                  <a:pt x="3612" y="3179"/>
                </a:lnTo>
                <a:lnTo>
                  <a:pt x="3612" y="3180"/>
                </a:lnTo>
                <a:lnTo>
                  <a:pt x="3611" y="3182"/>
                </a:lnTo>
                <a:lnTo>
                  <a:pt x="3612" y="3182"/>
                </a:lnTo>
                <a:lnTo>
                  <a:pt x="3612" y="3185"/>
                </a:lnTo>
                <a:lnTo>
                  <a:pt x="3612" y="3186"/>
                </a:lnTo>
                <a:lnTo>
                  <a:pt x="3611" y="3187"/>
                </a:lnTo>
                <a:lnTo>
                  <a:pt x="3610" y="3187"/>
                </a:lnTo>
                <a:lnTo>
                  <a:pt x="3610" y="3189"/>
                </a:lnTo>
                <a:lnTo>
                  <a:pt x="3610" y="3190"/>
                </a:lnTo>
                <a:lnTo>
                  <a:pt x="3611" y="3190"/>
                </a:lnTo>
                <a:lnTo>
                  <a:pt x="3611" y="3189"/>
                </a:lnTo>
                <a:lnTo>
                  <a:pt x="3612" y="3190"/>
                </a:lnTo>
                <a:lnTo>
                  <a:pt x="3613" y="3190"/>
                </a:lnTo>
                <a:lnTo>
                  <a:pt x="3614" y="3190"/>
                </a:lnTo>
                <a:lnTo>
                  <a:pt x="3614" y="3191"/>
                </a:lnTo>
                <a:lnTo>
                  <a:pt x="3615" y="3191"/>
                </a:lnTo>
                <a:lnTo>
                  <a:pt x="3616" y="3191"/>
                </a:lnTo>
                <a:lnTo>
                  <a:pt x="3616" y="3192"/>
                </a:lnTo>
                <a:lnTo>
                  <a:pt x="3616" y="3193"/>
                </a:lnTo>
                <a:lnTo>
                  <a:pt x="3615" y="3194"/>
                </a:lnTo>
                <a:lnTo>
                  <a:pt x="3614" y="3194"/>
                </a:lnTo>
                <a:lnTo>
                  <a:pt x="3613" y="3194"/>
                </a:lnTo>
                <a:lnTo>
                  <a:pt x="3613" y="3195"/>
                </a:lnTo>
                <a:lnTo>
                  <a:pt x="3614" y="3196"/>
                </a:lnTo>
                <a:lnTo>
                  <a:pt x="3614" y="3197"/>
                </a:lnTo>
                <a:lnTo>
                  <a:pt x="3613" y="3197"/>
                </a:lnTo>
                <a:lnTo>
                  <a:pt x="3612" y="3197"/>
                </a:lnTo>
                <a:lnTo>
                  <a:pt x="3612" y="3198"/>
                </a:lnTo>
                <a:lnTo>
                  <a:pt x="3611" y="3198"/>
                </a:lnTo>
                <a:lnTo>
                  <a:pt x="3611" y="3199"/>
                </a:lnTo>
                <a:lnTo>
                  <a:pt x="3611" y="3200"/>
                </a:lnTo>
                <a:lnTo>
                  <a:pt x="3612" y="3201"/>
                </a:lnTo>
                <a:lnTo>
                  <a:pt x="3612" y="3202"/>
                </a:lnTo>
                <a:lnTo>
                  <a:pt x="3612" y="3203"/>
                </a:lnTo>
                <a:lnTo>
                  <a:pt x="3612" y="3204"/>
                </a:lnTo>
                <a:lnTo>
                  <a:pt x="3613" y="3204"/>
                </a:lnTo>
                <a:lnTo>
                  <a:pt x="3613" y="3205"/>
                </a:lnTo>
                <a:lnTo>
                  <a:pt x="3612" y="3206"/>
                </a:lnTo>
                <a:lnTo>
                  <a:pt x="3612" y="3205"/>
                </a:lnTo>
                <a:lnTo>
                  <a:pt x="3611" y="3205"/>
                </a:lnTo>
                <a:lnTo>
                  <a:pt x="3610" y="3206"/>
                </a:lnTo>
                <a:lnTo>
                  <a:pt x="3609" y="3207"/>
                </a:lnTo>
                <a:lnTo>
                  <a:pt x="3610" y="3208"/>
                </a:lnTo>
                <a:lnTo>
                  <a:pt x="3610" y="3209"/>
                </a:lnTo>
                <a:lnTo>
                  <a:pt x="3610" y="3210"/>
                </a:lnTo>
                <a:lnTo>
                  <a:pt x="3610" y="3211"/>
                </a:lnTo>
                <a:lnTo>
                  <a:pt x="3610" y="3210"/>
                </a:lnTo>
                <a:lnTo>
                  <a:pt x="3609" y="3210"/>
                </a:lnTo>
                <a:lnTo>
                  <a:pt x="3609" y="3211"/>
                </a:lnTo>
                <a:lnTo>
                  <a:pt x="3608" y="3211"/>
                </a:lnTo>
                <a:lnTo>
                  <a:pt x="3607" y="3211"/>
                </a:lnTo>
                <a:lnTo>
                  <a:pt x="3607" y="3210"/>
                </a:lnTo>
                <a:lnTo>
                  <a:pt x="3608" y="3208"/>
                </a:lnTo>
                <a:lnTo>
                  <a:pt x="3608" y="3209"/>
                </a:lnTo>
                <a:lnTo>
                  <a:pt x="3607" y="3209"/>
                </a:lnTo>
                <a:lnTo>
                  <a:pt x="3607" y="3210"/>
                </a:lnTo>
                <a:lnTo>
                  <a:pt x="3607" y="3212"/>
                </a:lnTo>
                <a:lnTo>
                  <a:pt x="3608" y="3213"/>
                </a:lnTo>
                <a:lnTo>
                  <a:pt x="3608" y="3214"/>
                </a:lnTo>
                <a:lnTo>
                  <a:pt x="3609" y="3214"/>
                </a:lnTo>
                <a:lnTo>
                  <a:pt x="3609" y="3215"/>
                </a:lnTo>
                <a:lnTo>
                  <a:pt x="3609" y="3216"/>
                </a:lnTo>
                <a:lnTo>
                  <a:pt x="3609" y="3218"/>
                </a:lnTo>
                <a:lnTo>
                  <a:pt x="3609" y="3219"/>
                </a:lnTo>
                <a:lnTo>
                  <a:pt x="3609" y="3220"/>
                </a:lnTo>
                <a:lnTo>
                  <a:pt x="3610" y="3220"/>
                </a:lnTo>
                <a:lnTo>
                  <a:pt x="3609" y="3220"/>
                </a:lnTo>
                <a:lnTo>
                  <a:pt x="3609" y="3221"/>
                </a:lnTo>
                <a:lnTo>
                  <a:pt x="3610" y="3221"/>
                </a:lnTo>
                <a:lnTo>
                  <a:pt x="3609" y="3222"/>
                </a:lnTo>
                <a:lnTo>
                  <a:pt x="3609" y="3221"/>
                </a:lnTo>
                <a:lnTo>
                  <a:pt x="3608" y="3221"/>
                </a:lnTo>
                <a:lnTo>
                  <a:pt x="3607" y="3221"/>
                </a:lnTo>
                <a:lnTo>
                  <a:pt x="3606" y="3221"/>
                </a:lnTo>
                <a:lnTo>
                  <a:pt x="3605" y="3222"/>
                </a:lnTo>
                <a:lnTo>
                  <a:pt x="3604" y="3222"/>
                </a:lnTo>
                <a:lnTo>
                  <a:pt x="3604" y="3221"/>
                </a:lnTo>
                <a:lnTo>
                  <a:pt x="3603" y="3221"/>
                </a:lnTo>
                <a:lnTo>
                  <a:pt x="3602" y="3221"/>
                </a:lnTo>
                <a:lnTo>
                  <a:pt x="3602" y="3220"/>
                </a:lnTo>
                <a:lnTo>
                  <a:pt x="3601" y="3219"/>
                </a:lnTo>
                <a:lnTo>
                  <a:pt x="3601" y="3218"/>
                </a:lnTo>
                <a:lnTo>
                  <a:pt x="3601" y="3217"/>
                </a:lnTo>
                <a:lnTo>
                  <a:pt x="3600" y="3215"/>
                </a:lnTo>
                <a:lnTo>
                  <a:pt x="3599" y="3212"/>
                </a:lnTo>
                <a:lnTo>
                  <a:pt x="3596" y="3212"/>
                </a:lnTo>
                <a:lnTo>
                  <a:pt x="3597" y="3213"/>
                </a:lnTo>
                <a:lnTo>
                  <a:pt x="3595" y="3215"/>
                </a:lnTo>
                <a:lnTo>
                  <a:pt x="3594" y="3216"/>
                </a:lnTo>
                <a:lnTo>
                  <a:pt x="3593" y="3215"/>
                </a:lnTo>
                <a:lnTo>
                  <a:pt x="3593" y="3214"/>
                </a:lnTo>
                <a:lnTo>
                  <a:pt x="3592" y="3214"/>
                </a:lnTo>
                <a:lnTo>
                  <a:pt x="3592" y="3215"/>
                </a:lnTo>
                <a:lnTo>
                  <a:pt x="3593" y="3217"/>
                </a:lnTo>
                <a:lnTo>
                  <a:pt x="3593" y="3218"/>
                </a:lnTo>
                <a:lnTo>
                  <a:pt x="3593" y="3219"/>
                </a:lnTo>
                <a:lnTo>
                  <a:pt x="3594" y="3220"/>
                </a:lnTo>
                <a:lnTo>
                  <a:pt x="3594" y="3221"/>
                </a:lnTo>
                <a:lnTo>
                  <a:pt x="3595" y="3222"/>
                </a:lnTo>
                <a:lnTo>
                  <a:pt x="3596" y="3222"/>
                </a:lnTo>
                <a:lnTo>
                  <a:pt x="3596" y="3221"/>
                </a:lnTo>
                <a:lnTo>
                  <a:pt x="3596" y="3222"/>
                </a:lnTo>
                <a:lnTo>
                  <a:pt x="3597" y="3222"/>
                </a:lnTo>
                <a:lnTo>
                  <a:pt x="3597" y="3223"/>
                </a:lnTo>
                <a:lnTo>
                  <a:pt x="3596" y="3223"/>
                </a:lnTo>
                <a:lnTo>
                  <a:pt x="3596" y="3225"/>
                </a:lnTo>
                <a:lnTo>
                  <a:pt x="3595" y="3225"/>
                </a:lnTo>
                <a:lnTo>
                  <a:pt x="3596" y="3225"/>
                </a:lnTo>
                <a:lnTo>
                  <a:pt x="3595" y="3226"/>
                </a:lnTo>
                <a:lnTo>
                  <a:pt x="3595" y="3227"/>
                </a:lnTo>
                <a:lnTo>
                  <a:pt x="3595" y="3228"/>
                </a:lnTo>
                <a:lnTo>
                  <a:pt x="3596" y="3228"/>
                </a:lnTo>
                <a:lnTo>
                  <a:pt x="3596" y="3229"/>
                </a:lnTo>
                <a:lnTo>
                  <a:pt x="3595" y="3229"/>
                </a:lnTo>
                <a:lnTo>
                  <a:pt x="3594" y="3229"/>
                </a:lnTo>
                <a:lnTo>
                  <a:pt x="3593" y="3229"/>
                </a:lnTo>
                <a:lnTo>
                  <a:pt x="3593" y="3230"/>
                </a:lnTo>
                <a:lnTo>
                  <a:pt x="3593" y="3231"/>
                </a:lnTo>
                <a:lnTo>
                  <a:pt x="3592" y="3231"/>
                </a:lnTo>
                <a:lnTo>
                  <a:pt x="3592" y="3230"/>
                </a:lnTo>
                <a:lnTo>
                  <a:pt x="3591" y="3229"/>
                </a:lnTo>
                <a:lnTo>
                  <a:pt x="3589" y="3229"/>
                </a:lnTo>
                <a:lnTo>
                  <a:pt x="3588" y="3229"/>
                </a:lnTo>
                <a:lnTo>
                  <a:pt x="3587" y="3229"/>
                </a:lnTo>
                <a:lnTo>
                  <a:pt x="3586" y="3229"/>
                </a:lnTo>
                <a:lnTo>
                  <a:pt x="3586" y="3228"/>
                </a:lnTo>
                <a:lnTo>
                  <a:pt x="3586" y="3227"/>
                </a:lnTo>
                <a:lnTo>
                  <a:pt x="3585" y="3226"/>
                </a:lnTo>
                <a:lnTo>
                  <a:pt x="3585" y="3225"/>
                </a:lnTo>
                <a:lnTo>
                  <a:pt x="3585" y="3224"/>
                </a:lnTo>
                <a:lnTo>
                  <a:pt x="3585" y="3223"/>
                </a:lnTo>
                <a:lnTo>
                  <a:pt x="3584" y="3222"/>
                </a:lnTo>
                <a:lnTo>
                  <a:pt x="3584" y="3221"/>
                </a:lnTo>
                <a:lnTo>
                  <a:pt x="3583" y="3221"/>
                </a:lnTo>
                <a:lnTo>
                  <a:pt x="3584" y="3222"/>
                </a:lnTo>
                <a:lnTo>
                  <a:pt x="3584" y="3223"/>
                </a:lnTo>
                <a:lnTo>
                  <a:pt x="3584" y="3225"/>
                </a:lnTo>
                <a:lnTo>
                  <a:pt x="3583" y="3225"/>
                </a:lnTo>
                <a:lnTo>
                  <a:pt x="3582" y="3226"/>
                </a:lnTo>
                <a:lnTo>
                  <a:pt x="3581" y="3227"/>
                </a:lnTo>
                <a:lnTo>
                  <a:pt x="3581" y="3228"/>
                </a:lnTo>
                <a:lnTo>
                  <a:pt x="3582" y="3228"/>
                </a:lnTo>
                <a:lnTo>
                  <a:pt x="3582" y="3229"/>
                </a:lnTo>
                <a:lnTo>
                  <a:pt x="3582" y="3230"/>
                </a:lnTo>
                <a:lnTo>
                  <a:pt x="3583" y="3234"/>
                </a:lnTo>
                <a:lnTo>
                  <a:pt x="3584" y="3234"/>
                </a:lnTo>
                <a:lnTo>
                  <a:pt x="3584" y="3235"/>
                </a:lnTo>
                <a:lnTo>
                  <a:pt x="3584" y="3236"/>
                </a:lnTo>
                <a:lnTo>
                  <a:pt x="3585" y="3236"/>
                </a:lnTo>
                <a:lnTo>
                  <a:pt x="3585" y="3237"/>
                </a:lnTo>
                <a:lnTo>
                  <a:pt x="3586" y="3237"/>
                </a:lnTo>
                <a:lnTo>
                  <a:pt x="3586" y="3238"/>
                </a:lnTo>
                <a:lnTo>
                  <a:pt x="3585" y="3238"/>
                </a:lnTo>
                <a:lnTo>
                  <a:pt x="3585" y="3239"/>
                </a:lnTo>
                <a:lnTo>
                  <a:pt x="3585" y="3240"/>
                </a:lnTo>
                <a:lnTo>
                  <a:pt x="3584" y="3240"/>
                </a:lnTo>
                <a:lnTo>
                  <a:pt x="3584" y="3241"/>
                </a:lnTo>
                <a:lnTo>
                  <a:pt x="3583" y="3242"/>
                </a:lnTo>
                <a:lnTo>
                  <a:pt x="3582" y="3241"/>
                </a:lnTo>
                <a:lnTo>
                  <a:pt x="3581" y="3241"/>
                </a:lnTo>
                <a:lnTo>
                  <a:pt x="3581" y="3240"/>
                </a:lnTo>
                <a:lnTo>
                  <a:pt x="3580" y="3240"/>
                </a:lnTo>
                <a:lnTo>
                  <a:pt x="3580" y="3239"/>
                </a:lnTo>
                <a:lnTo>
                  <a:pt x="3579" y="3240"/>
                </a:lnTo>
                <a:lnTo>
                  <a:pt x="3579" y="3239"/>
                </a:lnTo>
                <a:lnTo>
                  <a:pt x="3579" y="3237"/>
                </a:lnTo>
                <a:lnTo>
                  <a:pt x="3579" y="3236"/>
                </a:lnTo>
                <a:lnTo>
                  <a:pt x="3580" y="3236"/>
                </a:lnTo>
                <a:lnTo>
                  <a:pt x="3581" y="3235"/>
                </a:lnTo>
                <a:lnTo>
                  <a:pt x="3580" y="3235"/>
                </a:lnTo>
                <a:lnTo>
                  <a:pt x="3579" y="3235"/>
                </a:lnTo>
                <a:lnTo>
                  <a:pt x="3579" y="3236"/>
                </a:lnTo>
                <a:lnTo>
                  <a:pt x="3578" y="3236"/>
                </a:lnTo>
                <a:lnTo>
                  <a:pt x="3578" y="3235"/>
                </a:lnTo>
                <a:lnTo>
                  <a:pt x="3579" y="3235"/>
                </a:lnTo>
                <a:lnTo>
                  <a:pt x="3579" y="3234"/>
                </a:lnTo>
                <a:lnTo>
                  <a:pt x="3579" y="3233"/>
                </a:lnTo>
                <a:lnTo>
                  <a:pt x="3578" y="3234"/>
                </a:lnTo>
                <a:lnTo>
                  <a:pt x="3577" y="3234"/>
                </a:lnTo>
                <a:lnTo>
                  <a:pt x="3577" y="3235"/>
                </a:lnTo>
                <a:lnTo>
                  <a:pt x="3577" y="3234"/>
                </a:lnTo>
                <a:lnTo>
                  <a:pt x="3576" y="3233"/>
                </a:lnTo>
                <a:lnTo>
                  <a:pt x="3575" y="3233"/>
                </a:lnTo>
                <a:lnTo>
                  <a:pt x="3574" y="3231"/>
                </a:lnTo>
                <a:lnTo>
                  <a:pt x="3573" y="3231"/>
                </a:lnTo>
                <a:lnTo>
                  <a:pt x="3574" y="3230"/>
                </a:lnTo>
                <a:lnTo>
                  <a:pt x="3573" y="3229"/>
                </a:lnTo>
                <a:lnTo>
                  <a:pt x="3572" y="3228"/>
                </a:lnTo>
                <a:lnTo>
                  <a:pt x="3571" y="3226"/>
                </a:lnTo>
                <a:lnTo>
                  <a:pt x="3571" y="3225"/>
                </a:lnTo>
                <a:lnTo>
                  <a:pt x="3570" y="3225"/>
                </a:lnTo>
                <a:lnTo>
                  <a:pt x="3569" y="3224"/>
                </a:lnTo>
                <a:lnTo>
                  <a:pt x="3569" y="3222"/>
                </a:lnTo>
                <a:lnTo>
                  <a:pt x="3569" y="3221"/>
                </a:lnTo>
                <a:lnTo>
                  <a:pt x="3569" y="3220"/>
                </a:lnTo>
                <a:lnTo>
                  <a:pt x="3569" y="3219"/>
                </a:lnTo>
                <a:lnTo>
                  <a:pt x="3569" y="3218"/>
                </a:lnTo>
                <a:lnTo>
                  <a:pt x="3570" y="3217"/>
                </a:lnTo>
                <a:lnTo>
                  <a:pt x="3570" y="3214"/>
                </a:lnTo>
                <a:lnTo>
                  <a:pt x="3569" y="3212"/>
                </a:lnTo>
                <a:lnTo>
                  <a:pt x="3569" y="3211"/>
                </a:lnTo>
                <a:lnTo>
                  <a:pt x="3569" y="3210"/>
                </a:lnTo>
                <a:lnTo>
                  <a:pt x="3569" y="3209"/>
                </a:lnTo>
                <a:lnTo>
                  <a:pt x="3569" y="3208"/>
                </a:lnTo>
                <a:lnTo>
                  <a:pt x="3570" y="3208"/>
                </a:lnTo>
                <a:lnTo>
                  <a:pt x="3571" y="3207"/>
                </a:lnTo>
                <a:lnTo>
                  <a:pt x="3570" y="3207"/>
                </a:lnTo>
                <a:lnTo>
                  <a:pt x="3570" y="3208"/>
                </a:lnTo>
                <a:lnTo>
                  <a:pt x="3569" y="3208"/>
                </a:lnTo>
                <a:lnTo>
                  <a:pt x="3569" y="3209"/>
                </a:lnTo>
                <a:lnTo>
                  <a:pt x="3568" y="3208"/>
                </a:lnTo>
                <a:lnTo>
                  <a:pt x="3568" y="3207"/>
                </a:lnTo>
                <a:lnTo>
                  <a:pt x="3567" y="3206"/>
                </a:lnTo>
                <a:lnTo>
                  <a:pt x="3567" y="3207"/>
                </a:lnTo>
                <a:lnTo>
                  <a:pt x="3567" y="3208"/>
                </a:lnTo>
                <a:lnTo>
                  <a:pt x="3567" y="3209"/>
                </a:lnTo>
                <a:lnTo>
                  <a:pt x="3567" y="3210"/>
                </a:lnTo>
                <a:lnTo>
                  <a:pt x="3567" y="3212"/>
                </a:lnTo>
                <a:lnTo>
                  <a:pt x="3567" y="3213"/>
                </a:lnTo>
                <a:lnTo>
                  <a:pt x="3566" y="3213"/>
                </a:lnTo>
                <a:lnTo>
                  <a:pt x="3566" y="3214"/>
                </a:lnTo>
                <a:lnTo>
                  <a:pt x="3567" y="3215"/>
                </a:lnTo>
                <a:lnTo>
                  <a:pt x="3566" y="3216"/>
                </a:lnTo>
                <a:lnTo>
                  <a:pt x="3565" y="3217"/>
                </a:lnTo>
                <a:lnTo>
                  <a:pt x="3562" y="3215"/>
                </a:lnTo>
                <a:lnTo>
                  <a:pt x="3562" y="3216"/>
                </a:lnTo>
                <a:lnTo>
                  <a:pt x="3561" y="3217"/>
                </a:lnTo>
                <a:lnTo>
                  <a:pt x="3561" y="3218"/>
                </a:lnTo>
                <a:lnTo>
                  <a:pt x="3562" y="3219"/>
                </a:lnTo>
                <a:lnTo>
                  <a:pt x="3562" y="3220"/>
                </a:lnTo>
                <a:lnTo>
                  <a:pt x="3561" y="3220"/>
                </a:lnTo>
                <a:lnTo>
                  <a:pt x="3561" y="3221"/>
                </a:lnTo>
                <a:lnTo>
                  <a:pt x="3562" y="3221"/>
                </a:lnTo>
                <a:lnTo>
                  <a:pt x="3561" y="3221"/>
                </a:lnTo>
                <a:lnTo>
                  <a:pt x="3560" y="3222"/>
                </a:lnTo>
                <a:lnTo>
                  <a:pt x="3561" y="3222"/>
                </a:lnTo>
                <a:lnTo>
                  <a:pt x="3561" y="3225"/>
                </a:lnTo>
                <a:lnTo>
                  <a:pt x="3561" y="3226"/>
                </a:lnTo>
                <a:lnTo>
                  <a:pt x="3561" y="3227"/>
                </a:lnTo>
                <a:lnTo>
                  <a:pt x="3562" y="3229"/>
                </a:lnTo>
                <a:lnTo>
                  <a:pt x="3562" y="3230"/>
                </a:lnTo>
                <a:lnTo>
                  <a:pt x="3562" y="3232"/>
                </a:lnTo>
                <a:lnTo>
                  <a:pt x="3562" y="3233"/>
                </a:lnTo>
                <a:lnTo>
                  <a:pt x="3562" y="3234"/>
                </a:lnTo>
                <a:lnTo>
                  <a:pt x="3562" y="3235"/>
                </a:lnTo>
                <a:lnTo>
                  <a:pt x="3561" y="3235"/>
                </a:lnTo>
                <a:lnTo>
                  <a:pt x="3561" y="3236"/>
                </a:lnTo>
                <a:lnTo>
                  <a:pt x="3560" y="3236"/>
                </a:lnTo>
                <a:lnTo>
                  <a:pt x="3559" y="3237"/>
                </a:lnTo>
                <a:lnTo>
                  <a:pt x="3559" y="3238"/>
                </a:lnTo>
                <a:lnTo>
                  <a:pt x="3558" y="3239"/>
                </a:lnTo>
                <a:lnTo>
                  <a:pt x="3558" y="3240"/>
                </a:lnTo>
                <a:lnTo>
                  <a:pt x="3558" y="3241"/>
                </a:lnTo>
                <a:lnTo>
                  <a:pt x="3556" y="3241"/>
                </a:lnTo>
                <a:lnTo>
                  <a:pt x="3556" y="3242"/>
                </a:lnTo>
                <a:lnTo>
                  <a:pt x="3556" y="3243"/>
                </a:lnTo>
                <a:lnTo>
                  <a:pt x="3555" y="3243"/>
                </a:lnTo>
                <a:lnTo>
                  <a:pt x="3554" y="3243"/>
                </a:lnTo>
                <a:lnTo>
                  <a:pt x="3553" y="3243"/>
                </a:lnTo>
                <a:lnTo>
                  <a:pt x="3553" y="3244"/>
                </a:lnTo>
                <a:lnTo>
                  <a:pt x="3552" y="3245"/>
                </a:lnTo>
                <a:lnTo>
                  <a:pt x="3551" y="3245"/>
                </a:lnTo>
                <a:lnTo>
                  <a:pt x="3550" y="3244"/>
                </a:lnTo>
                <a:lnTo>
                  <a:pt x="3550" y="3243"/>
                </a:lnTo>
                <a:lnTo>
                  <a:pt x="3550" y="3242"/>
                </a:lnTo>
                <a:lnTo>
                  <a:pt x="3550" y="3241"/>
                </a:lnTo>
                <a:lnTo>
                  <a:pt x="3549" y="3241"/>
                </a:lnTo>
                <a:lnTo>
                  <a:pt x="3548" y="3241"/>
                </a:lnTo>
                <a:lnTo>
                  <a:pt x="3547" y="3240"/>
                </a:lnTo>
                <a:lnTo>
                  <a:pt x="3547" y="3239"/>
                </a:lnTo>
                <a:lnTo>
                  <a:pt x="3547" y="3238"/>
                </a:lnTo>
                <a:lnTo>
                  <a:pt x="3547" y="3237"/>
                </a:lnTo>
                <a:lnTo>
                  <a:pt x="3546" y="3237"/>
                </a:lnTo>
                <a:lnTo>
                  <a:pt x="3547" y="3236"/>
                </a:lnTo>
                <a:lnTo>
                  <a:pt x="3546" y="3236"/>
                </a:lnTo>
                <a:lnTo>
                  <a:pt x="3546" y="3235"/>
                </a:lnTo>
                <a:lnTo>
                  <a:pt x="3545" y="3234"/>
                </a:lnTo>
                <a:lnTo>
                  <a:pt x="3544" y="3234"/>
                </a:lnTo>
                <a:lnTo>
                  <a:pt x="3544" y="3233"/>
                </a:lnTo>
                <a:lnTo>
                  <a:pt x="3543" y="3233"/>
                </a:lnTo>
                <a:lnTo>
                  <a:pt x="3544" y="3234"/>
                </a:lnTo>
                <a:lnTo>
                  <a:pt x="3544" y="3235"/>
                </a:lnTo>
                <a:lnTo>
                  <a:pt x="3542" y="3235"/>
                </a:lnTo>
                <a:lnTo>
                  <a:pt x="3541" y="3235"/>
                </a:lnTo>
                <a:lnTo>
                  <a:pt x="3540" y="3235"/>
                </a:lnTo>
                <a:lnTo>
                  <a:pt x="3539" y="3236"/>
                </a:lnTo>
                <a:lnTo>
                  <a:pt x="3538" y="3236"/>
                </a:lnTo>
                <a:lnTo>
                  <a:pt x="3538" y="3237"/>
                </a:lnTo>
                <a:lnTo>
                  <a:pt x="3537" y="3237"/>
                </a:lnTo>
                <a:lnTo>
                  <a:pt x="3537" y="3238"/>
                </a:lnTo>
                <a:lnTo>
                  <a:pt x="3536" y="3238"/>
                </a:lnTo>
                <a:lnTo>
                  <a:pt x="3536" y="3239"/>
                </a:lnTo>
                <a:lnTo>
                  <a:pt x="3537" y="3239"/>
                </a:lnTo>
                <a:lnTo>
                  <a:pt x="3537" y="3240"/>
                </a:lnTo>
                <a:lnTo>
                  <a:pt x="3536" y="3241"/>
                </a:lnTo>
                <a:lnTo>
                  <a:pt x="3535" y="3240"/>
                </a:lnTo>
                <a:lnTo>
                  <a:pt x="3534" y="3241"/>
                </a:lnTo>
                <a:lnTo>
                  <a:pt x="3533" y="3241"/>
                </a:lnTo>
                <a:lnTo>
                  <a:pt x="3533" y="3242"/>
                </a:lnTo>
                <a:lnTo>
                  <a:pt x="3532" y="3243"/>
                </a:lnTo>
                <a:lnTo>
                  <a:pt x="3532" y="3244"/>
                </a:lnTo>
                <a:lnTo>
                  <a:pt x="3531" y="3245"/>
                </a:lnTo>
                <a:lnTo>
                  <a:pt x="3530" y="3245"/>
                </a:lnTo>
                <a:lnTo>
                  <a:pt x="3529" y="3246"/>
                </a:lnTo>
                <a:lnTo>
                  <a:pt x="3529" y="3247"/>
                </a:lnTo>
                <a:lnTo>
                  <a:pt x="3528" y="3248"/>
                </a:lnTo>
                <a:lnTo>
                  <a:pt x="3528" y="3249"/>
                </a:lnTo>
                <a:lnTo>
                  <a:pt x="3528" y="3250"/>
                </a:lnTo>
                <a:lnTo>
                  <a:pt x="3528" y="3251"/>
                </a:lnTo>
                <a:lnTo>
                  <a:pt x="3527" y="3251"/>
                </a:lnTo>
                <a:lnTo>
                  <a:pt x="3527" y="3252"/>
                </a:lnTo>
                <a:lnTo>
                  <a:pt x="3527" y="3251"/>
                </a:lnTo>
                <a:lnTo>
                  <a:pt x="3526" y="3251"/>
                </a:lnTo>
                <a:lnTo>
                  <a:pt x="3525" y="3251"/>
                </a:lnTo>
                <a:lnTo>
                  <a:pt x="3526" y="3252"/>
                </a:lnTo>
                <a:lnTo>
                  <a:pt x="3526" y="3253"/>
                </a:lnTo>
                <a:lnTo>
                  <a:pt x="3525" y="3253"/>
                </a:lnTo>
                <a:lnTo>
                  <a:pt x="3525" y="3252"/>
                </a:lnTo>
                <a:lnTo>
                  <a:pt x="3525" y="3253"/>
                </a:lnTo>
                <a:lnTo>
                  <a:pt x="3524" y="3253"/>
                </a:lnTo>
                <a:lnTo>
                  <a:pt x="3523" y="3254"/>
                </a:lnTo>
                <a:lnTo>
                  <a:pt x="3522" y="3254"/>
                </a:lnTo>
                <a:lnTo>
                  <a:pt x="3521" y="3254"/>
                </a:lnTo>
                <a:lnTo>
                  <a:pt x="3521" y="3255"/>
                </a:lnTo>
                <a:lnTo>
                  <a:pt x="3520" y="3255"/>
                </a:lnTo>
                <a:lnTo>
                  <a:pt x="3520" y="3254"/>
                </a:lnTo>
                <a:lnTo>
                  <a:pt x="3519" y="3254"/>
                </a:lnTo>
                <a:lnTo>
                  <a:pt x="3518" y="3254"/>
                </a:lnTo>
                <a:lnTo>
                  <a:pt x="3518" y="3253"/>
                </a:lnTo>
                <a:lnTo>
                  <a:pt x="3518" y="3252"/>
                </a:lnTo>
                <a:lnTo>
                  <a:pt x="3517" y="3252"/>
                </a:lnTo>
                <a:lnTo>
                  <a:pt x="3517" y="3253"/>
                </a:lnTo>
                <a:lnTo>
                  <a:pt x="3516" y="3252"/>
                </a:lnTo>
                <a:lnTo>
                  <a:pt x="3515" y="3252"/>
                </a:lnTo>
                <a:lnTo>
                  <a:pt x="3515" y="3251"/>
                </a:lnTo>
                <a:lnTo>
                  <a:pt x="3514" y="3251"/>
                </a:lnTo>
                <a:lnTo>
                  <a:pt x="3513" y="3251"/>
                </a:lnTo>
                <a:lnTo>
                  <a:pt x="3513" y="3250"/>
                </a:lnTo>
                <a:lnTo>
                  <a:pt x="3512" y="3250"/>
                </a:lnTo>
                <a:lnTo>
                  <a:pt x="3512" y="3249"/>
                </a:lnTo>
                <a:lnTo>
                  <a:pt x="3511" y="3249"/>
                </a:lnTo>
                <a:lnTo>
                  <a:pt x="3510" y="3249"/>
                </a:lnTo>
                <a:lnTo>
                  <a:pt x="3509" y="3249"/>
                </a:lnTo>
                <a:lnTo>
                  <a:pt x="3508" y="3248"/>
                </a:lnTo>
                <a:lnTo>
                  <a:pt x="3508" y="3247"/>
                </a:lnTo>
                <a:lnTo>
                  <a:pt x="3507" y="3247"/>
                </a:lnTo>
                <a:lnTo>
                  <a:pt x="3507" y="3246"/>
                </a:lnTo>
                <a:lnTo>
                  <a:pt x="3507" y="3245"/>
                </a:lnTo>
                <a:lnTo>
                  <a:pt x="3507" y="3243"/>
                </a:lnTo>
                <a:lnTo>
                  <a:pt x="3507" y="3241"/>
                </a:lnTo>
                <a:lnTo>
                  <a:pt x="3507" y="3240"/>
                </a:lnTo>
                <a:lnTo>
                  <a:pt x="3507" y="3239"/>
                </a:lnTo>
                <a:lnTo>
                  <a:pt x="3507" y="3238"/>
                </a:lnTo>
                <a:lnTo>
                  <a:pt x="3508" y="3238"/>
                </a:lnTo>
                <a:lnTo>
                  <a:pt x="3508" y="3237"/>
                </a:lnTo>
                <a:lnTo>
                  <a:pt x="3509" y="3237"/>
                </a:lnTo>
                <a:lnTo>
                  <a:pt x="3510" y="3237"/>
                </a:lnTo>
                <a:lnTo>
                  <a:pt x="3510" y="3236"/>
                </a:lnTo>
                <a:lnTo>
                  <a:pt x="3511" y="3236"/>
                </a:lnTo>
                <a:lnTo>
                  <a:pt x="3512" y="3236"/>
                </a:lnTo>
                <a:lnTo>
                  <a:pt x="3513" y="3236"/>
                </a:lnTo>
                <a:lnTo>
                  <a:pt x="3515" y="3236"/>
                </a:lnTo>
                <a:lnTo>
                  <a:pt x="3515" y="3235"/>
                </a:lnTo>
                <a:lnTo>
                  <a:pt x="3515" y="3234"/>
                </a:lnTo>
                <a:lnTo>
                  <a:pt x="3515" y="3235"/>
                </a:lnTo>
                <a:lnTo>
                  <a:pt x="3514" y="3235"/>
                </a:lnTo>
                <a:lnTo>
                  <a:pt x="3513" y="3235"/>
                </a:lnTo>
                <a:lnTo>
                  <a:pt x="3512" y="3234"/>
                </a:lnTo>
                <a:lnTo>
                  <a:pt x="3511" y="3234"/>
                </a:lnTo>
                <a:lnTo>
                  <a:pt x="3511" y="3235"/>
                </a:lnTo>
                <a:lnTo>
                  <a:pt x="3510" y="3236"/>
                </a:lnTo>
                <a:lnTo>
                  <a:pt x="3509" y="3236"/>
                </a:lnTo>
                <a:lnTo>
                  <a:pt x="3509" y="3237"/>
                </a:lnTo>
                <a:lnTo>
                  <a:pt x="3508" y="3237"/>
                </a:lnTo>
                <a:lnTo>
                  <a:pt x="3507" y="3237"/>
                </a:lnTo>
                <a:lnTo>
                  <a:pt x="3507" y="3238"/>
                </a:lnTo>
                <a:lnTo>
                  <a:pt x="3507" y="3239"/>
                </a:lnTo>
                <a:lnTo>
                  <a:pt x="3506" y="3238"/>
                </a:lnTo>
                <a:lnTo>
                  <a:pt x="3506" y="3239"/>
                </a:lnTo>
                <a:lnTo>
                  <a:pt x="3507" y="3239"/>
                </a:lnTo>
                <a:lnTo>
                  <a:pt x="3506" y="3239"/>
                </a:lnTo>
                <a:lnTo>
                  <a:pt x="3506" y="3238"/>
                </a:lnTo>
                <a:lnTo>
                  <a:pt x="3506" y="3237"/>
                </a:lnTo>
                <a:lnTo>
                  <a:pt x="3506" y="3236"/>
                </a:lnTo>
                <a:lnTo>
                  <a:pt x="3505" y="3236"/>
                </a:lnTo>
                <a:lnTo>
                  <a:pt x="3505" y="3235"/>
                </a:lnTo>
                <a:lnTo>
                  <a:pt x="3505" y="3234"/>
                </a:lnTo>
                <a:lnTo>
                  <a:pt x="3504" y="3234"/>
                </a:lnTo>
                <a:lnTo>
                  <a:pt x="3504" y="3233"/>
                </a:lnTo>
                <a:lnTo>
                  <a:pt x="3504" y="3232"/>
                </a:lnTo>
                <a:lnTo>
                  <a:pt x="3504" y="3231"/>
                </a:lnTo>
                <a:lnTo>
                  <a:pt x="3503" y="3231"/>
                </a:lnTo>
                <a:lnTo>
                  <a:pt x="3503" y="3230"/>
                </a:lnTo>
                <a:lnTo>
                  <a:pt x="3503" y="3229"/>
                </a:lnTo>
                <a:lnTo>
                  <a:pt x="3504" y="3229"/>
                </a:lnTo>
                <a:lnTo>
                  <a:pt x="3504" y="3228"/>
                </a:lnTo>
                <a:lnTo>
                  <a:pt x="3504" y="3227"/>
                </a:lnTo>
                <a:lnTo>
                  <a:pt x="3505" y="3227"/>
                </a:lnTo>
                <a:lnTo>
                  <a:pt x="3505" y="3226"/>
                </a:lnTo>
                <a:lnTo>
                  <a:pt x="3505" y="3225"/>
                </a:lnTo>
                <a:lnTo>
                  <a:pt x="3506" y="3225"/>
                </a:lnTo>
                <a:lnTo>
                  <a:pt x="3506" y="3224"/>
                </a:lnTo>
                <a:lnTo>
                  <a:pt x="3505" y="3224"/>
                </a:lnTo>
                <a:lnTo>
                  <a:pt x="3505" y="3223"/>
                </a:lnTo>
                <a:lnTo>
                  <a:pt x="3505" y="3224"/>
                </a:lnTo>
                <a:lnTo>
                  <a:pt x="3505" y="3225"/>
                </a:lnTo>
                <a:lnTo>
                  <a:pt x="3505" y="3226"/>
                </a:lnTo>
                <a:lnTo>
                  <a:pt x="3504" y="3226"/>
                </a:lnTo>
                <a:lnTo>
                  <a:pt x="3503" y="3227"/>
                </a:lnTo>
                <a:lnTo>
                  <a:pt x="3503" y="3228"/>
                </a:lnTo>
                <a:lnTo>
                  <a:pt x="3503" y="3229"/>
                </a:lnTo>
                <a:lnTo>
                  <a:pt x="3502" y="3229"/>
                </a:lnTo>
                <a:lnTo>
                  <a:pt x="3503" y="3229"/>
                </a:lnTo>
                <a:lnTo>
                  <a:pt x="3503" y="3231"/>
                </a:lnTo>
                <a:lnTo>
                  <a:pt x="3503" y="3232"/>
                </a:lnTo>
                <a:lnTo>
                  <a:pt x="3503" y="3233"/>
                </a:lnTo>
                <a:lnTo>
                  <a:pt x="3504" y="3234"/>
                </a:lnTo>
                <a:lnTo>
                  <a:pt x="3504" y="3235"/>
                </a:lnTo>
                <a:lnTo>
                  <a:pt x="3504" y="3236"/>
                </a:lnTo>
                <a:lnTo>
                  <a:pt x="3505" y="3237"/>
                </a:lnTo>
                <a:lnTo>
                  <a:pt x="3505" y="3238"/>
                </a:lnTo>
                <a:lnTo>
                  <a:pt x="3505" y="3239"/>
                </a:lnTo>
                <a:lnTo>
                  <a:pt x="3505" y="3240"/>
                </a:lnTo>
                <a:lnTo>
                  <a:pt x="3506" y="3241"/>
                </a:lnTo>
                <a:lnTo>
                  <a:pt x="3506" y="3242"/>
                </a:lnTo>
                <a:lnTo>
                  <a:pt x="3506" y="3245"/>
                </a:lnTo>
                <a:lnTo>
                  <a:pt x="3506" y="3246"/>
                </a:lnTo>
                <a:lnTo>
                  <a:pt x="3506" y="3247"/>
                </a:lnTo>
                <a:lnTo>
                  <a:pt x="3507" y="3247"/>
                </a:lnTo>
                <a:lnTo>
                  <a:pt x="3507" y="3248"/>
                </a:lnTo>
                <a:lnTo>
                  <a:pt x="3506" y="3248"/>
                </a:lnTo>
                <a:lnTo>
                  <a:pt x="3507" y="3248"/>
                </a:lnTo>
                <a:lnTo>
                  <a:pt x="3507" y="3249"/>
                </a:lnTo>
                <a:lnTo>
                  <a:pt x="3506" y="3249"/>
                </a:lnTo>
                <a:lnTo>
                  <a:pt x="3506" y="3250"/>
                </a:lnTo>
                <a:lnTo>
                  <a:pt x="3507" y="3250"/>
                </a:lnTo>
                <a:lnTo>
                  <a:pt x="3507" y="3251"/>
                </a:lnTo>
                <a:lnTo>
                  <a:pt x="3506" y="3251"/>
                </a:lnTo>
                <a:lnTo>
                  <a:pt x="3507" y="3252"/>
                </a:lnTo>
                <a:lnTo>
                  <a:pt x="3507" y="3253"/>
                </a:lnTo>
                <a:lnTo>
                  <a:pt x="3506" y="3253"/>
                </a:lnTo>
                <a:lnTo>
                  <a:pt x="3506" y="3254"/>
                </a:lnTo>
                <a:lnTo>
                  <a:pt x="3506" y="3255"/>
                </a:lnTo>
                <a:lnTo>
                  <a:pt x="3506" y="3256"/>
                </a:lnTo>
                <a:lnTo>
                  <a:pt x="3506" y="3257"/>
                </a:lnTo>
                <a:lnTo>
                  <a:pt x="3505" y="3257"/>
                </a:lnTo>
                <a:lnTo>
                  <a:pt x="3504" y="3257"/>
                </a:lnTo>
                <a:lnTo>
                  <a:pt x="3503" y="3257"/>
                </a:lnTo>
                <a:lnTo>
                  <a:pt x="3502" y="3257"/>
                </a:lnTo>
                <a:lnTo>
                  <a:pt x="3501" y="3258"/>
                </a:lnTo>
                <a:lnTo>
                  <a:pt x="3501" y="3259"/>
                </a:lnTo>
                <a:lnTo>
                  <a:pt x="3500" y="3259"/>
                </a:lnTo>
                <a:lnTo>
                  <a:pt x="3500" y="3258"/>
                </a:lnTo>
                <a:lnTo>
                  <a:pt x="3499" y="3258"/>
                </a:lnTo>
                <a:lnTo>
                  <a:pt x="3499" y="3259"/>
                </a:lnTo>
                <a:lnTo>
                  <a:pt x="3498" y="3259"/>
                </a:lnTo>
                <a:lnTo>
                  <a:pt x="3498" y="3260"/>
                </a:lnTo>
                <a:lnTo>
                  <a:pt x="3497" y="3260"/>
                </a:lnTo>
                <a:lnTo>
                  <a:pt x="3497" y="3259"/>
                </a:lnTo>
                <a:lnTo>
                  <a:pt x="3497" y="3260"/>
                </a:lnTo>
                <a:lnTo>
                  <a:pt x="3496" y="3260"/>
                </a:lnTo>
                <a:lnTo>
                  <a:pt x="3495" y="3260"/>
                </a:lnTo>
                <a:lnTo>
                  <a:pt x="3494" y="3260"/>
                </a:lnTo>
                <a:lnTo>
                  <a:pt x="3493" y="3260"/>
                </a:lnTo>
                <a:lnTo>
                  <a:pt x="3492" y="3260"/>
                </a:lnTo>
                <a:lnTo>
                  <a:pt x="3491" y="3260"/>
                </a:lnTo>
                <a:lnTo>
                  <a:pt x="3491" y="3259"/>
                </a:lnTo>
                <a:lnTo>
                  <a:pt x="3492" y="3259"/>
                </a:lnTo>
                <a:lnTo>
                  <a:pt x="3491" y="3258"/>
                </a:lnTo>
                <a:lnTo>
                  <a:pt x="3491" y="3257"/>
                </a:lnTo>
                <a:lnTo>
                  <a:pt x="3490" y="3256"/>
                </a:lnTo>
                <a:lnTo>
                  <a:pt x="3489" y="3256"/>
                </a:lnTo>
                <a:lnTo>
                  <a:pt x="3489" y="3257"/>
                </a:lnTo>
                <a:lnTo>
                  <a:pt x="3489" y="3256"/>
                </a:lnTo>
                <a:lnTo>
                  <a:pt x="3488" y="3256"/>
                </a:lnTo>
                <a:lnTo>
                  <a:pt x="3489" y="3256"/>
                </a:lnTo>
                <a:lnTo>
                  <a:pt x="3488" y="3256"/>
                </a:lnTo>
                <a:lnTo>
                  <a:pt x="3487" y="3256"/>
                </a:lnTo>
                <a:lnTo>
                  <a:pt x="3487" y="3255"/>
                </a:lnTo>
                <a:lnTo>
                  <a:pt x="3487" y="3254"/>
                </a:lnTo>
                <a:lnTo>
                  <a:pt x="3487" y="3253"/>
                </a:lnTo>
                <a:lnTo>
                  <a:pt x="3487" y="3252"/>
                </a:lnTo>
                <a:lnTo>
                  <a:pt x="3487" y="3251"/>
                </a:lnTo>
                <a:lnTo>
                  <a:pt x="3487" y="3250"/>
                </a:lnTo>
                <a:lnTo>
                  <a:pt x="3486" y="3250"/>
                </a:lnTo>
                <a:lnTo>
                  <a:pt x="3486" y="3249"/>
                </a:lnTo>
                <a:lnTo>
                  <a:pt x="3485" y="3249"/>
                </a:lnTo>
                <a:lnTo>
                  <a:pt x="3483" y="3249"/>
                </a:lnTo>
                <a:lnTo>
                  <a:pt x="3481" y="3250"/>
                </a:lnTo>
                <a:lnTo>
                  <a:pt x="3480" y="3250"/>
                </a:lnTo>
                <a:lnTo>
                  <a:pt x="3479" y="3250"/>
                </a:lnTo>
                <a:lnTo>
                  <a:pt x="3479" y="3251"/>
                </a:lnTo>
                <a:lnTo>
                  <a:pt x="3478" y="3251"/>
                </a:lnTo>
                <a:lnTo>
                  <a:pt x="3477" y="3251"/>
                </a:lnTo>
                <a:lnTo>
                  <a:pt x="3476" y="3252"/>
                </a:lnTo>
                <a:lnTo>
                  <a:pt x="3475" y="3252"/>
                </a:lnTo>
                <a:lnTo>
                  <a:pt x="3474" y="3252"/>
                </a:lnTo>
                <a:lnTo>
                  <a:pt x="3474" y="3251"/>
                </a:lnTo>
                <a:lnTo>
                  <a:pt x="3473" y="3251"/>
                </a:lnTo>
                <a:lnTo>
                  <a:pt x="3472" y="3251"/>
                </a:lnTo>
                <a:lnTo>
                  <a:pt x="3471" y="3251"/>
                </a:lnTo>
                <a:lnTo>
                  <a:pt x="3472" y="3252"/>
                </a:lnTo>
                <a:lnTo>
                  <a:pt x="3473" y="3252"/>
                </a:lnTo>
                <a:lnTo>
                  <a:pt x="3474" y="3252"/>
                </a:lnTo>
                <a:lnTo>
                  <a:pt x="3474" y="3253"/>
                </a:lnTo>
                <a:lnTo>
                  <a:pt x="3473" y="3253"/>
                </a:lnTo>
                <a:lnTo>
                  <a:pt x="3472" y="3253"/>
                </a:lnTo>
                <a:lnTo>
                  <a:pt x="3471" y="3254"/>
                </a:lnTo>
                <a:lnTo>
                  <a:pt x="3470" y="3254"/>
                </a:lnTo>
                <a:lnTo>
                  <a:pt x="3469" y="3254"/>
                </a:lnTo>
                <a:lnTo>
                  <a:pt x="3469" y="3255"/>
                </a:lnTo>
                <a:lnTo>
                  <a:pt x="3468" y="3255"/>
                </a:lnTo>
                <a:lnTo>
                  <a:pt x="3468" y="3256"/>
                </a:lnTo>
                <a:lnTo>
                  <a:pt x="3467" y="3256"/>
                </a:lnTo>
                <a:lnTo>
                  <a:pt x="3466" y="3257"/>
                </a:lnTo>
                <a:lnTo>
                  <a:pt x="3465" y="3257"/>
                </a:lnTo>
                <a:lnTo>
                  <a:pt x="3466" y="3256"/>
                </a:lnTo>
                <a:lnTo>
                  <a:pt x="3467" y="3256"/>
                </a:lnTo>
                <a:lnTo>
                  <a:pt x="3467" y="3255"/>
                </a:lnTo>
                <a:lnTo>
                  <a:pt x="3467" y="3256"/>
                </a:lnTo>
                <a:lnTo>
                  <a:pt x="3466" y="3256"/>
                </a:lnTo>
                <a:lnTo>
                  <a:pt x="3465" y="3256"/>
                </a:lnTo>
                <a:lnTo>
                  <a:pt x="3465" y="3257"/>
                </a:lnTo>
                <a:lnTo>
                  <a:pt x="3464" y="3258"/>
                </a:lnTo>
                <a:lnTo>
                  <a:pt x="3464" y="3257"/>
                </a:lnTo>
                <a:lnTo>
                  <a:pt x="3464" y="3258"/>
                </a:lnTo>
                <a:lnTo>
                  <a:pt x="3463" y="3258"/>
                </a:lnTo>
                <a:lnTo>
                  <a:pt x="3463" y="3259"/>
                </a:lnTo>
                <a:lnTo>
                  <a:pt x="3462" y="3260"/>
                </a:lnTo>
                <a:lnTo>
                  <a:pt x="3461" y="3260"/>
                </a:lnTo>
                <a:lnTo>
                  <a:pt x="3460" y="3261"/>
                </a:lnTo>
                <a:lnTo>
                  <a:pt x="3459" y="3261"/>
                </a:lnTo>
                <a:lnTo>
                  <a:pt x="3459" y="3262"/>
                </a:lnTo>
                <a:lnTo>
                  <a:pt x="3458" y="3262"/>
                </a:lnTo>
                <a:lnTo>
                  <a:pt x="3457" y="3262"/>
                </a:lnTo>
                <a:lnTo>
                  <a:pt x="3456" y="3262"/>
                </a:lnTo>
                <a:lnTo>
                  <a:pt x="3455" y="3262"/>
                </a:lnTo>
                <a:lnTo>
                  <a:pt x="3454" y="3261"/>
                </a:lnTo>
                <a:lnTo>
                  <a:pt x="3454" y="3260"/>
                </a:lnTo>
                <a:lnTo>
                  <a:pt x="3455" y="3260"/>
                </a:lnTo>
                <a:lnTo>
                  <a:pt x="3455" y="3259"/>
                </a:lnTo>
                <a:lnTo>
                  <a:pt x="3455" y="3258"/>
                </a:lnTo>
                <a:lnTo>
                  <a:pt x="3454" y="3259"/>
                </a:lnTo>
                <a:lnTo>
                  <a:pt x="3453" y="3259"/>
                </a:lnTo>
                <a:lnTo>
                  <a:pt x="3453" y="3260"/>
                </a:lnTo>
                <a:lnTo>
                  <a:pt x="3453" y="3259"/>
                </a:lnTo>
                <a:lnTo>
                  <a:pt x="3452" y="3259"/>
                </a:lnTo>
                <a:lnTo>
                  <a:pt x="3453" y="3259"/>
                </a:lnTo>
                <a:lnTo>
                  <a:pt x="3453" y="3258"/>
                </a:lnTo>
                <a:lnTo>
                  <a:pt x="3454" y="3258"/>
                </a:lnTo>
                <a:lnTo>
                  <a:pt x="3454" y="3257"/>
                </a:lnTo>
                <a:lnTo>
                  <a:pt x="3455" y="3257"/>
                </a:lnTo>
                <a:lnTo>
                  <a:pt x="3455" y="3256"/>
                </a:lnTo>
                <a:lnTo>
                  <a:pt x="3454" y="3256"/>
                </a:lnTo>
                <a:lnTo>
                  <a:pt x="3453" y="3256"/>
                </a:lnTo>
                <a:lnTo>
                  <a:pt x="3454" y="3256"/>
                </a:lnTo>
                <a:lnTo>
                  <a:pt x="3455" y="3255"/>
                </a:lnTo>
                <a:lnTo>
                  <a:pt x="3454" y="3255"/>
                </a:lnTo>
                <a:lnTo>
                  <a:pt x="3453" y="3255"/>
                </a:lnTo>
                <a:lnTo>
                  <a:pt x="3453" y="3256"/>
                </a:lnTo>
                <a:lnTo>
                  <a:pt x="3452" y="3256"/>
                </a:lnTo>
                <a:lnTo>
                  <a:pt x="3452" y="3257"/>
                </a:lnTo>
                <a:lnTo>
                  <a:pt x="3451" y="3257"/>
                </a:lnTo>
                <a:lnTo>
                  <a:pt x="3451" y="3256"/>
                </a:lnTo>
                <a:lnTo>
                  <a:pt x="3452" y="3256"/>
                </a:lnTo>
                <a:lnTo>
                  <a:pt x="3451" y="3256"/>
                </a:lnTo>
                <a:lnTo>
                  <a:pt x="3451" y="3255"/>
                </a:lnTo>
                <a:lnTo>
                  <a:pt x="3452" y="3255"/>
                </a:lnTo>
                <a:lnTo>
                  <a:pt x="3451" y="3254"/>
                </a:lnTo>
                <a:lnTo>
                  <a:pt x="3452" y="3254"/>
                </a:lnTo>
                <a:lnTo>
                  <a:pt x="3451" y="3254"/>
                </a:lnTo>
                <a:lnTo>
                  <a:pt x="3451" y="3255"/>
                </a:lnTo>
                <a:lnTo>
                  <a:pt x="3451" y="3254"/>
                </a:lnTo>
                <a:lnTo>
                  <a:pt x="3450" y="3254"/>
                </a:lnTo>
                <a:lnTo>
                  <a:pt x="3450" y="3253"/>
                </a:lnTo>
                <a:lnTo>
                  <a:pt x="3451" y="3253"/>
                </a:lnTo>
                <a:lnTo>
                  <a:pt x="3451" y="3252"/>
                </a:lnTo>
                <a:lnTo>
                  <a:pt x="3450" y="3253"/>
                </a:lnTo>
                <a:lnTo>
                  <a:pt x="3449" y="3253"/>
                </a:lnTo>
                <a:lnTo>
                  <a:pt x="3449" y="3254"/>
                </a:lnTo>
                <a:lnTo>
                  <a:pt x="3448" y="3253"/>
                </a:lnTo>
                <a:lnTo>
                  <a:pt x="3448" y="3252"/>
                </a:lnTo>
                <a:lnTo>
                  <a:pt x="3447" y="3253"/>
                </a:lnTo>
                <a:lnTo>
                  <a:pt x="3446" y="3254"/>
                </a:lnTo>
                <a:lnTo>
                  <a:pt x="3445" y="3254"/>
                </a:lnTo>
                <a:lnTo>
                  <a:pt x="3444" y="3254"/>
                </a:lnTo>
                <a:lnTo>
                  <a:pt x="3443" y="3254"/>
                </a:lnTo>
                <a:lnTo>
                  <a:pt x="3443" y="3252"/>
                </a:lnTo>
                <a:lnTo>
                  <a:pt x="3443" y="3253"/>
                </a:lnTo>
                <a:lnTo>
                  <a:pt x="3442" y="3253"/>
                </a:lnTo>
                <a:lnTo>
                  <a:pt x="3441" y="3253"/>
                </a:lnTo>
                <a:lnTo>
                  <a:pt x="3442" y="3253"/>
                </a:lnTo>
                <a:lnTo>
                  <a:pt x="3442" y="3254"/>
                </a:lnTo>
                <a:lnTo>
                  <a:pt x="3443" y="3254"/>
                </a:lnTo>
                <a:lnTo>
                  <a:pt x="3443" y="3255"/>
                </a:lnTo>
                <a:lnTo>
                  <a:pt x="3444" y="3255"/>
                </a:lnTo>
                <a:lnTo>
                  <a:pt x="3443" y="3255"/>
                </a:lnTo>
                <a:lnTo>
                  <a:pt x="3442" y="3255"/>
                </a:lnTo>
                <a:lnTo>
                  <a:pt x="3443" y="3255"/>
                </a:lnTo>
                <a:lnTo>
                  <a:pt x="3443" y="3256"/>
                </a:lnTo>
                <a:lnTo>
                  <a:pt x="3443" y="3255"/>
                </a:lnTo>
                <a:lnTo>
                  <a:pt x="3444" y="3255"/>
                </a:lnTo>
                <a:lnTo>
                  <a:pt x="3444" y="3256"/>
                </a:lnTo>
                <a:lnTo>
                  <a:pt x="3445" y="3256"/>
                </a:lnTo>
                <a:lnTo>
                  <a:pt x="3445" y="3257"/>
                </a:lnTo>
                <a:lnTo>
                  <a:pt x="3444" y="3257"/>
                </a:lnTo>
                <a:lnTo>
                  <a:pt x="3444" y="3256"/>
                </a:lnTo>
                <a:lnTo>
                  <a:pt x="3444" y="3257"/>
                </a:lnTo>
                <a:lnTo>
                  <a:pt x="3445" y="3257"/>
                </a:lnTo>
                <a:lnTo>
                  <a:pt x="3446" y="3257"/>
                </a:lnTo>
                <a:lnTo>
                  <a:pt x="3445" y="3258"/>
                </a:lnTo>
                <a:lnTo>
                  <a:pt x="3446" y="3258"/>
                </a:lnTo>
                <a:lnTo>
                  <a:pt x="3446" y="3257"/>
                </a:lnTo>
                <a:lnTo>
                  <a:pt x="3447" y="3258"/>
                </a:lnTo>
                <a:lnTo>
                  <a:pt x="3448" y="3258"/>
                </a:lnTo>
                <a:lnTo>
                  <a:pt x="3449" y="3258"/>
                </a:lnTo>
                <a:lnTo>
                  <a:pt x="3450" y="3259"/>
                </a:lnTo>
                <a:lnTo>
                  <a:pt x="3450" y="3260"/>
                </a:lnTo>
                <a:lnTo>
                  <a:pt x="3450" y="3261"/>
                </a:lnTo>
                <a:lnTo>
                  <a:pt x="3450" y="3262"/>
                </a:lnTo>
                <a:lnTo>
                  <a:pt x="3450" y="3263"/>
                </a:lnTo>
                <a:lnTo>
                  <a:pt x="3450" y="3264"/>
                </a:lnTo>
                <a:lnTo>
                  <a:pt x="3449" y="3265"/>
                </a:lnTo>
                <a:lnTo>
                  <a:pt x="3449" y="3266"/>
                </a:lnTo>
                <a:lnTo>
                  <a:pt x="3448" y="3266"/>
                </a:lnTo>
                <a:lnTo>
                  <a:pt x="3448" y="3267"/>
                </a:lnTo>
                <a:lnTo>
                  <a:pt x="3449" y="3267"/>
                </a:lnTo>
                <a:lnTo>
                  <a:pt x="3448" y="3268"/>
                </a:lnTo>
                <a:lnTo>
                  <a:pt x="3449" y="3268"/>
                </a:lnTo>
                <a:lnTo>
                  <a:pt x="3450" y="3268"/>
                </a:lnTo>
                <a:lnTo>
                  <a:pt x="3448" y="3268"/>
                </a:lnTo>
                <a:lnTo>
                  <a:pt x="3447" y="3269"/>
                </a:lnTo>
                <a:lnTo>
                  <a:pt x="3446" y="3269"/>
                </a:lnTo>
                <a:lnTo>
                  <a:pt x="3445" y="3269"/>
                </a:lnTo>
                <a:lnTo>
                  <a:pt x="3444" y="3270"/>
                </a:lnTo>
                <a:lnTo>
                  <a:pt x="3443" y="3270"/>
                </a:lnTo>
                <a:lnTo>
                  <a:pt x="3442" y="3270"/>
                </a:lnTo>
                <a:lnTo>
                  <a:pt x="3441" y="3271"/>
                </a:lnTo>
                <a:lnTo>
                  <a:pt x="3440" y="3272"/>
                </a:lnTo>
                <a:lnTo>
                  <a:pt x="3440" y="3273"/>
                </a:lnTo>
                <a:lnTo>
                  <a:pt x="3440" y="3274"/>
                </a:lnTo>
                <a:lnTo>
                  <a:pt x="3440" y="3275"/>
                </a:lnTo>
                <a:lnTo>
                  <a:pt x="3440" y="3276"/>
                </a:lnTo>
                <a:lnTo>
                  <a:pt x="3440" y="3277"/>
                </a:lnTo>
                <a:lnTo>
                  <a:pt x="3439" y="3277"/>
                </a:lnTo>
                <a:lnTo>
                  <a:pt x="3439" y="3278"/>
                </a:lnTo>
                <a:lnTo>
                  <a:pt x="3438" y="3278"/>
                </a:lnTo>
                <a:lnTo>
                  <a:pt x="3437" y="3279"/>
                </a:lnTo>
                <a:lnTo>
                  <a:pt x="3437" y="3278"/>
                </a:lnTo>
                <a:lnTo>
                  <a:pt x="3437" y="3277"/>
                </a:lnTo>
                <a:lnTo>
                  <a:pt x="3436" y="3276"/>
                </a:lnTo>
                <a:lnTo>
                  <a:pt x="3435" y="3276"/>
                </a:lnTo>
                <a:lnTo>
                  <a:pt x="3434" y="3276"/>
                </a:lnTo>
                <a:lnTo>
                  <a:pt x="3435" y="3276"/>
                </a:lnTo>
                <a:lnTo>
                  <a:pt x="3435" y="3277"/>
                </a:lnTo>
                <a:lnTo>
                  <a:pt x="3436" y="3277"/>
                </a:lnTo>
                <a:lnTo>
                  <a:pt x="3436" y="3278"/>
                </a:lnTo>
                <a:lnTo>
                  <a:pt x="3436" y="3277"/>
                </a:lnTo>
                <a:lnTo>
                  <a:pt x="3435" y="3277"/>
                </a:lnTo>
                <a:lnTo>
                  <a:pt x="3433" y="3277"/>
                </a:lnTo>
                <a:lnTo>
                  <a:pt x="3432" y="3278"/>
                </a:lnTo>
                <a:lnTo>
                  <a:pt x="3431" y="3278"/>
                </a:lnTo>
                <a:lnTo>
                  <a:pt x="3430" y="3279"/>
                </a:lnTo>
                <a:lnTo>
                  <a:pt x="3429" y="3279"/>
                </a:lnTo>
                <a:lnTo>
                  <a:pt x="3429" y="3280"/>
                </a:lnTo>
                <a:lnTo>
                  <a:pt x="3428" y="3280"/>
                </a:lnTo>
                <a:lnTo>
                  <a:pt x="3428" y="3279"/>
                </a:lnTo>
                <a:lnTo>
                  <a:pt x="3429" y="3279"/>
                </a:lnTo>
                <a:lnTo>
                  <a:pt x="3429" y="3278"/>
                </a:lnTo>
                <a:lnTo>
                  <a:pt x="3428" y="3278"/>
                </a:lnTo>
                <a:lnTo>
                  <a:pt x="3426" y="3278"/>
                </a:lnTo>
                <a:lnTo>
                  <a:pt x="3425" y="3279"/>
                </a:lnTo>
                <a:lnTo>
                  <a:pt x="3424" y="3279"/>
                </a:lnTo>
                <a:lnTo>
                  <a:pt x="3423" y="3280"/>
                </a:lnTo>
                <a:lnTo>
                  <a:pt x="3422" y="3280"/>
                </a:lnTo>
                <a:lnTo>
                  <a:pt x="3422" y="3279"/>
                </a:lnTo>
                <a:lnTo>
                  <a:pt x="3421" y="3279"/>
                </a:lnTo>
                <a:lnTo>
                  <a:pt x="3420" y="3278"/>
                </a:lnTo>
                <a:lnTo>
                  <a:pt x="3421" y="3278"/>
                </a:lnTo>
                <a:lnTo>
                  <a:pt x="3422" y="3278"/>
                </a:lnTo>
                <a:lnTo>
                  <a:pt x="3423" y="3278"/>
                </a:lnTo>
                <a:lnTo>
                  <a:pt x="3422" y="3278"/>
                </a:lnTo>
                <a:lnTo>
                  <a:pt x="3421" y="3278"/>
                </a:lnTo>
                <a:lnTo>
                  <a:pt x="3421" y="3277"/>
                </a:lnTo>
                <a:lnTo>
                  <a:pt x="3420" y="3276"/>
                </a:lnTo>
                <a:lnTo>
                  <a:pt x="3420" y="3274"/>
                </a:lnTo>
                <a:lnTo>
                  <a:pt x="3419" y="3274"/>
                </a:lnTo>
                <a:lnTo>
                  <a:pt x="3420" y="3274"/>
                </a:lnTo>
                <a:lnTo>
                  <a:pt x="3419" y="3274"/>
                </a:lnTo>
                <a:lnTo>
                  <a:pt x="3419" y="3273"/>
                </a:lnTo>
                <a:lnTo>
                  <a:pt x="3419" y="3272"/>
                </a:lnTo>
                <a:lnTo>
                  <a:pt x="3418" y="3272"/>
                </a:lnTo>
                <a:lnTo>
                  <a:pt x="3418" y="3273"/>
                </a:lnTo>
                <a:lnTo>
                  <a:pt x="3419" y="3273"/>
                </a:lnTo>
                <a:lnTo>
                  <a:pt x="3418" y="3273"/>
                </a:lnTo>
                <a:lnTo>
                  <a:pt x="3419" y="3274"/>
                </a:lnTo>
                <a:lnTo>
                  <a:pt x="3419" y="3275"/>
                </a:lnTo>
                <a:lnTo>
                  <a:pt x="3419" y="3276"/>
                </a:lnTo>
                <a:lnTo>
                  <a:pt x="3419" y="3275"/>
                </a:lnTo>
                <a:lnTo>
                  <a:pt x="3419" y="3276"/>
                </a:lnTo>
                <a:lnTo>
                  <a:pt x="3418" y="3276"/>
                </a:lnTo>
                <a:lnTo>
                  <a:pt x="3419" y="3277"/>
                </a:lnTo>
                <a:lnTo>
                  <a:pt x="3420" y="3277"/>
                </a:lnTo>
                <a:lnTo>
                  <a:pt x="3420" y="3278"/>
                </a:lnTo>
                <a:lnTo>
                  <a:pt x="3419" y="3278"/>
                </a:lnTo>
                <a:lnTo>
                  <a:pt x="3418" y="3278"/>
                </a:lnTo>
                <a:lnTo>
                  <a:pt x="3418" y="3279"/>
                </a:lnTo>
                <a:lnTo>
                  <a:pt x="3417" y="3279"/>
                </a:lnTo>
                <a:lnTo>
                  <a:pt x="3417" y="3278"/>
                </a:lnTo>
                <a:lnTo>
                  <a:pt x="3417" y="3277"/>
                </a:lnTo>
                <a:lnTo>
                  <a:pt x="3416" y="3277"/>
                </a:lnTo>
                <a:lnTo>
                  <a:pt x="3415" y="3277"/>
                </a:lnTo>
                <a:lnTo>
                  <a:pt x="3414" y="3277"/>
                </a:lnTo>
                <a:lnTo>
                  <a:pt x="3413" y="3277"/>
                </a:lnTo>
                <a:lnTo>
                  <a:pt x="3414" y="3278"/>
                </a:lnTo>
                <a:lnTo>
                  <a:pt x="3414" y="3277"/>
                </a:lnTo>
                <a:lnTo>
                  <a:pt x="3415" y="3277"/>
                </a:lnTo>
                <a:lnTo>
                  <a:pt x="3415" y="3278"/>
                </a:lnTo>
                <a:lnTo>
                  <a:pt x="3416" y="3278"/>
                </a:lnTo>
                <a:lnTo>
                  <a:pt x="3417" y="3278"/>
                </a:lnTo>
                <a:lnTo>
                  <a:pt x="3417" y="3279"/>
                </a:lnTo>
                <a:lnTo>
                  <a:pt x="3416" y="3279"/>
                </a:lnTo>
                <a:lnTo>
                  <a:pt x="3415" y="3279"/>
                </a:lnTo>
                <a:lnTo>
                  <a:pt x="3414" y="3279"/>
                </a:lnTo>
                <a:lnTo>
                  <a:pt x="3414" y="3280"/>
                </a:lnTo>
                <a:lnTo>
                  <a:pt x="3413" y="3280"/>
                </a:lnTo>
                <a:lnTo>
                  <a:pt x="3413" y="3281"/>
                </a:lnTo>
                <a:lnTo>
                  <a:pt x="3412" y="3281"/>
                </a:lnTo>
                <a:lnTo>
                  <a:pt x="3411" y="3282"/>
                </a:lnTo>
                <a:lnTo>
                  <a:pt x="3411" y="3283"/>
                </a:lnTo>
                <a:lnTo>
                  <a:pt x="3410" y="3284"/>
                </a:lnTo>
                <a:lnTo>
                  <a:pt x="3409" y="3284"/>
                </a:lnTo>
                <a:lnTo>
                  <a:pt x="3408" y="3285"/>
                </a:lnTo>
                <a:lnTo>
                  <a:pt x="3407" y="3286"/>
                </a:lnTo>
                <a:lnTo>
                  <a:pt x="3407" y="3287"/>
                </a:lnTo>
                <a:lnTo>
                  <a:pt x="3406" y="3287"/>
                </a:lnTo>
                <a:lnTo>
                  <a:pt x="3405" y="3287"/>
                </a:lnTo>
                <a:lnTo>
                  <a:pt x="3405" y="3288"/>
                </a:lnTo>
                <a:lnTo>
                  <a:pt x="3404" y="3289"/>
                </a:lnTo>
                <a:lnTo>
                  <a:pt x="3403" y="3289"/>
                </a:lnTo>
                <a:lnTo>
                  <a:pt x="3402" y="3289"/>
                </a:lnTo>
                <a:lnTo>
                  <a:pt x="3402" y="3288"/>
                </a:lnTo>
                <a:lnTo>
                  <a:pt x="3403" y="3287"/>
                </a:lnTo>
                <a:lnTo>
                  <a:pt x="3402" y="3286"/>
                </a:lnTo>
                <a:lnTo>
                  <a:pt x="3403" y="3287"/>
                </a:lnTo>
                <a:lnTo>
                  <a:pt x="3404" y="3287"/>
                </a:lnTo>
                <a:lnTo>
                  <a:pt x="3405" y="3287"/>
                </a:lnTo>
                <a:lnTo>
                  <a:pt x="3405" y="3286"/>
                </a:lnTo>
                <a:lnTo>
                  <a:pt x="3405" y="3285"/>
                </a:lnTo>
                <a:lnTo>
                  <a:pt x="3404" y="3285"/>
                </a:lnTo>
                <a:lnTo>
                  <a:pt x="3405" y="3285"/>
                </a:lnTo>
                <a:lnTo>
                  <a:pt x="3405" y="3284"/>
                </a:lnTo>
                <a:lnTo>
                  <a:pt x="3405" y="3283"/>
                </a:lnTo>
                <a:lnTo>
                  <a:pt x="3406" y="3283"/>
                </a:lnTo>
                <a:lnTo>
                  <a:pt x="3406" y="3282"/>
                </a:lnTo>
                <a:lnTo>
                  <a:pt x="3406" y="3283"/>
                </a:lnTo>
                <a:lnTo>
                  <a:pt x="3405" y="3282"/>
                </a:lnTo>
                <a:lnTo>
                  <a:pt x="3404" y="3282"/>
                </a:lnTo>
                <a:lnTo>
                  <a:pt x="3404" y="3281"/>
                </a:lnTo>
                <a:lnTo>
                  <a:pt x="3403" y="3281"/>
                </a:lnTo>
                <a:lnTo>
                  <a:pt x="3403" y="3282"/>
                </a:lnTo>
                <a:lnTo>
                  <a:pt x="3402" y="3281"/>
                </a:lnTo>
                <a:lnTo>
                  <a:pt x="3402" y="3282"/>
                </a:lnTo>
                <a:lnTo>
                  <a:pt x="3402" y="3281"/>
                </a:lnTo>
                <a:lnTo>
                  <a:pt x="3401" y="3281"/>
                </a:lnTo>
                <a:lnTo>
                  <a:pt x="3400" y="3280"/>
                </a:lnTo>
                <a:lnTo>
                  <a:pt x="3399" y="3280"/>
                </a:lnTo>
                <a:lnTo>
                  <a:pt x="3398" y="3279"/>
                </a:lnTo>
                <a:lnTo>
                  <a:pt x="3398" y="3280"/>
                </a:lnTo>
                <a:lnTo>
                  <a:pt x="3397" y="3280"/>
                </a:lnTo>
                <a:lnTo>
                  <a:pt x="3396" y="3279"/>
                </a:lnTo>
                <a:lnTo>
                  <a:pt x="3396" y="3280"/>
                </a:lnTo>
                <a:lnTo>
                  <a:pt x="3397" y="3280"/>
                </a:lnTo>
                <a:lnTo>
                  <a:pt x="3396" y="3280"/>
                </a:lnTo>
                <a:lnTo>
                  <a:pt x="3396" y="3281"/>
                </a:lnTo>
                <a:lnTo>
                  <a:pt x="3397" y="3281"/>
                </a:lnTo>
                <a:lnTo>
                  <a:pt x="3399" y="3281"/>
                </a:lnTo>
                <a:lnTo>
                  <a:pt x="3400" y="3281"/>
                </a:lnTo>
                <a:lnTo>
                  <a:pt x="3400" y="3282"/>
                </a:lnTo>
                <a:lnTo>
                  <a:pt x="3401" y="3282"/>
                </a:lnTo>
                <a:lnTo>
                  <a:pt x="3400" y="3283"/>
                </a:lnTo>
                <a:lnTo>
                  <a:pt x="3399" y="3283"/>
                </a:lnTo>
                <a:lnTo>
                  <a:pt x="3399" y="3282"/>
                </a:lnTo>
                <a:lnTo>
                  <a:pt x="3398" y="3282"/>
                </a:lnTo>
                <a:lnTo>
                  <a:pt x="3398" y="3283"/>
                </a:lnTo>
                <a:lnTo>
                  <a:pt x="3397" y="3283"/>
                </a:lnTo>
                <a:lnTo>
                  <a:pt x="3396" y="3283"/>
                </a:lnTo>
                <a:lnTo>
                  <a:pt x="3395" y="3284"/>
                </a:lnTo>
                <a:lnTo>
                  <a:pt x="3394" y="3284"/>
                </a:lnTo>
                <a:lnTo>
                  <a:pt x="3393" y="3284"/>
                </a:lnTo>
                <a:lnTo>
                  <a:pt x="3392" y="3284"/>
                </a:lnTo>
                <a:lnTo>
                  <a:pt x="3391" y="3284"/>
                </a:lnTo>
                <a:lnTo>
                  <a:pt x="3390" y="3284"/>
                </a:lnTo>
                <a:lnTo>
                  <a:pt x="3389" y="3284"/>
                </a:lnTo>
                <a:lnTo>
                  <a:pt x="3389" y="3285"/>
                </a:lnTo>
                <a:lnTo>
                  <a:pt x="3388" y="3285"/>
                </a:lnTo>
                <a:lnTo>
                  <a:pt x="3388" y="3284"/>
                </a:lnTo>
                <a:lnTo>
                  <a:pt x="3387" y="3283"/>
                </a:lnTo>
                <a:lnTo>
                  <a:pt x="3388" y="3283"/>
                </a:lnTo>
                <a:lnTo>
                  <a:pt x="3388" y="3282"/>
                </a:lnTo>
                <a:lnTo>
                  <a:pt x="3387" y="3282"/>
                </a:lnTo>
                <a:lnTo>
                  <a:pt x="3387" y="3283"/>
                </a:lnTo>
                <a:lnTo>
                  <a:pt x="3386" y="3282"/>
                </a:lnTo>
                <a:lnTo>
                  <a:pt x="3386" y="3281"/>
                </a:lnTo>
                <a:lnTo>
                  <a:pt x="3386" y="3280"/>
                </a:lnTo>
                <a:lnTo>
                  <a:pt x="3386" y="3279"/>
                </a:lnTo>
                <a:lnTo>
                  <a:pt x="3385" y="3279"/>
                </a:lnTo>
                <a:lnTo>
                  <a:pt x="3384" y="3279"/>
                </a:lnTo>
                <a:lnTo>
                  <a:pt x="3383" y="3279"/>
                </a:lnTo>
                <a:lnTo>
                  <a:pt x="3382" y="3279"/>
                </a:lnTo>
                <a:lnTo>
                  <a:pt x="3382" y="3278"/>
                </a:lnTo>
                <a:lnTo>
                  <a:pt x="3383" y="3278"/>
                </a:lnTo>
                <a:lnTo>
                  <a:pt x="3382" y="3278"/>
                </a:lnTo>
                <a:lnTo>
                  <a:pt x="3382" y="3277"/>
                </a:lnTo>
                <a:lnTo>
                  <a:pt x="3383" y="3277"/>
                </a:lnTo>
                <a:lnTo>
                  <a:pt x="3382" y="3277"/>
                </a:lnTo>
                <a:lnTo>
                  <a:pt x="3382" y="3278"/>
                </a:lnTo>
                <a:lnTo>
                  <a:pt x="3381" y="3279"/>
                </a:lnTo>
                <a:lnTo>
                  <a:pt x="3380" y="3280"/>
                </a:lnTo>
                <a:lnTo>
                  <a:pt x="3380" y="3281"/>
                </a:lnTo>
                <a:lnTo>
                  <a:pt x="3379" y="3280"/>
                </a:lnTo>
                <a:lnTo>
                  <a:pt x="3379" y="3281"/>
                </a:lnTo>
                <a:lnTo>
                  <a:pt x="3380" y="3281"/>
                </a:lnTo>
                <a:lnTo>
                  <a:pt x="3379" y="3281"/>
                </a:lnTo>
                <a:lnTo>
                  <a:pt x="3379" y="3282"/>
                </a:lnTo>
                <a:lnTo>
                  <a:pt x="3380" y="3282"/>
                </a:lnTo>
                <a:lnTo>
                  <a:pt x="3381" y="3282"/>
                </a:lnTo>
                <a:lnTo>
                  <a:pt x="3381" y="3283"/>
                </a:lnTo>
                <a:lnTo>
                  <a:pt x="3381" y="3284"/>
                </a:lnTo>
                <a:lnTo>
                  <a:pt x="3381" y="3283"/>
                </a:lnTo>
                <a:lnTo>
                  <a:pt x="3382" y="3283"/>
                </a:lnTo>
                <a:lnTo>
                  <a:pt x="3383" y="3283"/>
                </a:lnTo>
                <a:lnTo>
                  <a:pt x="3383" y="3282"/>
                </a:lnTo>
                <a:lnTo>
                  <a:pt x="3384" y="3282"/>
                </a:lnTo>
                <a:lnTo>
                  <a:pt x="3385" y="3282"/>
                </a:lnTo>
                <a:lnTo>
                  <a:pt x="3386" y="3283"/>
                </a:lnTo>
                <a:lnTo>
                  <a:pt x="3387" y="3284"/>
                </a:lnTo>
                <a:lnTo>
                  <a:pt x="3386" y="3284"/>
                </a:lnTo>
                <a:lnTo>
                  <a:pt x="3385" y="3285"/>
                </a:lnTo>
                <a:lnTo>
                  <a:pt x="3383" y="3285"/>
                </a:lnTo>
                <a:lnTo>
                  <a:pt x="3382" y="3286"/>
                </a:lnTo>
                <a:lnTo>
                  <a:pt x="3381" y="3286"/>
                </a:lnTo>
                <a:lnTo>
                  <a:pt x="3380" y="3287"/>
                </a:lnTo>
                <a:lnTo>
                  <a:pt x="3379" y="3288"/>
                </a:lnTo>
                <a:lnTo>
                  <a:pt x="3378" y="3288"/>
                </a:lnTo>
                <a:lnTo>
                  <a:pt x="3377" y="3288"/>
                </a:lnTo>
                <a:lnTo>
                  <a:pt x="3376" y="3289"/>
                </a:lnTo>
                <a:lnTo>
                  <a:pt x="3375" y="3289"/>
                </a:lnTo>
                <a:lnTo>
                  <a:pt x="3374" y="3289"/>
                </a:lnTo>
                <a:lnTo>
                  <a:pt x="3375" y="3289"/>
                </a:lnTo>
                <a:lnTo>
                  <a:pt x="3374" y="3289"/>
                </a:lnTo>
                <a:lnTo>
                  <a:pt x="3373" y="3289"/>
                </a:lnTo>
                <a:lnTo>
                  <a:pt x="3372" y="3289"/>
                </a:lnTo>
                <a:lnTo>
                  <a:pt x="3371" y="3290"/>
                </a:lnTo>
                <a:lnTo>
                  <a:pt x="3370" y="3291"/>
                </a:lnTo>
                <a:lnTo>
                  <a:pt x="3370" y="3292"/>
                </a:lnTo>
                <a:lnTo>
                  <a:pt x="3369" y="3292"/>
                </a:lnTo>
                <a:lnTo>
                  <a:pt x="3368" y="3292"/>
                </a:lnTo>
                <a:lnTo>
                  <a:pt x="3367" y="3292"/>
                </a:lnTo>
                <a:lnTo>
                  <a:pt x="3366" y="3292"/>
                </a:lnTo>
                <a:lnTo>
                  <a:pt x="3365" y="3292"/>
                </a:lnTo>
                <a:lnTo>
                  <a:pt x="3364" y="3292"/>
                </a:lnTo>
                <a:lnTo>
                  <a:pt x="3364" y="3291"/>
                </a:lnTo>
                <a:lnTo>
                  <a:pt x="3363" y="3291"/>
                </a:lnTo>
                <a:lnTo>
                  <a:pt x="3362" y="3291"/>
                </a:lnTo>
                <a:lnTo>
                  <a:pt x="3361" y="3291"/>
                </a:lnTo>
                <a:lnTo>
                  <a:pt x="3360" y="3291"/>
                </a:lnTo>
                <a:lnTo>
                  <a:pt x="3359" y="3291"/>
                </a:lnTo>
                <a:lnTo>
                  <a:pt x="3358" y="3292"/>
                </a:lnTo>
                <a:lnTo>
                  <a:pt x="3357" y="3292"/>
                </a:lnTo>
                <a:lnTo>
                  <a:pt x="3357" y="3293"/>
                </a:lnTo>
                <a:lnTo>
                  <a:pt x="3357" y="3292"/>
                </a:lnTo>
                <a:lnTo>
                  <a:pt x="3356" y="3292"/>
                </a:lnTo>
                <a:lnTo>
                  <a:pt x="3356" y="3293"/>
                </a:lnTo>
                <a:lnTo>
                  <a:pt x="3356" y="3294"/>
                </a:lnTo>
                <a:lnTo>
                  <a:pt x="3355" y="3294"/>
                </a:lnTo>
                <a:lnTo>
                  <a:pt x="3354" y="3295"/>
                </a:lnTo>
                <a:lnTo>
                  <a:pt x="3354" y="3296"/>
                </a:lnTo>
                <a:lnTo>
                  <a:pt x="3353" y="3296"/>
                </a:lnTo>
                <a:lnTo>
                  <a:pt x="3353" y="3297"/>
                </a:lnTo>
                <a:lnTo>
                  <a:pt x="3352" y="3298"/>
                </a:lnTo>
                <a:lnTo>
                  <a:pt x="3352" y="3299"/>
                </a:lnTo>
                <a:lnTo>
                  <a:pt x="3351" y="3299"/>
                </a:lnTo>
                <a:lnTo>
                  <a:pt x="3351" y="3300"/>
                </a:lnTo>
                <a:lnTo>
                  <a:pt x="3350" y="3301"/>
                </a:lnTo>
                <a:lnTo>
                  <a:pt x="3350" y="3302"/>
                </a:lnTo>
                <a:lnTo>
                  <a:pt x="3349" y="3303"/>
                </a:lnTo>
                <a:lnTo>
                  <a:pt x="3349" y="3304"/>
                </a:lnTo>
                <a:lnTo>
                  <a:pt x="3349" y="3305"/>
                </a:lnTo>
                <a:lnTo>
                  <a:pt x="3348" y="3305"/>
                </a:lnTo>
                <a:lnTo>
                  <a:pt x="3348" y="3306"/>
                </a:lnTo>
                <a:lnTo>
                  <a:pt x="3348" y="3307"/>
                </a:lnTo>
                <a:lnTo>
                  <a:pt x="3347" y="3307"/>
                </a:lnTo>
                <a:lnTo>
                  <a:pt x="3347" y="3308"/>
                </a:lnTo>
                <a:lnTo>
                  <a:pt x="3346" y="3308"/>
                </a:lnTo>
                <a:lnTo>
                  <a:pt x="3346" y="3309"/>
                </a:lnTo>
                <a:lnTo>
                  <a:pt x="3345" y="3309"/>
                </a:lnTo>
                <a:lnTo>
                  <a:pt x="3344" y="3309"/>
                </a:lnTo>
                <a:lnTo>
                  <a:pt x="3344" y="3308"/>
                </a:lnTo>
                <a:lnTo>
                  <a:pt x="3344" y="3309"/>
                </a:lnTo>
                <a:lnTo>
                  <a:pt x="3341" y="3309"/>
                </a:lnTo>
                <a:lnTo>
                  <a:pt x="3340" y="3309"/>
                </a:lnTo>
                <a:lnTo>
                  <a:pt x="3339" y="3309"/>
                </a:lnTo>
                <a:lnTo>
                  <a:pt x="3339" y="3310"/>
                </a:lnTo>
                <a:lnTo>
                  <a:pt x="3338" y="3310"/>
                </a:lnTo>
                <a:lnTo>
                  <a:pt x="3337" y="3311"/>
                </a:lnTo>
                <a:lnTo>
                  <a:pt x="3336" y="3311"/>
                </a:lnTo>
                <a:lnTo>
                  <a:pt x="3336" y="3310"/>
                </a:lnTo>
                <a:lnTo>
                  <a:pt x="3335" y="3310"/>
                </a:lnTo>
                <a:lnTo>
                  <a:pt x="3335" y="3309"/>
                </a:lnTo>
                <a:lnTo>
                  <a:pt x="3334" y="3309"/>
                </a:lnTo>
                <a:lnTo>
                  <a:pt x="3333" y="3309"/>
                </a:lnTo>
                <a:lnTo>
                  <a:pt x="3332" y="3310"/>
                </a:lnTo>
                <a:lnTo>
                  <a:pt x="3331" y="3310"/>
                </a:lnTo>
                <a:lnTo>
                  <a:pt x="3331" y="3311"/>
                </a:lnTo>
                <a:lnTo>
                  <a:pt x="3330" y="3311"/>
                </a:lnTo>
                <a:lnTo>
                  <a:pt x="3330" y="3312"/>
                </a:lnTo>
                <a:lnTo>
                  <a:pt x="3328" y="3312"/>
                </a:lnTo>
                <a:lnTo>
                  <a:pt x="3328" y="3311"/>
                </a:lnTo>
                <a:lnTo>
                  <a:pt x="3329" y="3310"/>
                </a:lnTo>
                <a:lnTo>
                  <a:pt x="3329" y="3309"/>
                </a:lnTo>
                <a:lnTo>
                  <a:pt x="3330" y="3308"/>
                </a:lnTo>
                <a:lnTo>
                  <a:pt x="3329" y="3307"/>
                </a:lnTo>
                <a:lnTo>
                  <a:pt x="3330" y="3307"/>
                </a:lnTo>
                <a:lnTo>
                  <a:pt x="3329" y="3307"/>
                </a:lnTo>
                <a:lnTo>
                  <a:pt x="3328" y="3307"/>
                </a:lnTo>
                <a:lnTo>
                  <a:pt x="3328" y="3306"/>
                </a:lnTo>
                <a:lnTo>
                  <a:pt x="3328" y="3305"/>
                </a:lnTo>
                <a:lnTo>
                  <a:pt x="3328" y="3304"/>
                </a:lnTo>
                <a:lnTo>
                  <a:pt x="3328" y="3303"/>
                </a:lnTo>
                <a:lnTo>
                  <a:pt x="3328" y="3302"/>
                </a:lnTo>
                <a:lnTo>
                  <a:pt x="3329" y="3302"/>
                </a:lnTo>
                <a:lnTo>
                  <a:pt x="3330" y="3301"/>
                </a:lnTo>
                <a:lnTo>
                  <a:pt x="3329" y="3300"/>
                </a:lnTo>
                <a:lnTo>
                  <a:pt x="3329" y="3301"/>
                </a:lnTo>
                <a:lnTo>
                  <a:pt x="3328" y="3301"/>
                </a:lnTo>
                <a:lnTo>
                  <a:pt x="3328" y="3300"/>
                </a:lnTo>
                <a:lnTo>
                  <a:pt x="3327" y="3300"/>
                </a:lnTo>
                <a:lnTo>
                  <a:pt x="3327" y="3298"/>
                </a:lnTo>
                <a:lnTo>
                  <a:pt x="3328" y="3298"/>
                </a:lnTo>
                <a:lnTo>
                  <a:pt x="3328" y="3297"/>
                </a:lnTo>
                <a:lnTo>
                  <a:pt x="3328" y="3296"/>
                </a:lnTo>
                <a:lnTo>
                  <a:pt x="3328" y="3295"/>
                </a:lnTo>
                <a:lnTo>
                  <a:pt x="3328" y="3294"/>
                </a:lnTo>
                <a:lnTo>
                  <a:pt x="3328" y="3292"/>
                </a:lnTo>
                <a:lnTo>
                  <a:pt x="3328" y="3294"/>
                </a:lnTo>
                <a:lnTo>
                  <a:pt x="3327" y="3294"/>
                </a:lnTo>
                <a:lnTo>
                  <a:pt x="3326" y="3294"/>
                </a:lnTo>
                <a:lnTo>
                  <a:pt x="3326" y="3293"/>
                </a:lnTo>
                <a:lnTo>
                  <a:pt x="3325" y="3293"/>
                </a:lnTo>
                <a:lnTo>
                  <a:pt x="3325" y="3292"/>
                </a:lnTo>
                <a:lnTo>
                  <a:pt x="3324" y="3291"/>
                </a:lnTo>
                <a:lnTo>
                  <a:pt x="3324" y="3290"/>
                </a:lnTo>
                <a:lnTo>
                  <a:pt x="3323" y="3290"/>
                </a:lnTo>
                <a:lnTo>
                  <a:pt x="3323" y="3289"/>
                </a:lnTo>
                <a:lnTo>
                  <a:pt x="3323" y="3290"/>
                </a:lnTo>
                <a:lnTo>
                  <a:pt x="3324" y="3291"/>
                </a:lnTo>
                <a:lnTo>
                  <a:pt x="3324" y="3292"/>
                </a:lnTo>
                <a:lnTo>
                  <a:pt x="3324" y="3293"/>
                </a:lnTo>
                <a:lnTo>
                  <a:pt x="3324" y="3294"/>
                </a:lnTo>
                <a:lnTo>
                  <a:pt x="3325" y="3294"/>
                </a:lnTo>
                <a:lnTo>
                  <a:pt x="3325" y="3295"/>
                </a:lnTo>
                <a:lnTo>
                  <a:pt x="3325" y="3296"/>
                </a:lnTo>
                <a:lnTo>
                  <a:pt x="3326" y="3296"/>
                </a:lnTo>
                <a:lnTo>
                  <a:pt x="3326" y="3297"/>
                </a:lnTo>
                <a:lnTo>
                  <a:pt x="3326" y="3298"/>
                </a:lnTo>
                <a:lnTo>
                  <a:pt x="3325" y="3298"/>
                </a:lnTo>
                <a:lnTo>
                  <a:pt x="3324" y="3299"/>
                </a:lnTo>
                <a:lnTo>
                  <a:pt x="3325" y="3300"/>
                </a:lnTo>
                <a:lnTo>
                  <a:pt x="3325" y="3299"/>
                </a:lnTo>
                <a:lnTo>
                  <a:pt x="3326" y="3299"/>
                </a:lnTo>
                <a:lnTo>
                  <a:pt x="3326" y="3298"/>
                </a:lnTo>
                <a:lnTo>
                  <a:pt x="3326" y="3299"/>
                </a:lnTo>
                <a:lnTo>
                  <a:pt x="3326" y="3300"/>
                </a:lnTo>
                <a:lnTo>
                  <a:pt x="3327" y="3301"/>
                </a:lnTo>
                <a:lnTo>
                  <a:pt x="3327" y="3302"/>
                </a:lnTo>
                <a:lnTo>
                  <a:pt x="3326" y="3302"/>
                </a:lnTo>
                <a:lnTo>
                  <a:pt x="3326" y="3303"/>
                </a:lnTo>
                <a:lnTo>
                  <a:pt x="3325" y="3303"/>
                </a:lnTo>
                <a:lnTo>
                  <a:pt x="3325" y="3304"/>
                </a:lnTo>
                <a:lnTo>
                  <a:pt x="3325" y="3303"/>
                </a:lnTo>
                <a:lnTo>
                  <a:pt x="3324" y="3304"/>
                </a:lnTo>
                <a:lnTo>
                  <a:pt x="3324" y="3305"/>
                </a:lnTo>
                <a:lnTo>
                  <a:pt x="3325" y="3305"/>
                </a:lnTo>
                <a:lnTo>
                  <a:pt x="3325" y="3306"/>
                </a:lnTo>
                <a:lnTo>
                  <a:pt x="3325" y="3305"/>
                </a:lnTo>
                <a:lnTo>
                  <a:pt x="3326" y="3305"/>
                </a:lnTo>
                <a:lnTo>
                  <a:pt x="3326" y="3306"/>
                </a:lnTo>
                <a:lnTo>
                  <a:pt x="3326" y="3307"/>
                </a:lnTo>
                <a:lnTo>
                  <a:pt x="3327" y="3307"/>
                </a:lnTo>
                <a:lnTo>
                  <a:pt x="3327" y="3308"/>
                </a:lnTo>
                <a:lnTo>
                  <a:pt x="3328" y="3308"/>
                </a:lnTo>
                <a:lnTo>
                  <a:pt x="3327" y="3309"/>
                </a:lnTo>
                <a:lnTo>
                  <a:pt x="3327" y="3310"/>
                </a:lnTo>
                <a:lnTo>
                  <a:pt x="3327" y="3311"/>
                </a:lnTo>
                <a:lnTo>
                  <a:pt x="3327" y="3312"/>
                </a:lnTo>
                <a:lnTo>
                  <a:pt x="3326" y="3313"/>
                </a:lnTo>
                <a:lnTo>
                  <a:pt x="3326" y="3314"/>
                </a:lnTo>
                <a:lnTo>
                  <a:pt x="3326" y="3315"/>
                </a:lnTo>
                <a:lnTo>
                  <a:pt x="3326" y="3316"/>
                </a:lnTo>
                <a:lnTo>
                  <a:pt x="3325" y="3317"/>
                </a:lnTo>
                <a:lnTo>
                  <a:pt x="3326" y="3317"/>
                </a:lnTo>
                <a:lnTo>
                  <a:pt x="3325" y="3317"/>
                </a:lnTo>
                <a:lnTo>
                  <a:pt x="3325" y="3318"/>
                </a:lnTo>
                <a:lnTo>
                  <a:pt x="3324" y="3318"/>
                </a:lnTo>
                <a:lnTo>
                  <a:pt x="3323" y="3317"/>
                </a:lnTo>
                <a:lnTo>
                  <a:pt x="3323" y="3318"/>
                </a:lnTo>
                <a:lnTo>
                  <a:pt x="3322" y="3318"/>
                </a:lnTo>
                <a:lnTo>
                  <a:pt x="3321" y="3319"/>
                </a:lnTo>
                <a:lnTo>
                  <a:pt x="3321" y="3320"/>
                </a:lnTo>
                <a:lnTo>
                  <a:pt x="3320" y="3321"/>
                </a:lnTo>
                <a:lnTo>
                  <a:pt x="3319" y="3321"/>
                </a:lnTo>
                <a:lnTo>
                  <a:pt x="3318" y="3320"/>
                </a:lnTo>
                <a:lnTo>
                  <a:pt x="3317" y="3321"/>
                </a:lnTo>
                <a:lnTo>
                  <a:pt x="3316" y="3322"/>
                </a:lnTo>
                <a:lnTo>
                  <a:pt x="3316" y="3321"/>
                </a:lnTo>
                <a:lnTo>
                  <a:pt x="3315" y="3322"/>
                </a:lnTo>
                <a:lnTo>
                  <a:pt x="3314" y="3322"/>
                </a:lnTo>
                <a:lnTo>
                  <a:pt x="3313" y="3323"/>
                </a:lnTo>
                <a:lnTo>
                  <a:pt x="3312" y="3323"/>
                </a:lnTo>
                <a:lnTo>
                  <a:pt x="3312" y="3322"/>
                </a:lnTo>
                <a:lnTo>
                  <a:pt x="3311" y="3322"/>
                </a:lnTo>
                <a:lnTo>
                  <a:pt x="3311" y="3323"/>
                </a:lnTo>
                <a:lnTo>
                  <a:pt x="3312" y="3323"/>
                </a:lnTo>
                <a:lnTo>
                  <a:pt x="3312" y="3324"/>
                </a:lnTo>
                <a:lnTo>
                  <a:pt x="3311" y="3324"/>
                </a:lnTo>
                <a:lnTo>
                  <a:pt x="3311" y="3325"/>
                </a:lnTo>
                <a:lnTo>
                  <a:pt x="3311" y="3326"/>
                </a:lnTo>
                <a:lnTo>
                  <a:pt x="3311" y="3327"/>
                </a:lnTo>
                <a:lnTo>
                  <a:pt x="3310" y="3327"/>
                </a:lnTo>
                <a:lnTo>
                  <a:pt x="3310" y="3328"/>
                </a:lnTo>
                <a:lnTo>
                  <a:pt x="3309" y="3328"/>
                </a:lnTo>
                <a:lnTo>
                  <a:pt x="3309" y="3327"/>
                </a:lnTo>
                <a:lnTo>
                  <a:pt x="3309" y="3326"/>
                </a:lnTo>
                <a:lnTo>
                  <a:pt x="3308" y="3326"/>
                </a:lnTo>
                <a:lnTo>
                  <a:pt x="3309" y="3326"/>
                </a:lnTo>
                <a:lnTo>
                  <a:pt x="3309" y="3325"/>
                </a:lnTo>
                <a:lnTo>
                  <a:pt x="3308" y="3325"/>
                </a:lnTo>
                <a:lnTo>
                  <a:pt x="3308" y="3324"/>
                </a:lnTo>
                <a:lnTo>
                  <a:pt x="3309" y="3324"/>
                </a:lnTo>
                <a:lnTo>
                  <a:pt x="3309" y="3323"/>
                </a:lnTo>
                <a:lnTo>
                  <a:pt x="3309" y="3322"/>
                </a:lnTo>
                <a:lnTo>
                  <a:pt x="3309" y="3321"/>
                </a:lnTo>
                <a:lnTo>
                  <a:pt x="3310" y="3321"/>
                </a:lnTo>
                <a:lnTo>
                  <a:pt x="3309" y="3321"/>
                </a:lnTo>
                <a:lnTo>
                  <a:pt x="3308" y="3321"/>
                </a:lnTo>
                <a:lnTo>
                  <a:pt x="3308" y="3320"/>
                </a:lnTo>
                <a:lnTo>
                  <a:pt x="3307" y="3321"/>
                </a:lnTo>
                <a:lnTo>
                  <a:pt x="3308" y="3321"/>
                </a:lnTo>
                <a:lnTo>
                  <a:pt x="3308" y="3322"/>
                </a:lnTo>
                <a:lnTo>
                  <a:pt x="3308" y="3324"/>
                </a:lnTo>
                <a:lnTo>
                  <a:pt x="3308" y="3325"/>
                </a:lnTo>
                <a:lnTo>
                  <a:pt x="3307" y="3325"/>
                </a:lnTo>
                <a:lnTo>
                  <a:pt x="3306" y="3325"/>
                </a:lnTo>
                <a:lnTo>
                  <a:pt x="3306" y="3326"/>
                </a:lnTo>
                <a:lnTo>
                  <a:pt x="3307" y="3326"/>
                </a:lnTo>
                <a:lnTo>
                  <a:pt x="3307" y="3327"/>
                </a:lnTo>
                <a:lnTo>
                  <a:pt x="3307" y="3328"/>
                </a:lnTo>
                <a:lnTo>
                  <a:pt x="3307" y="3327"/>
                </a:lnTo>
                <a:lnTo>
                  <a:pt x="3307" y="3328"/>
                </a:lnTo>
                <a:lnTo>
                  <a:pt x="3306" y="3328"/>
                </a:lnTo>
                <a:lnTo>
                  <a:pt x="3306" y="3329"/>
                </a:lnTo>
                <a:lnTo>
                  <a:pt x="3306" y="3330"/>
                </a:lnTo>
                <a:lnTo>
                  <a:pt x="3305" y="3331"/>
                </a:lnTo>
                <a:lnTo>
                  <a:pt x="3305" y="3332"/>
                </a:lnTo>
                <a:lnTo>
                  <a:pt x="3306" y="3332"/>
                </a:lnTo>
                <a:lnTo>
                  <a:pt x="3305" y="3332"/>
                </a:lnTo>
                <a:lnTo>
                  <a:pt x="3305" y="3333"/>
                </a:lnTo>
                <a:lnTo>
                  <a:pt x="3304" y="3333"/>
                </a:lnTo>
                <a:lnTo>
                  <a:pt x="3305" y="3333"/>
                </a:lnTo>
                <a:lnTo>
                  <a:pt x="3304" y="3334"/>
                </a:lnTo>
                <a:lnTo>
                  <a:pt x="3304" y="3333"/>
                </a:lnTo>
                <a:lnTo>
                  <a:pt x="3303" y="3334"/>
                </a:lnTo>
                <a:lnTo>
                  <a:pt x="3304" y="3334"/>
                </a:lnTo>
                <a:lnTo>
                  <a:pt x="3305" y="3335"/>
                </a:lnTo>
                <a:lnTo>
                  <a:pt x="3304" y="3336"/>
                </a:lnTo>
                <a:lnTo>
                  <a:pt x="3304" y="3337"/>
                </a:lnTo>
                <a:lnTo>
                  <a:pt x="3304" y="3338"/>
                </a:lnTo>
                <a:lnTo>
                  <a:pt x="3304" y="3339"/>
                </a:lnTo>
                <a:lnTo>
                  <a:pt x="3304" y="3340"/>
                </a:lnTo>
                <a:lnTo>
                  <a:pt x="3304" y="3341"/>
                </a:lnTo>
                <a:lnTo>
                  <a:pt x="3304" y="3342"/>
                </a:lnTo>
                <a:lnTo>
                  <a:pt x="3305" y="3342"/>
                </a:lnTo>
                <a:lnTo>
                  <a:pt x="3305" y="3343"/>
                </a:lnTo>
                <a:lnTo>
                  <a:pt x="3305" y="3344"/>
                </a:lnTo>
                <a:lnTo>
                  <a:pt x="3306" y="3344"/>
                </a:lnTo>
                <a:lnTo>
                  <a:pt x="3306" y="3345"/>
                </a:lnTo>
                <a:lnTo>
                  <a:pt x="3306" y="3346"/>
                </a:lnTo>
                <a:lnTo>
                  <a:pt x="3307" y="3346"/>
                </a:lnTo>
                <a:lnTo>
                  <a:pt x="3307" y="3347"/>
                </a:lnTo>
                <a:lnTo>
                  <a:pt x="3306" y="3347"/>
                </a:lnTo>
                <a:lnTo>
                  <a:pt x="3305" y="3347"/>
                </a:lnTo>
                <a:lnTo>
                  <a:pt x="3305" y="3348"/>
                </a:lnTo>
                <a:lnTo>
                  <a:pt x="3306" y="3348"/>
                </a:lnTo>
                <a:lnTo>
                  <a:pt x="3307" y="3348"/>
                </a:lnTo>
                <a:lnTo>
                  <a:pt x="3308" y="3348"/>
                </a:lnTo>
                <a:lnTo>
                  <a:pt x="3308" y="3347"/>
                </a:lnTo>
                <a:lnTo>
                  <a:pt x="3309" y="3347"/>
                </a:lnTo>
                <a:lnTo>
                  <a:pt x="3310" y="3347"/>
                </a:lnTo>
                <a:lnTo>
                  <a:pt x="3311" y="3347"/>
                </a:lnTo>
                <a:lnTo>
                  <a:pt x="3311" y="3348"/>
                </a:lnTo>
                <a:lnTo>
                  <a:pt x="3312" y="3348"/>
                </a:lnTo>
                <a:lnTo>
                  <a:pt x="3313" y="3348"/>
                </a:lnTo>
                <a:lnTo>
                  <a:pt x="3314" y="3348"/>
                </a:lnTo>
                <a:lnTo>
                  <a:pt x="3315" y="3348"/>
                </a:lnTo>
                <a:lnTo>
                  <a:pt x="3317" y="3347"/>
                </a:lnTo>
                <a:lnTo>
                  <a:pt x="3318" y="3347"/>
                </a:lnTo>
                <a:lnTo>
                  <a:pt x="3318" y="3348"/>
                </a:lnTo>
                <a:lnTo>
                  <a:pt x="3319" y="3348"/>
                </a:lnTo>
                <a:lnTo>
                  <a:pt x="3318" y="3348"/>
                </a:lnTo>
                <a:lnTo>
                  <a:pt x="3319" y="3348"/>
                </a:lnTo>
                <a:lnTo>
                  <a:pt x="3319" y="3349"/>
                </a:lnTo>
                <a:lnTo>
                  <a:pt x="3319" y="3348"/>
                </a:lnTo>
                <a:lnTo>
                  <a:pt x="3319" y="3349"/>
                </a:lnTo>
                <a:lnTo>
                  <a:pt x="3320" y="3349"/>
                </a:lnTo>
                <a:lnTo>
                  <a:pt x="3321" y="3349"/>
                </a:lnTo>
                <a:lnTo>
                  <a:pt x="3321" y="3350"/>
                </a:lnTo>
                <a:lnTo>
                  <a:pt x="3322" y="3350"/>
                </a:lnTo>
                <a:lnTo>
                  <a:pt x="3323" y="3350"/>
                </a:lnTo>
                <a:lnTo>
                  <a:pt x="3323" y="3351"/>
                </a:lnTo>
                <a:lnTo>
                  <a:pt x="3324" y="3351"/>
                </a:lnTo>
                <a:lnTo>
                  <a:pt x="3324" y="3350"/>
                </a:lnTo>
                <a:lnTo>
                  <a:pt x="3323" y="3350"/>
                </a:lnTo>
                <a:lnTo>
                  <a:pt x="3324" y="3350"/>
                </a:lnTo>
                <a:lnTo>
                  <a:pt x="3324" y="3351"/>
                </a:lnTo>
                <a:lnTo>
                  <a:pt x="3324" y="3353"/>
                </a:lnTo>
                <a:lnTo>
                  <a:pt x="3324" y="3354"/>
                </a:lnTo>
                <a:lnTo>
                  <a:pt x="3324" y="3355"/>
                </a:lnTo>
                <a:lnTo>
                  <a:pt x="3325" y="3356"/>
                </a:lnTo>
                <a:lnTo>
                  <a:pt x="3325" y="3357"/>
                </a:lnTo>
                <a:lnTo>
                  <a:pt x="3324" y="3357"/>
                </a:lnTo>
                <a:lnTo>
                  <a:pt x="3324" y="3358"/>
                </a:lnTo>
                <a:lnTo>
                  <a:pt x="3324" y="3359"/>
                </a:lnTo>
                <a:lnTo>
                  <a:pt x="3324" y="3360"/>
                </a:lnTo>
                <a:lnTo>
                  <a:pt x="3324" y="3361"/>
                </a:lnTo>
                <a:lnTo>
                  <a:pt x="3323" y="3361"/>
                </a:lnTo>
                <a:lnTo>
                  <a:pt x="3323" y="3362"/>
                </a:lnTo>
                <a:lnTo>
                  <a:pt x="3322" y="3362"/>
                </a:lnTo>
                <a:lnTo>
                  <a:pt x="3322" y="3361"/>
                </a:lnTo>
                <a:lnTo>
                  <a:pt x="3321" y="3361"/>
                </a:lnTo>
                <a:lnTo>
                  <a:pt x="3321" y="3360"/>
                </a:lnTo>
                <a:lnTo>
                  <a:pt x="3320" y="3360"/>
                </a:lnTo>
                <a:lnTo>
                  <a:pt x="3320" y="3359"/>
                </a:lnTo>
                <a:lnTo>
                  <a:pt x="3320" y="3358"/>
                </a:lnTo>
                <a:lnTo>
                  <a:pt x="3320" y="3357"/>
                </a:lnTo>
                <a:lnTo>
                  <a:pt x="3320" y="3356"/>
                </a:lnTo>
                <a:lnTo>
                  <a:pt x="3319" y="3356"/>
                </a:lnTo>
                <a:lnTo>
                  <a:pt x="3319" y="3355"/>
                </a:lnTo>
                <a:lnTo>
                  <a:pt x="3319" y="3354"/>
                </a:lnTo>
                <a:lnTo>
                  <a:pt x="3318" y="3354"/>
                </a:lnTo>
                <a:lnTo>
                  <a:pt x="3319" y="3354"/>
                </a:lnTo>
                <a:lnTo>
                  <a:pt x="3319" y="3355"/>
                </a:lnTo>
                <a:lnTo>
                  <a:pt x="3319" y="3356"/>
                </a:lnTo>
                <a:lnTo>
                  <a:pt x="3319" y="3357"/>
                </a:lnTo>
                <a:lnTo>
                  <a:pt x="3319" y="3358"/>
                </a:lnTo>
                <a:lnTo>
                  <a:pt x="3318" y="3358"/>
                </a:lnTo>
                <a:lnTo>
                  <a:pt x="3317" y="3358"/>
                </a:lnTo>
                <a:lnTo>
                  <a:pt x="3317" y="3359"/>
                </a:lnTo>
                <a:lnTo>
                  <a:pt x="3317" y="3360"/>
                </a:lnTo>
                <a:lnTo>
                  <a:pt x="3318" y="3360"/>
                </a:lnTo>
                <a:lnTo>
                  <a:pt x="3318" y="3359"/>
                </a:lnTo>
                <a:lnTo>
                  <a:pt x="3318" y="3358"/>
                </a:lnTo>
                <a:lnTo>
                  <a:pt x="3319" y="3358"/>
                </a:lnTo>
                <a:lnTo>
                  <a:pt x="3319" y="3359"/>
                </a:lnTo>
                <a:lnTo>
                  <a:pt x="3319" y="3360"/>
                </a:lnTo>
                <a:lnTo>
                  <a:pt x="3319" y="3361"/>
                </a:lnTo>
                <a:lnTo>
                  <a:pt x="3319" y="3362"/>
                </a:lnTo>
                <a:lnTo>
                  <a:pt x="3319" y="3363"/>
                </a:lnTo>
                <a:lnTo>
                  <a:pt x="3318" y="3363"/>
                </a:lnTo>
                <a:lnTo>
                  <a:pt x="3317" y="3364"/>
                </a:lnTo>
                <a:lnTo>
                  <a:pt x="3316" y="3364"/>
                </a:lnTo>
                <a:lnTo>
                  <a:pt x="3317" y="3364"/>
                </a:lnTo>
                <a:lnTo>
                  <a:pt x="3316" y="3364"/>
                </a:lnTo>
                <a:lnTo>
                  <a:pt x="3316" y="3365"/>
                </a:lnTo>
                <a:lnTo>
                  <a:pt x="3317" y="3365"/>
                </a:lnTo>
                <a:lnTo>
                  <a:pt x="3317" y="3366"/>
                </a:lnTo>
                <a:lnTo>
                  <a:pt x="3316" y="3366"/>
                </a:lnTo>
                <a:lnTo>
                  <a:pt x="3316" y="3367"/>
                </a:lnTo>
                <a:lnTo>
                  <a:pt x="3316" y="3366"/>
                </a:lnTo>
                <a:lnTo>
                  <a:pt x="3315" y="3366"/>
                </a:lnTo>
                <a:lnTo>
                  <a:pt x="3315" y="3367"/>
                </a:lnTo>
                <a:lnTo>
                  <a:pt x="3316" y="3367"/>
                </a:lnTo>
                <a:lnTo>
                  <a:pt x="3317" y="3367"/>
                </a:lnTo>
                <a:lnTo>
                  <a:pt x="3317" y="3366"/>
                </a:lnTo>
                <a:lnTo>
                  <a:pt x="3318" y="3366"/>
                </a:lnTo>
                <a:lnTo>
                  <a:pt x="3318" y="3365"/>
                </a:lnTo>
                <a:lnTo>
                  <a:pt x="3319" y="3365"/>
                </a:lnTo>
                <a:lnTo>
                  <a:pt x="3319" y="3366"/>
                </a:lnTo>
                <a:lnTo>
                  <a:pt x="3320" y="3366"/>
                </a:lnTo>
                <a:lnTo>
                  <a:pt x="3319" y="3367"/>
                </a:lnTo>
                <a:lnTo>
                  <a:pt x="3319" y="3368"/>
                </a:lnTo>
                <a:lnTo>
                  <a:pt x="3319" y="3369"/>
                </a:lnTo>
                <a:lnTo>
                  <a:pt x="3320" y="3369"/>
                </a:lnTo>
                <a:lnTo>
                  <a:pt x="3320" y="3368"/>
                </a:lnTo>
                <a:lnTo>
                  <a:pt x="3319" y="3368"/>
                </a:lnTo>
                <a:lnTo>
                  <a:pt x="3319" y="3367"/>
                </a:lnTo>
                <a:lnTo>
                  <a:pt x="3320" y="3367"/>
                </a:lnTo>
                <a:lnTo>
                  <a:pt x="3320" y="3366"/>
                </a:lnTo>
                <a:lnTo>
                  <a:pt x="3320" y="3367"/>
                </a:lnTo>
                <a:lnTo>
                  <a:pt x="3321" y="3367"/>
                </a:lnTo>
                <a:lnTo>
                  <a:pt x="3321" y="3368"/>
                </a:lnTo>
                <a:lnTo>
                  <a:pt x="3322" y="3368"/>
                </a:lnTo>
                <a:lnTo>
                  <a:pt x="3322" y="3367"/>
                </a:lnTo>
                <a:lnTo>
                  <a:pt x="3322" y="3368"/>
                </a:lnTo>
                <a:lnTo>
                  <a:pt x="3322" y="3369"/>
                </a:lnTo>
                <a:lnTo>
                  <a:pt x="3323" y="3369"/>
                </a:lnTo>
                <a:lnTo>
                  <a:pt x="3323" y="3368"/>
                </a:lnTo>
                <a:lnTo>
                  <a:pt x="3323" y="3367"/>
                </a:lnTo>
                <a:lnTo>
                  <a:pt x="3324" y="3367"/>
                </a:lnTo>
                <a:lnTo>
                  <a:pt x="3324" y="3366"/>
                </a:lnTo>
                <a:lnTo>
                  <a:pt x="3324" y="3367"/>
                </a:lnTo>
                <a:lnTo>
                  <a:pt x="3324" y="3368"/>
                </a:lnTo>
                <a:lnTo>
                  <a:pt x="3324" y="3369"/>
                </a:lnTo>
                <a:lnTo>
                  <a:pt x="3325" y="3368"/>
                </a:lnTo>
                <a:lnTo>
                  <a:pt x="3326" y="3368"/>
                </a:lnTo>
                <a:lnTo>
                  <a:pt x="3326" y="3367"/>
                </a:lnTo>
                <a:lnTo>
                  <a:pt x="3327" y="3367"/>
                </a:lnTo>
                <a:lnTo>
                  <a:pt x="3327" y="3366"/>
                </a:lnTo>
                <a:lnTo>
                  <a:pt x="3328" y="3366"/>
                </a:lnTo>
                <a:lnTo>
                  <a:pt x="3328" y="3367"/>
                </a:lnTo>
                <a:lnTo>
                  <a:pt x="3328" y="3366"/>
                </a:lnTo>
                <a:lnTo>
                  <a:pt x="3329" y="3366"/>
                </a:lnTo>
                <a:lnTo>
                  <a:pt x="3329" y="3367"/>
                </a:lnTo>
                <a:lnTo>
                  <a:pt x="3330" y="3368"/>
                </a:lnTo>
                <a:lnTo>
                  <a:pt x="3330" y="3367"/>
                </a:lnTo>
                <a:lnTo>
                  <a:pt x="3330" y="3368"/>
                </a:lnTo>
                <a:lnTo>
                  <a:pt x="3330" y="3367"/>
                </a:lnTo>
                <a:lnTo>
                  <a:pt x="3330" y="3366"/>
                </a:lnTo>
                <a:lnTo>
                  <a:pt x="3330" y="3365"/>
                </a:lnTo>
                <a:lnTo>
                  <a:pt x="3331" y="3365"/>
                </a:lnTo>
                <a:lnTo>
                  <a:pt x="3331" y="3366"/>
                </a:lnTo>
                <a:lnTo>
                  <a:pt x="3332" y="3367"/>
                </a:lnTo>
                <a:lnTo>
                  <a:pt x="3332" y="3368"/>
                </a:lnTo>
                <a:lnTo>
                  <a:pt x="3332" y="3369"/>
                </a:lnTo>
                <a:lnTo>
                  <a:pt x="3332" y="3370"/>
                </a:lnTo>
                <a:lnTo>
                  <a:pt x="3333" y="3370"/>
                </a:lnTo>
                <a:lnTo>
                  <a:pt x="3333" y="3372"/>
                </a:lnTo>
                <a:lnTo>
                  <a:pt x="3333" y="3373"/>
                </a:lnTo>
                <a:lnTo>
                  <a:pt x="3333" y="3374"/>
                </a:lnTo>
                <a:lnTo>
                  <a:pt x="3333" y="3375"/>
                </a:lnTo>
                <a:lnTo>
                  <a:pt x="3332" y="3374"/>
                </a:lnTo>
                <a:lnTo>
                  <a:pt x="3331" y="3374"/>
                </a:lnTo>
                <a:lnTo>
                  <a:pt x="3331" y="3375"/>
                </a:lnTo>
                <a:lnTo>
                  <a:pt x="3331" y="3374"/>
                </a:lnTo>
                <a:lnTo>
                  <a:pt x="3330" y="3374"/>
                </a:lnTo>
                <a:lnTo>
                  <a:pt x="3330" y="3375"/>
                </a:lnTo>
                <a:lnTo>
                  <a:pt x="3330" y="3374"/>
                </a:lnTo>
                <a:lnTo>
                  <a:pt x="3329" y="3374"/>
                </a:lnTo>
                <a:lnTo>
                  <a:pt x="3329" y="3373"/>
                </a:lnTo>
                <a:lnTo>
                  <a:pt x="3330" y="3373"/>
                </a:lnTo>
                <a:lnTo>
                  <a:pt x="3329" y="3373"/>
                </a:lnTo>
                <a:lnTo>
                  <a:pt x="3329" y="3372"/>
                </a:lnTo>
                <a:lnTo>
                  <a:pt x="3329" y="3371"/>
                </a:lnTo>
                <a:lnTo>
                  <a:pt x="3329" y="3370"/>
                </a:lnTo>
                <a:lnTo>
                  <a:pt x="3328" y="3370"/>
                </a:lnTo>
                <a:lnTo>
                  <a:pt x="3328" y="3369"/>
                </a:lnTo>
                <a:lnTo>
                  <a:pt x="3328" y="3370"/>
                </a:lnTo>
                <a:lnTo>
                  <a:pt x="3328" y="3369"/>
                </a:lnTo>
                <a:lnTo>
                  <a:pt x="3327" y="3369"/>
                </a:lnTo>
                <a:lnTo>
                  <a:pt x="3327" y="3370"/>
                </a:lnTo>
                <a:lnTo>
                  <a:pt x="3326" y="3370"/>
                </a:lnTo>
                <a:lnTo>
                  <a:pt x="3325" y="3370"/>
                </a:lnTo>
                <a:lnTo>
                  <a:pt x="3325" y="3371"/>
                </a:lnTo>
                <a:lnTo>
                  <a:pt x="3325" y="3372"/>
                </a:lnTo>
                <a:lnTo>
                  <a:pt x="3325" y="3373"/>
                </a:lnTo>
                <a:lnTo>
                  <a:pt x="3326" y="3373"/>
                </a:lnTo>
                <a:lnTo>
                  <a:pt x="3326" y="3374"/>
                </a:lnTo>
                <a:lnTo>
                  <a:pt x="3326" y="3373"/>
                </a:lnTo>
                <a:lnTo>
                  <a:pt x="3326" y="3374"/>
                </a:lnTo>
                <a:lnTo>
                  <a:pt x="3326" y="3375"/>
                </a:lnTo>
                <a:lnTo>
                  <a:pt x="3326" y="3374"/>
                </a:lnTo>
                <a:lnTo>
                  <a:pt x="3327" y="3374"/>
                </a:lnTo>
                <a:lnTo>
                  <a:pt x="3329" y="3376"/>
                </a:lnTo>
                <a:lnTo>
                  <a:pt x="3330" y="3377"/>
                </a:lnTo>
                <a:lnTo>
                  <a:pt x="3331" y="3376"/>
                </a:lnTo>
                <a:lnTo>
                  <a:pt x="3331" y="3375"/>
                </a:lnTo>
                <a:lnTo>
                  <a:pt x="3332" y="3375"/>
                </a:lnTo>
                <a:lnTo>
                  <a:pt x="3333" y="3376"/>
                </a:lnTo>
                <a:lnTo>
                  <a:pt x="3333" y="3377"/>
                </a:lnTo>
                <a:lnTo>
                  <a:pt x="3334" y="3378"/>
                </a:lnTo>
                <a:lnTo>
                  <a:pt x="3334" y="3379"/>
                </a:lnTo>
                <a:lnTo>
                  <a:pt x="3335" y="3380"/>
                </a:lnTo>
                <a:lnTo>
                  <a:pt x="3334" y="3380"/>
                </a:lnTo>
                <a:lnTo>
                  <a:pt x="3335" y="3380"/>
                </a:lnTo>
                <a:lnTo>
                  <a:pt x="3335" y="3381"/>
                </a:lnTo>
                <a:lnTo>
                  <a:pt x="3336" y="3381"/>
                </a:lnTo>
                <a:lnTo>
                  <a:pt x="3336" y="3382"/>
                </a:lnTo>
                <a:lnTo>
                  <a:pt x="3336" y="3383"/>
                </a:lnTo>
                <a:lnTo>
                  <a:pt x="3337" y="3384"/>
                </a:lnTo>
                <a:lnTo>
                  <a:pt x="3337" y="3385"/>
                </a:lnTo>
                <a:lnTo>
                  <a:pt x="3337" y="3386"/>
                </a:lnTo>
                <a:lnTo>
                  <a:pt x="3337" y="3387"/>
                </a:lnTo>
                <a:lnTo>
                  <a:pt x="3336" y="3387"/>
                </a:lnTo>
                <a:lnTo>
                  <a:pt x="3336" y="3388"/>
                </a:lnTo>
                <a:lnTo>
                  <a:pt x="3336" y="3389"/>
                </a:lnTo>
                <a:lnTo>
                  <a:pt x="3336" y="3390"/>
                </a:lnTo>
                <a:lnTo>
                  <a:pt x="3336" y="3391"/>
                </a:lnTo>
                <a:lnTo>
                  <a:pt x="3336" y="3390"/>
                </a:lnTo>
                <a:lnTo>
                  <a:pt x="3335" y="3390"/>
                </a:lnTo>
                <a:lnTo>
                  <a:pt x="3335" y="3391"/>
                </a:lnTo>
                <a:lnTo>
                  <a:pt x="3334" y="3392"/>
                </a:lnTo>
                <a:lnTo>
                  <a:pt x="3333" y="3392"/>
                </a:lnTo>
                <a:lnTo>
                  <a:pt x="3333" y="3393"/>
                </a:lnTo>
                <a:lnTo>
                  <a:pt x="3332" y="3393"/>
                </a:lnTo>
                <a:lnTo>
                  <a:pt x="3332" y="3394"/>
                </a:lnTo>
                <a:lnTo>
                  <a:pt x="3332" y="3395"/>
                </a:lnTo>
                <a:lnTo>
                  <a:pt x="3331" y="3395"/>
                </a:lnTo>
                <a:lnTo>
                  <a:pt x="3331" y="3396"/>
                </a:lnTo>
                <a:lnTo>
                  <a:pt x="3331" y="3397"/>
                </a:lnTo>
                <a:lnTo>
                  <a:pt x="3330" y="3398"/>
                </a:lnTo>
                <a:lnTo>
                  <a:pt x="3330" y="3399"/>
                </a:lnTo>
                <a:lnTo>
                  <a:pt x="3329" y="3399"/>
                </a:lnTo>
                <a:lnTo>
                  <a:pt x="3329" y="3400"/>
                </a:lnTo>
                <a:lnTo>
                  <a:pt x="3329" y="3401"/>
                </a:lnTo>
                <a:lnTo>
                  <a:pt x="3328" y="3401"/>
                </a:lnTo>
                <a:lnTo>
                  <a:pt x="3327" y="3401"/>
                </a:lnTo>
                <a:lnTo>
                  <a:pt x="3327" y="3402"/>
                </a:lnTo>
                <a:lnTo>
                  <a:pt x="3326" y="3402"/>
                </a:lnTo>
                <a:lnTo>
                  <a:pt x="3326" y="3403"/>
                </a:lnTo>
                <a:lnTo>
                  <a:pt x="3325" y="3403"/>
                </a:lnTo>
                <a:lnTo>
                  <a:pt x="3324" y="3403"/>
                </a:lnTo>
                <a:lnTo>
                  <a:pt x="3324" y="3402"/>
                </a:lnTo>
                <a:lnTo>
                  <a:pt x="3323" y="3402"/>
                </a:lnTo>
                <a:lnTo>
                  <a:pt x="3323" y="3403"/>
                </a:lnTo>
                <a:lnTo>
                  <a:pt x="3322" y="3403"/>
                </a:lnTo>
                <a:lnTo>
                  <a:pt x="3322" y="3404"/>
                </a:lnTo>
                <a:lnTo>
                  <a:pt x="3322" y="3403"/>
                </a:lnTo>
                <a:lnTo>
                  <a:pt x="3322" y="3404"/>
                </a:lnTo>
                <a:lnTo>
                  <a:pt x="3321" y="3404"/>
                </a:lnTo>
                <a:lnTo>
                  <a:pt x="3321" y="3405"/>
                </a:lnTo>
                <a:lnTo>
                  <a:pt x="3320" y="3405"/>
                </a:lnTo>
                <a:lnTo>
                  <a:pt x="3319" y="3407"/>
                </a:lnTo>
                <a:lnTo>
                  <a:pt x="3318" y="3407"/>
                </a:lnTo>
                <a:lnTo>
                  <a:pt x="3317" y="3408"/>
                </a:lnTo>
                <a:lnTo>
                  <a:pt x="3316" y="3407"/>
                </a:lnTo>
                <a:lnTo>
                  <a:pt x="3315" y="3407"/>
                </a:lnTo>
                <a:lnTo>
                  <a:pt x="3315" y="3408"/>
                </a:lnTo>
                <a:lnTo>
                  <a:pt x="3315" y="3409"/>
                </a:lnTo>
                <a:lnTo>
                  <a:pt x="3314" y="3409"/>
                </a:lnTo>
                <a:lnTo>
                  <a:pt x="3314" y="3408"/>
                </a:lnTo>
                <a:lnTo>
                  <a:pt x="3314" y="3407"/>
                </a:lnTo>
                <a:lnTo>
                  <a:pt x="3313" y="3407"/>
                </a:lnTo>
                <a:lnTo>
                  <a:pt x="3312" y="3407"/>
                </a:lnTo>
                <a:lnTo>
                  <a:pt x="3312" y="3406"/>
                </a:lnTo>
                <a:lnTo>
                  <a:pt x="3311" y="3406"/>
                </a:lnTo>
                <a:lnTo>
                  <a:pt x="3309" y="3405"/>
                </a:lnTo>
                <a:lnTo>
                  <a:pt x="3309" y="3406"/>
                </a:lnTo>
                <a:lnTo>
                  <a:pt x="3310" y="3406"/>
                </a:lnTo>
                <a:lnTo>
                  <a:pt x="3310" y="3407"/>
                </a:lnTo>
                <a:lnTo>
                  <a:pt x="3309" y="3407"/>
                </a:lnTo>
                <a:lnTo>
                  <a:pt x="3309" y="3406"/>
                </a:lnTo>
                <a:lnTo>
                  <a:pt x="3308" y="3406"/>
                </a:lnTo>
                <a:lnTo>
                  <a:pt x="3307" y="3406"/>
                </a:lnTo>
                <a:lnTo>
                  <a:pt x="3307" y="3407"/>
                </a:lnTo>
                <a:lnTo>
                  <a:pt x="3307" y="3408"/>
                </a:lnTo>
                <a:lnTo>
                  <a:pt x="3306" y="3408"/>
                </a:lnTo>
                <a:lnTo>
                  <a:pt x="3306" y="3409"/>
                </a:lnTo>
                <a:lnTo>
                  <a:pt x="3305" y="3409"/>
                </a:lnTo>
                <a:lnTo>
                  <a:pt x="3303" y="3409"/>
                </a:lnTo>
                <a:lnTo>
                  <a:pt x="3302" y="3410"/>
                </a:lnTo>
                <a:lnTo>
                  <a:pt x="3301" y="3410"/>
                </a:lnTo>
                <a:lnTo>
                  <a:pt x="3300" y="3410"/>
                </a:lnTo>
                <a:lnTo>
                  <a:pt x="3300" y="3409"/>
                </a:lnTo>
                <a:lnTo>
                  <a:pt x="3300" y="3408"/>
                </a:lnTo>
                <a:lnTo>
                  <a:pt x="3300" y="3407"/>
                </a:lnTo>
                <a:lnTo>
                  <a:pt x="3298" y="3407"/>
                </a:lnTo>
                <a:lnTo>
                  <a:pt x="3297" y="3407"/>
                </a:lnTo>
                <a:lnTo>
                  <a:pt x="3296" y="3407"/>
                </a:lnTo>
                <a:lnTo>
                  <a:pt x="3296" y="3406"/>
                </a:lnTo>
                <a:lnTo>
                  <a:pt x="3295" y="3405"/>
                </a:lnTo>
                <a:lnTo>
                  <a:pt x="3295" y="3404"/>
                </a:lnTo>
                <a:lnTo>
                  <a:pt x="3294" y="3404"/>
                </a:lnTo>
                <a:lnTo>
                  <a:pt x="3293" y="3404"/>
                </a:lnTo>
                <a:lnTo>
                  <a:pt x="3293" y="3405"/>
                </a:lnTo>
                <a:lnTo>
                  <a:pt x="3292" y="3406"/>
                </a:lnTo>
                <a:lnTo>
                  <a:pt x="3291" y="3406"/>
                </a:lnTo>
                <a:lnTo>
                  <a:pt x="3291" y="3405"/>
                </a:lnTo>
                <a:lnTo>
                  <a:pt x="3290" y="3405"/>
                </a:lnTo>
                <a:lnTo>
                  <a:pt x="3290" y="3406"/>
                </a:lnTo>
                <a:lnTo>
                  <a:pt x="3291" y="3407"/>
                </a:lnTo>
                <a:lnTo>
                  <a:pt x="3290" y="3407"/>
                </a:lnTo>
                <a:lnTo>
                  <a:pt x="3289" y="3406"/>
                </a:lnTo>
                <a:lnTo>
                  <a:pt x="3289" y="3405"/>
                </a:lnTo>
                <a:lnTo>
                  <a:pt x="3288" y="3404"/>
                </a:lnTo>
                <a:lnTo>
                  <a:pt x="3287" y="3404"/>
                </a:lnTo>
                <a:lnTo>
                  <a:pt x="3287" y="3405"/>
                </a:lnTo>
                <a:lnTo>
                  <a:pt x="3287" y="3406"/>
                </a:lnTo>
                <a:lnTo>
                  <a:pt x="3286" y="3407"/>
                </a:lnTo>
                <a:lnTo>
                  <a:pt x="3284" y="3409"/>
                </a:lnTo>
                <a:lnTo>
                  <a:pt x="3284" y="3410"/>
                </a:lnTo>
                <a:lnTo>
                  <a:pt x="3283" y="3410"/>
                </a:lnTo>
                <a:lnTo>
                  <a:pt x="3283" y="3411"/>
                </a:lnTo>
                <a:lnTo>
                  <a:pt x="3282" y="3411"/>
                </a:lnTo>
                <a:lnTo>
                  <a:pt x="3282" y="3410"/>
                </a:lnTo>
                <a:lnTo>
                  <a:pt x="3282" y="3409"/>
                </a:lnTo>
                <a:lnTo>
                  <a:pt x="3282" y="3407"/>
                </a:lnTo>
                <a:lnTo>
                  <a:pt x="3283" y="3405"/>
                </a:lnTo>
                <a:lnTo>
                  <a:pt x="3283" y="3404"/>
                </a:lnTo>
                <a:lnTo>
                  <a:pt x="3283" y="3403"/>
                </a:lnTo>
                <a:lnTo>
                  <a:pt x="3283" y="3402"/>
                </a:lnTo>
                <a:lnTo>
                  <a:pt x="3283" y="3401"/>
                </a:lnTo>
                <a:lnTo>
                  <a:pt x="3282" y="3400"/>
                </a:lnTo>
                <a:lnTo>
                  <a:pt x="3282" y="3399"/>
                </a:lnTo>
                <a:lnTo>
                  <a:pt x="3282" y="3398"/>
                </a:lnTo>
                <a:lnTo>
                  <a:pt x="3281" y="3398"/>
                </a:lnTo>
                <a:lnTo>
                  <a:pt x="3281" y="3397"/>
                </a:lnTo>
                <a:lnTo>
                  <a:pt x="3280" y="3397"/>
                </a:lnTo>
                <a:lnTo>
                  <a:pt x="3279" y="3397"/>
                </a:lnTo>
                <a:lnTo>
                  <a:pt x="3279" y="3396"/>
                </a:lnTo>
                <a:lnTo>
                  <a:pt x="3278" y="3395"/>
                </a:lnTo>
                <a:lnTo>
                  <a:pt x="3278" y="3393"/>
                </a:lnTo>
                <a:lnTo>
                  <a:pt x="3279" y="3393"/>
                </a:lnTo>
                <a:lnTo>
                  <a:pt x="3280" y="3393"/>
                </a:lnTo>
                <a:lnTo>
                  <a:pt x="3280" y="3392"/>
                </a:lnTo>
                <a:lnTo>
                  <a:pt x="3280" y="3391"/>
                </a:lnTo>
                <a:lnTo>
                  <a:pt x="3281" y="3391"/>
                </a:lnTo>
                <a:lnTo>
                  <a:pt x="3281" y="3390"/>
                </a:lnTo>
                <a:lnTo>
                  <a:pt x="3282" y="3391"/>
                </a:lnTo>
                <a:lnTo>
                  <a:pt x="3283" y="3391"/>
                </a:lnTo>
                <a:lnTo>
                  <a:pt x="3283" y="3392"/>
                </a:lnTo>
                <a:lnTo>
                  <a:pt x="3284" y="3392"/>
                </a:lnTo>
                <a:lnTo>
                  <a:pt x="3284" y="3393"/>
                </a:lnTo>
                <a:lnTo>
                  <a:pt x="3285" y="3393"/>
                </a:lnTo>
                <a:lnTo>
                  <a:pt x="3286" y="3393"/>
                </a:lnTo>
                <a:lnTo>
                  <a:pt x="3287" y="3393"/>
                </a:lnTo>
                <a:lnTo>
                  <a:pt x="3287" y="3394"/>
                </a:lnTo>
                <a:lnTo>
                  <a:pt x="3286" y="3394"/>
                </a:lnTo>
                <a:lnTo>
                  <a:pt x="3286" y="3395"/>
                </a:lnTo>
                <a:lnTo>
                  <a:pt x="3286" y="3396"/>
                </a:lnTo>
                <a:lnTo>
                  <a:pt x="3287" y="3396"/>
                </a:lnTo>
                <a:lnTo>
                  <a:pt x="3287" y="3397"/>
                </a:lnTo>
                <a:lnTo>
                  <a:pt x="3288" y="3397"/>
                </a:lnTo>
                <a:lnTo>
                  <a:pt x="3287" y="3398"/>
                </a:lnTo>
                <a:lnTo>
                  <a:pt x="3287" y="3399"/>
                </a:lnTo>
                <a:lnTo>
                  <a:pt x="3288" y="3399"/>
                </a:lnTo>
                <a:lnTo>
                  <a:pt x="3288" y="3398"/>
                </a:lnTo>
                <a:lnTo>
                  <a:pt x="3289" y="3398"/>
                </a:lnTo>
                <a:lnTo>
                  <a:pt x="3288" y="3398"/>
                </a:lnTo>
                <a:lnTo>
                  <a:pt x="3288" y="3397"/>
                </a:lnTo>
                <a:lnTo>
                  <a:pt x="3288" y="3396"/>
                </a:lnTo>
                <a:lnTo>
                  <a:pt x="3288" y="3395"/>
                </a:lnTo>
                <a:lnTo>
                  <a:pt x="3287" y="3395"/>
                </a:lnTo>
                <a:lnTo>
                  <a:pt x="3288" y="3395"/>
                </a:lnTo>
                <a:lnTo>
                  <a:pt x="3289" y="3394"/>
                </a:lnTo>
                <a:lnTo>
                  <a:pt x="3289" y="3393"/>
                </a:lnTo>
                <a:lnTo>
                  <a:pt x="3289" y="3394"/>
                </a:lnTo>
                <a:lnTo>
                  <a:pt x="3289" y="3393"/>
                </a:lnTo>
                <a:lnTo>
                  <a:pt x="3290" y="3393"/>
                </a:lnTo>
                <a:lnTo>
                  <a:pt x="3290" y="3392"/>
                </a:lnTo>
                <a:lnTo>
                  <a:pt x="3290" y="3391"/>
                </a:lnTo>
                <a:lnTo>
                  <a:pt x="3290" y="3390"/>
                </a:lnTo>
                <a:lnTo>
                  <a:pt x="3289" y="3390"/>
                </a:lnTo>
                <a:lnTo>
                  <a:pt x="3289" y="3389"/>
                </a:lnTo>
                <a:lnTo>
                  <a:pt x="3289" y="3388"/>
                </a:lnTo>
                <a:lnTo>
                  <a:pt x="3288" y="3389"/>
                </a:lnTo>
                <a:lnTo>
                  <a:pt x="3287" y="3389"/>
                </a:lnTo>
                <a:lnTo>
                  <a:pt x="3287" y="3388"/>
                </a:lnTo>
                <a:lnTo>
                  <a:pt x="3287" y="3387"/>
                </a:lnTo>
                <a:lnTo>
                  <a:pt x="3286" y="3387"/>
                </a:lnTo>
                <a:lnTo>
                  <a:pt x="3286" y="3386"/>
                </a:lnTo>
                <a:lnTo>
                  <a:pt x="3287" y="3386"/>
                </a:lnTo>
                <a:lnTo>
                  <a:pt x="3286" y="3386"/>
                </a:lnTo>
                <a:lnTo>
                  <a:pt x="3286" y="3388"/>
                </a:lnTo>
                <a:lnTo>
                  <a:pt x="3285" y="3389"/>
                </a:lnTo>
                <a:lnTo>
                  <a:pt x="3284" y="3389"/>
                </a:lnTo>
                <a:lnTo>
                  <a:pt x="3284" y="3388"/>
                </a:lnTo>
                <a:lnTo>
                  <a:pt x="3284" y="3387"/>
                </a:lnTo>
                <a:lnTo>
                  <a:pt x="3284" y="3386"/>
                </a:lnTo>
                <a:lnTo>
                  <a:pt x="3284" y="3385"/>
                </a:lnTo>
                <a:lnTo>
                  <a:pt x="3284" y="3384"/>
                </a:lnTo>
                <a:lnTo>
                  <a:pt x="3284" y="3383"/>
                </a:lnTo>
                <a:lnTo>
                  <a:pt x="3283" y="3383"/>
                </a:lnTo>
                <a:lnTo>
                  <a:pt x="3283" y="3384"/>
                </a:lnTo>
                <a:lnTo>
                  <a:pt x="3283" y="3385"/>
                </a:lnTo>
                <a:lnTo>
                  <a:pt x="3283" y="3386"/>
                </a:lnTo>
                <a:lnTo>
                  <a:pt x="3283" y="3387"/>
                </a:lnTo>
                <a:lnTo>
                  <a:pt x="3283" y="3388"/>
                </a:lnTo>
                <a:lnTo>
                  <a:pt x="3283" y="3389"/>
                </a:lnTo>
                <a:lnTo>
                  <a:pt x="3282" y="3389"/>
                </a:lnTo>
                <a:lnTo>
                  <a:pt x="3282" y="3388"/>
                </a:lnTo>
                <a:lnTo>
                  <a:pt x="3282" y="3387"/>
                </a:lnTo>
                <a:lnTo>
                  <a:pt x="3282" y="3386"/>
                </a:lnTo>
                <a:lnTo>
                  <a:pt x="3281" y="3386"/>
                </a:lnTo>
                <a:lnTo>
                  <a:pt x="3281" y="3385"/>
                </a:lnTo>
                <a:lnTo>
                  <a:pt x="3281" y="3384"/>
                </a:lnTo>
                <a:lnTo>
                  <a:pt x="3280" y="3384"/>
                </a:lnTo>
                <a:lnTo>
                  <a:pt x="3280" y="3383"/>
                </a:lnTo>
                <a:lnTo>
                  <a:pt x="3279" y="3384"/>
                </a:lnTo>
                <a:lnTo>
                  <a:pt x="3278" y="3384"/>
                </a:lnTo>
                <a:lnTo>
                  <a:pt x="3278" y="3383"/>
                </a:lnTo>
                <a:lnTo>
                  <a:pt x="3277" y="3383"/>
                </a:lnTo>
                <a:lnTo>
                  <a:pt x="3277" y="3382"/>
                </a:lnTo>
                <a:lnTo>
                  <a:pt x="3277" y="3383"/>
                </a:lnTo>
                <a:lnTo>
                  <a:pt x="3276" y="3383"/>
                </a:lnTo>
                <a:lnTo>
                  <a:pt x="3275" y="3383"/>
                </a:lnTo>
                <a:lnTo>
                  <a:pt x="3275" y="3382"/>
                </a:lnTo>
                <a:lnTo>
                  <a:pt x="3274" y="3382"/>
                </a:lnTo>
                <a:lnTo>
                  <a:pt x="3273" y="3382"/>
                </a:lnTo>
                <a:lnTo>
                  <a:pt x="3273" y="3381"/>
                </a:lnTo>
                <a:lnTo>
                  <a:pt x="3273" y="3380"/>
                </a:lnTo>
                <a:lnTo>
                  <a:pt x="3273" y="3379"/>
                </a:lnTo>
                <a:lnTo>
                  <a:pt x="3272" y="3379"/>
                </a:lnTo>
                <a:lnTo>
                  <a:pt x="3273" y="3379"/>
                </a:lnTo>
                <a:lnTo>
                  <a:pt x="3274" y="3378"/>
                </a:lnTo>
                <a:lnTo>
                  <a:pt x="3275" y="3378"/>
                </a:lnTo>
                <a:lnTo>
                  <a:pt x="3275" y="3377"/>
                </a:lnTo>
                <a:lnTo>
                  <a:pt x="3274" y="3377"/>
                </a:lnTo>
                <a:lnTo>
                  <a:pt x="3274" y="3376"/>
                </a:lnTo>
                <a:lnTo>
                  <a:pt x="3274" y="3377"/>
                </a:lnTo>
                <a:lnTo>
                  <a:pt x="3274" y="3378"/>
                </a:lnTo>
                <a:lnTo>
                  <a:pt x="3274" y="3377"/>
                </a:lnTo>
                <a:lnTo>
                  <a:pt x="3274" y="3376"/>
                </a:lnTo>
                <a:lnTo>
                  <a:pt x="3274" y="3375"/>
                </a:lnTo>
                <a:lnTo>
                  <a:pt x="3273" y="3374"/>
                </a:lnTo>
                <a:lnTo>
                  <a:pt x="3273" y="3373"/>
                </a:lnTo>
                <a:lnTo>
                  <a:pt x="3272" y="3372"/>
                </a:lnTo>
                <a:lnTo>
                  <a:pt x="3272" y="3371"/>
                </a:lnTo>
                <a:lnTo>
                  <a:pt x="3271" y="3371"/>
                </a:lnTo>
                <a:lnTo>
                  <a:pt x="3271" y="3370"/>
                </a:lnTo>
                <a:lnTo>
                  <a:pt x="3270" y="3369"/>
                </a:lnTo>
                <a:lnTo>
                  <a:pt x="3269" y="3369"/>
                </a:lnTo>
                <a:lnTo>
                  <a:pt x="3268" y="3369"/>
                </a:lnTo>
                <a:lnTo>
                  <a:pt x="3268" y="3370"/>
                </a:lnTo>
                <a:lnTo>
                  <a:pt x="3267" y="3370"/>
                </a:lnTo>
                <a:lnTo>
                  <a:pt x="3267" y="3369"/>
                </a:lnTo>
                <a:lnTo>
                  <a:pt x="3266" y="3369"/>
                </a:lnTo>
                <a:lnTo>
                  <a:pt x="3267" y="3368"/>
                </a:lnTo>
                <a:lnTo>
                  <a:pt x="3266" y="3368"/>
                </a:lnTo>
                <a:lnTo>
                  <a:pt x="3266" y="3367"/>
                </a:lnTo>
                <a:lnTo>
                  <a:pt x="3266" y="3366"/>
                </a:lnTo>
                <a:lnTo>
                  <a:pt x="3266" y="3365"/>
                </a:lnTo>
                <a:lnTo>
                  <a:pt x="3267" y="3365"/>
                </a:lnTo>
                <a:lnTo>
                  <a:pt x="3268" y="3365"/>
                </a:lnTo>
                <a:lnTo>
                  <a:pt x="3268" y="3364"/>
                </a:lnTo>
                <a:lnTo>
                  <a:pt x="3268" y="3363"/>
                </a:lnTo>
                <a:lnTo>
                  <a:pt x="3269" y="3363"/>
                </a:lnTo>
                <a:lnTo>
                  <a:pt x="3270" y="3363"/>
                </a:lnTo>
                <a:lnTo>
                  <a:pt x="3270" y="3364"/>
                </a:lnTo>
                <a:lnTo>
                  <a:pt x="3271" y="3364"/>
                </a:lnTo>
                <a:lnTo>
                  <a:pt x="3271" y="3365"/>
                </a:lnTo>
                <a:lnTo>
                  <a:pt x="3271" y="3364"/>
                </a:lnTo>
                <a:lnTo>
                  <a:pt x="3272" y="3364"/>
                </a:lnTo>
                <a:lnTo>
                  <a:pt x="3272" y="3363"/>
                </a:lnTo>
                <a:lnTo>
                  <a:pt x="3273" y="3364"/>
                </a:lnTo>
                <a:lnTo>
                  <a:pt x="3273" y="3363"/>
                </a:lnTo>
                <a:lnTo>
                  <a:pt x="3273" y="3362"/>
                </a:lnTo>
                <a:lnTo>
                  <a:pt x="3272" y="3363"/>
                </a:lnTo>
                <a:lnTo>
                  <a:pt x="3272" y="3362"/>
                </a:lnTo>
                <a:lnTo>
                  <a:pt x="3272" y="3361"/>
                </a:lnTo>
                <a:lnTo>
                  <a:pt x="3273" y="3361"/>
                </a:lnTo>
                <a:lnTo>
                  <a:pt x="3273" y="3362"/>
                </a:lnTo>
                <a:lnTo>
                  <a:pt x="3274" y="3362"/>
                </a:lnTo>
                <a:lnTo>
                  <a:pt x="3274" y="3361"/>
                </a:lnTo>
                <a:lnTo>
                  <a:pt x="3273" y="3361"/>
                </a:lnTo>
                <a:lnTo>
                  <a:pt x="3272" y="3361"/>
                </a:lnTo>
                <a:lnTo>
                  <a:pt x="3271" y="3361"/>
                </a:lnTo>
                <a:lnTo>
                  <a:pt x="3271" y="3363"/>
                </a:lnTo>
                <a:lnTo>
                  <a:pt x="3271" y="3364"/>
                </a:lnTo>
                <a:lnTo>
                  <a:pt x="3270" y="3363"/>
                </a:lnTo>
                <a:lnTo>
                  <a:pt x="3269" y="3362"/>
                </a:lnTo>
                <a:lnTo>
                  <a:pt x="3268" y="3361"/>
                </a:lnTo>
                <a:lnTo>
                  <a:pt x="3268" y="3360"/>
                </a:lnTo>
                <a:lnTo>
                  <a:pt x="3267" y="3360"/>
                </a:lnTo>
                <a:lnTo>
                  <a:pt x="3267" y="3359"/>
                </a:lnTo>
                <a:lnTo>
                  <a:pt x="3266" y="3358"/>
                </a:lnTo>
                <a:lnTo>
                  <a:pt x="3267" y="3358"/>
                </a:lnTo>
                <a:lnTo>
                  <a:pt x="3267" y="3357"/>
                </a:lnTo>
                <a:lnTo>
                  <a:pt x="3267" y="3356"/>
                </a:lnTo>
                <a:lnTo>
                  <a:pt x="3268" y="3355"/>
                </a:lnTo>
                <a:lnTo>
                  <a:pt x="3268" y="3354"/>
                </a:lnTo>
                <a:lnTo>
                  <a:pt x="3268" y="3353"/>
                </a:lnTo>
                <a:lnTo>
                  <a:pt x="3268" y="3352"/>
                </a:lnTo>
                <a:lnTo>
                  <a:pt x="3267" y="3351"/>
                </a:lnTo>
                <a:lnTo>
                  <a:pt x="3266" y="3351"/>
                </a:lnTo>
                <a:lnTo>
                  <a:pt x="3266" y="3352"/>
                </a:lnTo>
                <a:lnTo>
                  <a:pt x="3265" y="3352"/>
                </a:lnTo>
                <a:lnTo>
                  <a:pt x="3265" y="3353"/>
                </a:lnTo>
                <a:lnTo>
                  <a:pt x="3264" y="3353"/>
                </a:lnTo>
                <a:lnTo>
                  <a:pt x="3264" y="3352"/>
                </a:lnTo>
                <a:lnTo>
                  <a:pt x="3264" y="3351"/>
                </a:lnTo>
                <a:lnTo>
                  <a:pt x="3263" y="3351"/>
                </a:lnTo>
                <a:lnTo>
                  <a:pt x="3263" y="3350"/>
                </a:lnTo>
                <a:lnTo>
                  <a:pt x="3263" y="3349"/>
                </a:lnTo>
                <a:lnTo>
                  <a:pt x="3262" y="3349"/>
                </a:lnTo>
                <a:lnTo>
                  <a:pt x="3262" y="3348"/>
                </a:lnTo>
                <a:lnTo>
                  <a:pt x="3261" y="3348"/>
                </a:lnTo>
                <a:lnTo>
                  <a:pt x="3261" y="3347"/>
                </a:lnTo>
                <a:lnTo>
                  <a:pt x="3260" y="3346"/>
                </a:lnTo>
                <a:lnTo>
                  <a:pt x="3260" y="3345"/>
                </a:lnTo>
                <a:lnTo>
                  <a:pt x="3260" y="3344"/>
                </a:lnTo>
                <a:lnTo>
                  <a:pt x="3260" y="3343"/>
                </a:lnTo>
                <a:lnTo>
                  <a:pt x="3259" y="3343"/>
                </a:lnTo>
                <a:lnTo>
                  <a:pt x="3259" y="3342"/>
                </a:lnTo>
                <a:lnTo>
                  <a:pt x="3259" y="3341"/>
                </a:lnTo>
                <a:lnTo>
                  <a:pt x="3259" y="3338"/>
                </a:lnTo>
                <a:lnTo>
                  <a:pt x="3259" y="3337"/>
                </a:lnTo>
                <a:lnTo>
                  <a:pt x="3259" y="3336"/>
                </a:lnTo>
                <a:lnTo>
                  <a:pt x="3260" y="3336"/>
                </a:lnTo>
                <a:lnTo>
                  <a:pt x="3260" y="3337"/>
                </a:lnTo>
                <a:lnTo>
                  <a:pt x="3261" y="3336"/>
                </a:lnTo>
                <a:lnTo>
                  <a:pt x="3260" y="3336"/>
                </a:lnTo>
                <a:lnTo>
                  <a:pt x="3260" y="3335"/>
                </a:lnTo>
                <a:lnTo>
                  <a:pt x="3260" y="3334"/>
                </a:lnTo>
                <a:lnTo>
                  <a:pt x="3261" y="3334"/>
                </a:lnTo>
                <a:lnTo>
                  <a:pt x="3261" y="3333"/>
                </a:lnTo>
                <a:lnTo>
                  <a:pt x="3261" y="3332"/>
                </a:lnTo>
                <a:lnTo>
                  <a:pt x="3261" y="3331"/>
                </a:lnTo>
                <a:lnTo>
                  <a:pt x="3261" y="3330"/>
                </a:lnTo>
                <a:lnTo>
                  <a:pt x="3262" y="3331"/>
                </a:lnTo>
                <a:lnTo>
                  <a:pt x="3262" y="3330"/>
                </a:lnTo>
                <a:lnTo>
                  <a:pt x="3262" y="3329"/>
                </a:lnTo>
                <a:lnTo>
                  <a:pt x="3263" y="3328"/>
                </a:lnTo>
                <a:lnTo>
                  <a:pt x="3263" y="3327"/>
                </a:lnTo>
                <a:lnTo>
                  <a:pt x="3263" y="3326"/>
                </a:lnTo>
                <a:lnTo>
                  <a:pt x="3263" y="3325"/>
                </a:lnTo>
                <a:lnTo>
                  <a:pt x="3263" y="3324"/>
                </a:lnTo>
                <a:lnTo>
                  <a:pt x="3262" y="3323"/>
                </a:lnTo>
                <a:lnTo>
                  <a:pt x="3261" y="3322"/>
                </a:lnTo>
                <a:lnTo>
                  <a:pt x="3260" y="3321"/>
                </a:lnTo>
                <a:lnTo>
                  <a:pt x="3260" y="3320"/>
                </a:lnTo>
                <a:lnTo>
                  <a:pt x="3260" y="3319"/>
                </a:lnTo>
                <a:lnTo>
                  <a:pt x="3261" y="3318"/>
                </a:lnTo>
                <a:lnTo>
                  <a:pt x="3262" y="3316"/>
                </a:lnTo>
                <a:lnTo>
                  <a:pt x="3263" y="3315"/>
                </a:lnTo>
                <a:lnTo>
                  <a:pt x="3264" y="3314"/>
                </a:lnTo>
                <a:lnTo>
                  <a:pt x="3264" y="3313"/>
                </a:lnTo>
                <a:lnTo>
                  <a:pt x="3265" y="3313"/>
                </a:lnTo>
                <a:lnTo>
                  <a:pt x="3265" y="3312"/>
                </a:lnTo>
                <a:lnTo>
                  <a:pt x="3266" y="3312"/>
                </a:lnTo>
                <a:lnTo>
                  <a:pt x="3266" y="3313"/>
                </a:lnTo>
                <a:lnTo>
                  <a:pt x="3266" y="3314"/>
                </a:lnTo>
                <a:lnTo>
                  <a:pt x="3266" y="3315"/>
                </a:lnTo>
                <a:lnTo>
                  <a:pt x="3267" y="3315"/>
                </a:lnTo>
                <a:lnTo>
                  <a:pt x="3267" y="3316"/>
                </a:lnTo>
                <a:lnTo>
                  <a:pt x="3268" y="3316"/>
                </a:lnTo>
                <a:lnTo>
                  <a:pt x="3267" y="3315"/>
                </a:lnTo>
                <a:lnTo>
                  <a:pt x="3266" y="3315"/>
                </a:lnTo>
                <a:lnTo>
                  <a:pt x="3267" y="3315"/>
                </a:lnTo>
                <a:lnTo>
                  <a:pt x="3267" y="3314"/>
                </a:lnTo>
                <a:lnTo>
                  <a:pt x="3266" y="3314"/>
                </a:lnTo>
                <a:lnTo>
                  <a:pt x="3266" y="3313"/>
                </a:lnTo>
                <a:lnTo>
                  <a:pt x="3267" y="3312"/>
                </a:lnTo>
                <a:lnTo>
                  <a:pt x="3268" y="3311"/>
                </a:lnTo>
                <a:lnTo>
                  <a:pt x="3268" y="3310"/>
                </a:lnTo>
                <a:lnTo>
                  <a:pt x="3269" y="3310"/>
                </a:lnTo>
                <a:lnTo>
                  <a:pt x="3269" y="3309"/>
                </a:lnTo>
                <a:lnTo>
                  <a:pt x="3269" y="3308"/>
                </a:lnTo>
                <a:lnTo>
                  <a:pt x="3269" y="3306"/>
                </a:lnTo>
                <a:lnTo>
                  <a:pt x="3269" y="3305"/>
                </a:lnTo>
                <a:lnTo>
                  <a:pt x="3268" y="3304"/>
                </a:lnTo>
                <a:lnTo>
                  <a:pt x="3268" y="3303"/>
                </a:lnTo>
                <a:lnTo>
                  <a:pt x="3269" y="3304"/>
                </a:lnTo>
                <a:lnTo>
                  <a:pt x="3269" y="3303"/>
                </a:lnTo>
                <a:lnTo>
                  <a:pt x="3269" y="3301"/>
                </a:lnTo>
                <a:lnTo>
                  <a:pt x="3269" y="3300"/>
                </a:lnTo>
                <a:lnTo>
                  <a:pt x="3269" y="3299"/>
                </a:lnTo>
                <a:lnTo>
                  <a:pt x="3269" y="3298"/>
                </a:lnTo>
                <a:lnTo>
                  <a:pt x="3268" y="3298"/>
                </a:lnTo>
                <a:lnTo>
                  <a:pt x="3268" y="3297"/>
                </a:lnTo>
                <a:lnTo>
                  <a:pt x="3267" y="3297"/>
                </a:lnTo>
                <a:lnTo>
                  <a:pt x="3267" y="3296"/>
                </a:lnTo>
                <a:lnTo>
                  <a:pt x="3268" y="3296"/>
                </a:lnTo>
                <a:lnTo>
                  <a:pt x="3269" y="3295"/>
                </a:lnTo>
                <a:lnTo>
                  <a:pt x="3269" y="3296"/>
                </a:lnTo>
                <a:lnTo>
                  <a:pt x="3269" y="3297"/>
                </a:lnTo>
                <a:lnTo>
                  <a:pt x="3270" y="3297"/>
                </a:lnTo>
                <a:lnTo>
                  <a:pt x="3270" y="3298"/>
                </a:lnTo>
                <a:lnTo>
                  <a:pt x="3271" y="3298"/>
                </a:lnTo>
                <a:lnTo>
                  <a:pt x="3271" y="3297"/>
                </a:lnTo>
                <a:lnTo>
                  <a:pt x="3270" y="3297"/>
                </a:lnTo>
                <a:lnTo>
                  <a:pt x="3271" y="3297"/>
                </a:lnTo>
                <a:lnTo>
                  <a:pt x="3271" y="3296"/>
                </a:lnTo>
                <a:lnTo>
                  <a:pt x="3272" y="3296"/>
                </a:lnTo>
                <a:lnTo>
                  <a:pt x="3273" y="3296"/>
                </a:lnTo>
                <a:lnTo>
                  <a:pt x="3274" y="3296"/>
                </a:lnTo>
                <a:lnTo>
                  <a:pt x="3275" y="3296"/>
                </a:lnTo>
                <a:lnTo>
                  <a:pt x="3277" y="3295"/>
                </a:lnTo>
                <a:lnTo>
                  <a:pt x="3280" y="3295"/>
                </a:lnTo>
                <a:lnTo>
                  <a:pt x="3281" y="3295"/>
                </a:lnTo>
                <a:lnTo>
                  <a:pt x="3282" y="3295"/>
                </a:lnTo>
                <a:lnTo>
                  <a:pt x="3281" y="3294"/>
                </a:lnTo>
                <a:lnTo>
                  <a:pt x="3280" y="3294"/>
                </a:lnTo>
                <a:lnTo>
                  <a:pt x="3280" y="3292"/>
                </a:lnTo>
                <a:lnTo>
                  <a:pt x="3281" y="3292"/>
                </a:lnTo>
                <a:lnTo>
                  <a:pt x="3281" y="3290"/>
                </a:lnTo>
                <a:lnTo>
                  <a:pt x="3281" y="3289"/>
                </a:lnTo>
                <a:lnTo>
                  <a:pt x="3282" y="3289"/>
                </a:lnTo>
                <a:lnTo>
                  <a:pt x="3283" y="3288"/>
                </a:lnTo>
                <a:lnTo>
                  <a:pt x="3283" y="3287"/>
                </a:lnTo>
                <a:lnTo>
                  <a:pt x="3283" y="3288"/>
                </a:lnTo>
                <a:lnTo>
                  <a:pt x="3282" y="3288"/>
                </a:lnTo>
                <a:lnTo>
                  <a:pt x="3282" y="3287"/>
                </a:lnTo>
                <a:lnTo>
                  <a:pt x="3282" y="3286"/>
                </a:lnTo>
                <a:lnTo>
                  <a:pt x="3281" y="3287"/>
                </a:lnTo>
                <a:lnTo>
                  <a:pt x="3281" y="3286"/>
                </a:lnTo>
                <a:lnTo>
                  <a:pt x="3281" y="3285"/>
                </a:lnTo>
                <a:lnTo>
                  <a:pt x="3281" y="3284"/>
                </a:lnTo>
                <a:lnTo>
                  <a:pt x="3282" y="3284"/>
                </a:lnTo>
                <a:lnTo>
                  <a:pt x="3281" y="3284"/>
                </a:lnTo>
                <a:lnTo>
                  <a:pt x="3281" y="3285"/>
                </a:lnTo>
                <a:lnTo>
                  <a:pt x="3280" y="3285"/>
                </a:lnTo>
                <a:lnTo>
                  <a:pt x="3278" y="3285"/>
                </a:lnTo>
                <a:lnTo>
                  <a:pt x="3277" y="3286"/>
                </a:lnTo>
                <a:lnTo>
                  <a:pt x="3274" y="3286"/>
                </a:lnTo>
                <a:lnTo>
                  <a:pt x="3273" y="3285"/>
                </a:lnTo>
                <a:lnTo>
                  <a:pt x="3272" y="3285"/>
                </a:lnTo>
                <a:lnTo>
                  <a:pt x="3272" y="3284"/>
                </a:lnTo>
                <a:lnTo>
                  <a:pt x="3271" y="3284"/>
                </a:lnTo>
                <a:lnTo>
                  <a:pt x="3270" y="3283"/>
                </a:lnTo>
                <a:lnTo>
                  <a:pt x="3271" y="3283"/>
                </a:lnTo>
                <a:lnTo>
                  <a:pt x="3271" y="3281"/>
                </a:lnTo>
                <a:lnTo>
                  <a:pt x="3271" y="3280"/>
                </a:lnTo>
                <a:lnTo>
                  <a:pt x="3270" y="3280"/>
                </a:lnTo>
                <a:lnTo>
                  <a:pt x="3270" y="3279"/>
                </a:lnTo>
                <a:lnTo>
                  <a:pt x="3270" y="3278"/>
                </a:lnTo>
                <a:lnTo>
                  <a:pt x="3271" y="3278"/>
                </a:lnTo>
                <a:lnTo>
                  <a:pt x="3271" y="3277"/>
                </a:lnTo>
                <a:lnTo>
                  <a:pt x="3270" y="3277"/>
                </a:lnTo>
                <a:lnTo>
                  <a:pt x="3269" y="3277"/>
                </a:lnTo>
                <a:lnTo>
                  <a:pt x="3269" y="3276"/>
                </a:lnTo>
                <a:lnTo>
                  <a:pt x="3268" y="3276"/>
                </a:lnTo>
                <a:lnTo>
                  <a:pt x="3268" y="3275"/>
                </a:lnTo>
                <a:lnTo>
                  <a:pt x="3268" y="3274"/>
                </a:lnTo>
                <a:lnTo>
                  <a:pt x="3269" y="3274"/>
                </a:lnTo>
                <a:lnTo>
                  <a:pt x="3269" y="3273"/>
                </a:lnTo>
                <a:lnTo>
                  <a:pt x="3268" y="3273"/>
                </a:lnTo>
                <a:lnTo>
                  <a:pt x="3268" y="3274"/>
                </a:lnTo>
                <a:lnTo>
                  <a:pt x="3268" y="3273"/>
                </a:lnTo>
                <a:lnTo>
                  <a:pt x="3267" y="3273"/>
                </a:lnTo>
                <a:lnTo>
                  <a:pt x="3267" y="3274"/>
                </a:lnTo>
                <a:lnTo>
                  <a:pt x="3267" y="3273"/>
                </a:lnTo>
                <a:lnTo>
                  <a:pt x="3266" y="3273"/>
                </a:lnTo>
                <a:lnTo>
                  <a:pt x="3267" y="3273"/>
                </a:lnTo>
                <a:lnTo>
                  <a:pt x="3267" y="3274"/>
                </a:lnTo>
                <a:lnTo>
                  <a:pt x="3266" y="3274"/>
                </a:lnTo>
                <a:lnTo>
                  <a:pt x="3266" y="3275"/>
                </a:lnTo>
                <a:lnTo>
                  <a:pt x="3267" y="3275"/>
                </a:lnTo>
                <a:lnTo>
                  <a:pt x="3267" y="3276"/>
                </a:lnTo>
                <a:lnTo>
                  <a:pt x="3267" y="3277"/>
                </a:lnTo>
                <a:lnTo>
                  <a:pt x="3267" y="3278"/>
                </a:lnTo>
                <a:lnTo>
                  <a:pt x="3268" y="3279"/>
                </a:lnTo>
                <a:lnTo>
                  <a:pt x="3268" y="3280"/>
                </a:lnTo>
                <a:lnTo>
                  <a:pt x="3268" y="3281"/>
                </a:lnTo>
                <a:lnTo>
                  <a:pt x="3269" y="3282"/>
                </a:lnTo>
                <a:lnTo>
                  <a:pt x="3268" y="3282"/>
                </a:lnTo>
                <a:lnTo>
                  <a:pt x="3268" y="3281"/>
                </a:lnTo>
                <a:lnTo>
                  <a:pt x="3267" y="3281"/>
                </a:lnTo>
                <a:lnTo>
                  <a:pt x="3267" y="3282"/>
                </a:lnTo>
                <a:lnTo>
                  <a:pt x="3267" y="3283"/>
                </a:lnTo>
                <a:lnTo>
                  <a:pt x="3268" y="3283"/>
                </a:lnTo>
                <a:lnTo>
                  <a:pt x="3268" y="3284"/>
                </a:lnTo>
                <a:lnTo>
                  <a:pt x="3267" y="3284"/>
                </a:lnTo>
                <a:lnTo>
                  <a:pt x="3267" y="3285"/>
                </a:lnTo>
                <a:lnTo>
                  <a:pt x="3266" y="3284"/>
                </a:lnTo>
                <a:lnTo>
                  <a:pt x="3265" y="3284"/>
                </a:lnTo>
                <a:lnTo>
                  <a:pt x="3264" y="3284"/>
                </a:lnTo>
                <a:lnTo>
                  <a:pt x="3264" y="3283"/>
                </a:lnTo>
                <a:lnTo>
                  <a:pt x="3263" y="3283"/>
                </a:lnTo>
                <a:lnTo>
                  <a:pt x="3263" y="3282"/>
                </a:lnTo>
                <a:lnTo>
                  <a:pt x="3262" y="3282"/>
                </a:lnTo>
                <a:lnTo>
                  <a:pt x="3262" y="3281"/>
                </a:lnTo>
                <a:lnTo>
                  <a:pt x="3261" y="3281"/>
                </a:lnTo>
                <a:lnTo>
                  <a:pt x="3260" y="3281"/>
                </a:lnTo>
                <a:lnTo>
                  <a:pt x="3260" y="3280"/>
                </a:lnTo>
                <a:lnTo>
                  <a:pt x="3259" y="3280"/>
                </a:lnTo>
                <a:lnTo>
                  <a:pt x="3259" y="3279"/>
                </a:lnTo>
                <a:lnTo>
                  <a:pt x="3258" y="3279"/>
                </a:lnTo>
                <a:lnTo>
                  <a:pt x="3258" y="3278"/>
                </a:lnTo>
                <a:lnTo>
                  <a:pt x="3259" y="3278"/>
                </a:lnTo>
                <a:lnTo>
                  <a:pt x="3259" y="3277"/>
                </a:lnTo>
                <a:lnTo>
                  <a:pt x="3260" y="3276"/>
                </a:lnTo>
                <a:lnTo>
                  <a:pt x="3260" y="3275"/>
                </a:lnTo>
                <a:lnTo>
                  <a:pt x="3260" y="3274"/>
                </a:lnTo>
                <a:lnTo>
                  <a:pt x="3260" y="3273"/>
                </a:lnTo>
                <a:lnTo>
                  <a:pt x="3259" y="3273"/>
                </a:lnTo>
                <a:lnTo>
                  <a:pt x="3260" y="3272"/>
                </a:lnTo>
                <a:lnTo>
                  <a:pt x="3259" y="3272"/>
                </a:lnTo>
                <a:lnTo>
                  <a:pt x="3260" y="3272"/>
                </a:lnTo>
                <a:lnTo>
                  <a:pt x="3260" y="3271"/>
                </a:lnTo>
                <a:lnTo>
                  <a:pt x="3259" y="3271"/>
                </a:lnTo>
                <a:lnTo>
                  <a:pt x="3260" y="3271"/>
                </a:lnTo>
                <a:lnTo>
                  <a:pt x="3260" y="3270"/>
                </a:lnTo>
                <a:lnTo>
                  <a:pt x="3260" y="3269"/>
                </a:lnTo>
                <a:lnTo>
                  <a:pt x="3261" y="3269"/>
                </a:lnTo>
                <a:lnTo>
                  <a:pt x="3260" y="3269"/>
                </a:lnTo>
                <a:lnTo>
                  <a:pt x="3259" y="3270"/>
                </a:lnTo>
                <a:lnTo>
                  <a:pt x="3258" y="3270"/>
                </a:lnTo>
                <a:lnTo>
                  <a:pt x="3258" y="3271"/>
                </a:lnTo>
                <a:lnTo>
                  <a:pt x="3257" y="3271"/>
                </a:lnTo>
                <a:lnTo>
                  <a:pt x="3257" y="3272"/>
                </a:lnTo>
                <a:lnTo>
                  <a:pt x="3256" y="3272"/>
                </a:lnTo>
                <a:lnTo>
                  <a:pt x="3256" y="3273"/>
                </a:lnTo>
                <a:lnTo>
                  <a:pt x="3257" y="3273"/>
                </a:lnTo>
                <a:lnTo>
                  <a:pt x="3256" y="3273"/>
                </a:lnTo>
                <a:lnTo>
                  <a:pt x="3256" y="3274"/>
                </a:lnTo>
                <a:lnTo>
                  <a:pt x="3257" y="3274"/>
                </a:lnTo>
                <a:lnTo>
                  <a:pt x="3257" y="3275"/>
                </a:lnTo>
                <a:lnTo>
                  <a:pt x="3256" y="3275"/>
                </a:lnTo>
                <a:lnTo>
                  <a:pt x="3256" y="3274"/>
                </a:lnTo>
                <a:lnTo>
                  <a:pt x="3255" y="3274"/>
                </a:lnTo>
                <a:lnTo>
                  <a:pt x="3255" y="3273"/>
                </a:lnTo>
                <a:lnTo>
                  <a:pt x="3254" y="3273"/>
                </a:lnTo>
                <a:lnTo>
                  <a:pt x="3254" y="3272"/>
                </a:lnTo>
                <a:lnTo>
                  <a:pt x="3254" y="3271"/>
                </a:lnTo>
                <a:lnTo>
                  <a:pt x="3255" y="3271"/>
                </a:lnTo>
                <a:lnTo>
                  <a:pt x="3254" y="3271"/>
                </a:lnTo>
                <a:lnTo>
                  <a:pt x="3254" y="3270"/>
                </a:lnTo>
                <a:lnTo>
                  <a:pt x="3254" y="3269"/>
                </a:lnTo>
                <a:lnTo>
                  <a:pt x="3253" y="3269"/>
                </a:lnTo>
                <a:lnTo>
                  <a:pt x="3253" y="3268"/>
                </a:lnTo>
                <a:lnTo>
                  <a:pt x="3254" y="3268"/>
                </a:lnTo>
                <a:lnTo>
                  <a:pt x="3254" y="3267"/>
                </a:lnTo>
                <a:lnTo>
                  <a:pt x="3254" y="3266"/>
                </a:lnTo>
                <a:lnTo>
                  <a:pt x="3255" y="3266"/>
                </a:lnTo>
                <a:lnTo>
                  <a:pt x="3254" y="3266"/>
                </a:lnTo>
                <a:lnTo>
                  <a:pt x="3253" y="3267"/>
                </a:lnTo>
                <a:lnTo>
                  <a:pt x="3252" y="3268"/>
                </a:lnTo>
                <a:lnTo>
                  <a:pt x="3251" y="3268"/>
                </a:lnTo>
                <a:lnTo>
                  <a:pt x="3251" y="3267"/>
                </a:lnTo>
                <a:lnTo>
                  <a:pt x="3252" y="3267"/>
                </a:lnTo>
                <a:lnTo>
                  <a:pt x="3252" y="3266"/>
                </a:lnTo>
                <a:lnTo>
                  <a:pt x="3252" y="3265"/>
                </a:lnTo>
                <a:lnTo>
                  <a:pt x="3251" y="3265"/>
                </a:lnTo>
                <a:lnTo>
                  <a:pt x="3251" y="3264"/>
                </a:lnTo>
                <a:lnTo>
                  <a:pt x="3251" y="3265"/>
                </a:lnTo>
                <a:lnTo>
                  <a:pt x="3251" y="3264"/>
                </a:lnTo>
                <a:lnTo>
                  <a:pt x="3250" y="3264"/>
                </a:lnTo>
                <a:lnTo>
                  <a:pt x="3250" y="3263"/>
                </a:lnTo>
                <a:lnTo>
                  <a:pt x="3251" y="3263"/>
                </a:lnTo>
                <a:lnTo>
                  <a:pt x="3250" y="3263"/>
                </a:lnTo>
                <a:lnTo>
                  <a:pt x="3250" y="3262"/>
                </a:lnTo>
                <a:lnTo>
                  <a:pt x="3250" y="3261"/>
                </a:lnTo>
                <a:lnTo>
                  <a:pt x="3249" y="3261"/>
                </a:lnTo>
                <a:lnTo>
                  <a:pt x="3249" y="3260"/>
                </a:lnTo>
                <a:lnTo>
                  <a:pt x="3250" y="3260"/>
                </a:lnTo>
                <a:lnTo>
                  <a:pt x="3249" y="3260"/>
                </a:lnTo>
                <a:lnTo>
                  <a:pt x="3249" y="3259"/>
                </a:lnTo>
                <a:lnTo>
                  <a:pt x="3250" y="3259"/>
                </a:lnTo>
                <a:lnTo>
                  <a:pt x="3250" y="3258"/>
                </a:lnTo>
                <a:lnTo>
                  <a:pt x="3251" y="3258"/>
                </a:lnTo>
                <a:lnTo>
                  <a:pt x="3252" y="3258"/>
                </a:lnTo>
                <a:lnTo>
                  <a:pt x="3252" y="3257"/>
                </a:lnTo>
                <a:lnTo>
                  <a:pt x="3253" y="3257"/>
                </a:lnTo>
                <a:lnTo>
                  <a:pt x="3253" y="3256"/>
                </a:lnTo>
                <a:lnTo>
                  <a:pt x="3253" y="3255"/>
                </a:lnTo>
                <a:lnTo>
                  <a:pt x="3253" y="3256"/>
                </a:lnTo>
                <a:lnTo>
                  <a:pt x="3253" y="3255"/>
                </a:lnTo>
                <a:lnTo>
                  <a:pt x="3253" y="3256"/>
                </a:lnTo>
                <a:lnTo>
                  <a:pt x="3252" y="3256"/>
                </a:lnTo>
                <a:lnTo>
                  <a:pt x="3252" y="3257"/>
                </a:lnTo>
                <a:lnTo>
                  <a:pt x="3251" y="3257"/>
                </a:lnTo>
                <a:lnTo>
                  <a:pt x="3251" y="3256"/>
                </a:lnTo>
                <a:lnTo>
                  <a:pt x="3252" y="3256"/>
                </a:lnTo>
                <a:lnTo>
                  <a:pt x="3251" y="3256"/>
                </a:lnTo>
                <a:lnTo>
                  <a:pt x="3251" y="3257"/>
                </a:lnTo>
                <a:lnTo>
                  <a:pt x="3250" y="3257"/>
                </a:lnTo>
                <a:lnTo>
                  <a:pt x="3250" y="3256"/>
                </a:lnTo>
                <a:lnTo>
                  <a:pt x="3249" y="3256"/>
                </a:lnTo>
                <a:lnTo>
                  <a:pt x="3249" y="3257"/>
                </a:lnTo>
                <a:lnTo>
                  <a:pt x="3249" y="3256"/>
                </a:lnTo>
                <a:lnTo>
                  <a:pt x="3248" y="3257"/>
                </a:lnTo>
                <a:lnTo>
                  <a:pt x="3247" y="3258"/>
                </a:lnTo>
                <a:lnTo>
                  <a:pt x="3247" y="3259"/>
                </a:lnTo>
                <a:lnTo>
                  <a:pt x="3246" y="3259"/>
                </a:lnTo>
                <a:lnTo>
                  <a:pt x="3247" y="3260"/>
                </a:lnTo>
                <a:lnTo>
                  <a:pt x="3246" y="3260"/>
                </a:lnTo>
                <a:lnTo>
                  <a:pt x="3246" y="3259"/>
                </a:lnTo>
                <a:lnTo>
                  <a:pt x="3246" y="3260"/>
                </a:lnTo>
                <a:lnTo>
                  <a:pt x="3245" y="3260"/>
                </a:lnTo>
                <a:lnTo>
                  <a:pt x="3244" y="3260"/>
                </a:lnTo>
                <a:lnTo>
                  <a:pt x="3245" y="3260"/>
                </a:lnTo>
                <a:lnTo>
                  <a:pt x="3245" y="3261"/>
                </a:lnTo>
                <a:lnTo>
                  <a:pt x="3245" y="3262"/>
                </a:lnTo>
                <a:lnTo>
                  <a:pt x="3245" y="3261"/>
                </a:lnTo>
                <a:lnTo>
                  <a:pt x="3246" y="3261"/>
                </a:lnTo>
                <a:lnTo>
                  <a:pt x="3246" y="3262"/>
                </a:lnTo>
                <a:lnTo>
                  <a:pt x="3247" y="3261"/>
                </a:lnTo>
                <a:lnTo>
                  <a:pt x="3247" y="3262"/>
                </a:lnTo>
                <a:lnTo>
                  <a:pt x="3247" y="3263"/>
                </a:lnTo>
                <a:lnTo>
                  <a:pt x="3247" y="3264"/>
                </a:lnTo>
                <a:lnTo>
                  <a:pt x="3248" y="3265"/>
                </a:lnTo>
                <a:lnTo>
                  <a:pt x="3247" y="3265"/>
                </a:lnTo>
                <a:lnTo>
                  <a:pt x="3246" y="3265"/>
                </a:lnTo>
                <a:lnTo>
                  <a:pt x="3245" y="3265"/>
                </a:lnTo>
                <a:lnTo>
                  <a:pt x="3244" y="3265"/>
                </a:lnTo>
                <a:lnTo>
                  <a:pt x="3244" y="3264"/>
                </a:lnTo>
                <a:lnTo>
                  <a:pt x="3243" y="3264"/>
                </a:lnTo>
                <a:lnTo>
                  <a:pt x="3243" y="3265"/>
                </a:lnTo>
                <a:lnTo>
                  <a:pt x="3244" y="3265"/>
                </a:lnTo>
                <a:lnTo>
                  <a:pt x="3245" y="3265"/>
                </a:lnTo>
                <a:lnTo>
                  <a:pt x="3246" y="3265"/>
                </a:lnTo>
                <a:lnTo>
                  <a:pt x="3247" y="3266"/>
                </a:lnTo>
                <a:lnTo>
                  <a:pt x="3248" y="3266"/>
                </a:lnTo>
                <a:lnTo>
                  <a:pt x="3248" y="3267"/>
                </a:lnTo>
                <a:lnTo>
                  <a:pt x="3248" y="3268"/>
                </a:lnTo>
                <a:lnTo>
                  <a:pt x="3249" y="3268"/>
                </a:lnTo>
                <a:lnTo>
                  <a:pt x="3250" y="3269"/>
                </a:lnTo>
                <a:lnTo>
                  <a:pt x="3250" y="3270"/>
                </a:lnTo>
                <a:lnTo>
                  <a:pt x="3251" y="3270"/>
                </a:lnTo>
                <a:lnTo>
                  <a:pt x="3250" y="3271"/>
                </a:lnTo>
                <a:lnTo>
                  <a:pt x="3251" y="3271"/>
                </a:lnTo>
                <a:lnTo>
                  <a:pt x="3252" y="3272"/>
                </a:lnTo>
                <a:lnTo>
                  <a:pt x="3252" y="3273"/>
                </a:lnTo>
                <a:lnTo>
                  <a:pt x="3251" y="3274"/>
                </a:lnTo>
                <a:lnTo>
                  <a:pt x="3251" y="3273"/>
                </a:lnTo>
                <a:lnTo>
                  <a:pt x="3251" y="3274"/>
                </a:lnTo>
                <a:lnTo>
                  <a:pt x="3251" y="3275"/>
                </a:lnTo>
                <a:lnTo>
                  <a:pt x="3250" y="3275"/>
                </a:lnTo>
                <a:lnTo>
                  <a:pt x="3250" y="3276"/>
                </a:lnTo>
                <a:lnTo>
                  <a:pt x="3250" y="3277"/>
                </a:lnTo>
                <a:lnTo>
                  <a:pt x="3250" y="3278"/>
                </a:lnTo>
                <a:lnTo>
                  <a:pt x="3249" y="3278"/>
                </a:lnTo>
                <a:lnTo>
                  <a:pt x="3249" y="3279"/>
                </a:lnTo>
                <a:lnTo>
                  <a:pt x="3248" y="3279"/>
                </a:lnTo>
                <a:lnTo>
                  <a:pt x="3248" y="3280"/>
                </a:lnTo>
                <a:lnTo>
                  <a:pt x="3249" y="3280"/>
                </a:lnTo>
                <a:lnTo>
                  <a:pt x="3249" y="3282"/>
                </a:lnTo>
                <a:lnTo>
                  <a:pt x="3249" y="3283"/>
                </a:lnTo>
                <a:lnTo>
                  <a:pt x="3246" y="3282"/>
                </a:lnTo>
                <a:lnTo>
                  <a:pt x="3245" y="3282"/>
                </a:lnTo>
                <a:lnTo>
                  <a:pt x="3244" y="3283"/>
                </a:lnTo>
                <a:lnTo>
                  <a:pt x="3243" y="3283"/>
                </a:lnTo>
                <a:lnTo>
                  <a:pt x="3242" y="3284"/>
                </a:lnTo>
                <a:lnTo>
                  <a:pt x="3241" y="3284"/>
                </a:lnTo>
                <a:lnTo>
                  <a:pt x="3240" y="3284"/>
                </a:lnTo>
                <a:lnTo>
                  <a:pt x="3240" y="3285"/>
                </a:lnTo>
                <a:lnTo>
                  <a:pt x="3239" y="3285"/>
                </a:lnTo>
                <a:lnTo>
                  <a:pt x="3238" y="3285"/>
                </a:lnTo>
                <a:lnTo>
                  <a:pt x="3237" y="3285"/>
                </a:lnTo>
                <a:lnTo>
                  <a:pt x="3236" y="3285"/>
                </a:lnTo>
                <a:lnTo>
                  <a:pt x="3235" y="3285"/>
                </a:lnTo>
                <a:lnTo>
                  <a:pt x="3234" y="3285"/>
                </a:lnTo>
                <a:lnTo>
                  <a:pt x="3233" y="3285"/>
                </a:lnTo>
                <a:lnTo>
                  <a:pt x="3232" y="3285"/>
                </a:lnTo>
                <a:lnTo>
                  <a:pt x="3231" y="3285"/>
                </a:lnTo>
                <a:lnTo>
                  <a:pt x="3230" y="3286"/>
                </a:lnTo>
                <a:lnTo>
                  <a:pt x="3229" y="3286"/>
                </a:lnTo>
                <a:lnTo>
                  <a:pt x="3229" y="3285"/>
                </a:lnTo>
                <a:lnTo>
                  <a:pt x="3230" y="3284"/>
                </a:lnTo>
                <a:lnTo>
                  <a:pt x="3229" y="3284"/>
                </a:lnTo>
                <a:lnTo>
                  <a:pt x="3229" y="3283"/>
                </a:lnTo>
                <a:lnTo>
                  <a:pt x="3229" y="3284"/>
                </a:lnTo>
                <a:lnTo>
                  <a:pt x="3229" y="3285"/>
                </a:lnTo>
                <a:lnTo>
                  <a:pt x="3228" y="3285"/>
                </a:lnTo>
                <a:lnTo>
                  <a:pt x="3227" y="3286"/>
                </a:lnTo>
                <a:lnTo>
                  <a:pt x="3226" y="3286"/>
                </a:lnTo>
                <a:lnTo>
                  <a:pt x="3226" y="3287"/>
                </a:lnTo>
                <a:lnTo>
                  <a:pt x="3224" y="3287"/>
                </a:lnTo>
                <a:lnTo>
                  <a:pt x="3224" y="3288"/>
                </a:lnTo>
                <a:lnTo>
                  <a:pt x="3223" y="3288"/>
                </a:lnTo>
                <a:lnTo>
                  <a:pt x="3222" y="3288"/>
                </a:lnTo>
                <a:lnTo>
                  <a:pt x="3221" y="3287"/>
                </a:lnTo>
                <a:lnTo>
                  <a:pt x="3221" y="3286"/>
                </a:lnTo>
                <a:lnTo>
                  <a:pt x="3220" y="3286"/>
                </a:lnTo>
                <a:lnTo>
                  <a:pt x="3221" y="3286"/>
                </a:lnTo>
                <a:lnTo>
                  <a:pt x="3221" y="3285"/>
                </a:lnTo>
                <a:lnTo>
                  <a:pt x="3221" y="3284"/>
                </a:lnTo>
                <a:lnTo>
                  <a:pt x="3221" y="3283"/>
                </a:lnTo>
                <a:lnTo>
                  <a:pt x="3221" y="3284"/>
                </a:lnTo>
                <a:lnTo>
                  <a:pt x="3220" y="3285"/>
                </a:lnTo>
                <a:lnTo>
                  <a:pt x="3220" y="3286"/>
                </a:lnTo>
                <a:lnTo>
                  <a:pt x="3220" y="3287"/>
                </a:lnTo>
                <a:lnTo>
                  <a:pt x="3220" y="3288"/>
                </a:lnTo>
                <a:lnTo>
                  <a:pt x="3219" y="3289"/>
                </a:lnTo>
                <a:lnTo>
                  <a:pt x="3218" y="3289"/>
                </a:lnTo>
                <a:lnTo>
                  <a:pt x="3217" y="3289"/>
                </a:lnTo>
                <a:lnTo>
                  <a:pt x="3216" y="3289"/>
                </a:lnTo>
                <a:lnTo>
                  <a:pt x="3216" y="3290"/>
                </a:lnTo>
                <a:lnTo>
                  <a:pt x="3215" y="3290"/>
                </a:lnTo>
                <a:lnTo>
                  <a:pt x="3215" y="3289"/>
                </a:lnTo>
                <a:lnTo>
                  <a:pt x="3214" y="3290"/>
                </a:lnTo>
                <a:lnTo>
                  <a:pt x="3214" y="3289"/>
                </a:lnTo>
                <a:lnTo>
                  <a:pt x="3213" y="3289"/>
                </a:lnTo>
                <a:lnTo>
                  <a:pt x="3213" y="3290"/>
                </a:lnTo>
                <a:lnTo>
                  <a:pt x="3214" y="3290"/>
                </a:lnTo>
                <a:lnTo>
                  <a:pt x="3214" y="3291"/>
                </a:lnTo>
                <a:lnTo>
                  <a:pt x="3213" y="3291"/>
                </a:lnTo>
                <a:lnTo>
                  <a:pt x="3213" y="3290"/>
                </a:lnTo>
                <a:lnTo>
                  <a:pt x="3212" y="3290"/>
                </a:lnTo>
                <a:lnTo>
                  <a:pt x="3211" y="3290"/>
                </a:lnTo>
                <a:lnTo>
                  <a:pt x="3210" y="3289"/>
                </a:lnTo>
                <a:lnTo>
                  <a:pt x="3209" y="3289"/>
                </a:lnTo>
                <a:lnTo>
                  <a:pt x="3208" y="3288"/>
                </a:lnTo>
                <a:lnTo>
                  <a:pt x="3207" y="3288"/>
                </a:lnTo>
                <a:lnTo>
                  <a:pt x="3207" y="3287"/>
                </a:lnTo>
                <a:lnTo>
                  <a:pt x="3206" y="3287"/>
                </a:lnTo>
                <a:lnTo>
                  <a:pt x="3205" y="3287"/>
                </a:lnTo>
                <a:lnTo>
                  <a:pt x="3205" y="3286"/>
                </a:lnTo>
                <a:lnTo>
                  <a:pt x="3204" y="3286"/>
                </a:lnTo>
                <a:lnTo>
                  <a:pt x="3204" y="3287"/>
                </a:lnTo>
                <a:lnTo>
                  <a:pt x="3203" y="3287"/>
                </a:lnTo>
                <a:lnTo>
                  <a:pt x="3203" y="3286"/>
                </a:lnTo>
                <a:lnTo>
                  <a:pt x="3203" y="3285"/>
                </a:lnTo>
                <a:lnTo>
                  <a:pt x="3204" y="3285"/>
                </a:lnTo>
                <a:lnTo>
                  <a:pt x="3204" y="3284"/>
                </a:lnTo>
                <a:lnTo>
                  <a:pt x="3205" y="3283"/>
                </a:lnTo>
                <a:lnTo>
                  <a:pt x="3206" y="3282"/>
                </a:lnTo>
                <a:lnTo>
                  <a:pt x="3207" y="3282"/>
                </a:lnTo>
                <a:lnTo>
                  <a:pt x="3207" y="3283"/>
                </a:lnTo>
                <a:lnTo>
                  <a:pt x="3208" y="3282"/>
                </a:lnTo>
                <a:lnTo>
                  <a:pt x="3209" y="3282"/>
                </a:lnTo>
                <a:lnTo>
                  <a:pt x="3210" y="3282"/>
                </a:lnTo>
                <a:lnTo>
                  <a:pt x="3212" y="3281"/>
                </a:lnTo>
                <a:lnTo>
                  <a:pt x="3212" y="3280"/>
                </a:lnTo>
                <a:lnTo>
                  <a:pt x="3213" y="3280"/>
                </a:lnTo>
                <a:lnTo>
                  <a:pt x="3214" y="3279"/>
                </a:lnTo>
                <a:lnTo>
                  <a:pt x="3214" y="3278"/>
                </a:lnTo>
                <a:lnTo>
                  <a:pt x="3214" y="3277"/>
                </a:lnTo>
                <a:lnTo>
                  <a:pt x="3214" y="3276"/>
                </a:lnTo>
                <a:lnTo>
                  <a:pt x="3213" y="3276"/>
                </a:lnTo>
                <a:lnTo>
                  <a:pt x="3213" y="3275"/>
                </a:lnTo>
                <a:lnTo>
                  <a:pt x="3213" y="3274"/>
                </a:lnTo>
                <a:lnTo>
                  <a:pt x="3212" y="3274"/>
                </a:lnTo>
                <a:lnTo>
                  <a:pt x="3213" y="3274"/>
                </a:lnTo>
                <a:lnTo>
                  <a:pt x="3213" y="3273"/>
                </a:lnTo>
                <a:lnTo>
                  <a:pt x="3213" y="3272"/>
                </a:lnTo>
                <a:lnTo>
                  <a:pt x="3212" y="3272"/>
                </a:lnTo>
                <a:lnTo>
                  <a:pt x="3212" y="3273"/>
                </a:lnTo>
                <a:lnTo>
                  <a:pt x="3211" y="3273"/>
                </a:lnTo>
                <a:lnTo>
                  <a:pt x="3211" y="3272"/>
                </a:lnTo>
                <a:lnTo>
                  <a:pt x="3210" y="3272"/>
                </a:lnTo>
                <a:lnTo>
                  <a:pt x="3209" y="3272"/>
                </a:lnTo>
                <a:lnTo>
                  <a:pt x="3208" y="3272"/>
                </a:lnTo>
                <a:lnTo>
                  <a:pt x="3207" y="3272"/>
                </a:lnTo>
                <a:lnTo>
                  <a:pt x="3207" y="3271"/>
                </a:lnTo>
                <a:lnTo>
                  <a:pt x="3206" y="3271"/>
                </a:lnTo>
                <a:lnTo>
                  <a:pt x="3206" y="3269"/>
                </a:lnTo>
                <a:lnTo>
                  <a:pt x="3206" y="3268"/>
                </a:lnTo>
                <a:lnTo>
                  <a:pt x="3206" y="3267"/>
                </a:lnTo>
                <a:lnTo>
                  <a:pt x="3207" y="3267"/>
                </a:lnTo>
                <a:lnTo>
                  <a:pt x="3208" y="3267"/>
                </a:lnTo>
                <a:lnTo>
                  <a:pt x="3208" y="3266"/>
                </a:lnTo>
                <a:lnTo>
                  <a:pt x="3208" y="3265"/>
                </a:lnTo>
                <a:lnTo>
                  <a:pt x="3209" y="3265"/>
                </a:lnTo>
                <a:lnTo>
                  <a:pt x="3210" y="3264"/>
                </a:lnTo>
                <a:lnTo>
                  <a:pt x="3209" y="3265"/>
                </a:lnTo>
                <a:lnTo>
                  <a:pt x="3208" y="3265"/>
                </a:lnTo>
                <a:lnTo>
                  <a:pt x="3207" y="3266"/>
                </a:lnTo>
                <a:lnTo>
                  <a:pt x="3207" y="3267"/>
                </a:lnTo>
                <a:lnTo>
                  <a:pt x="3206" y="3267"/>
                </a:lnTo>
                <a:lnTo>
                  <a:pt x="3206" y="3268"/>
                </a:lnTo>
                <a:lnTo>
                  <a:pt x="3205" y="3268"/>
                </a:lnTo>
                <a:lnTo>
                  <a:pt x="3205" y="3269"/>
                </a:lnTo>
                <a:lnTo>
                  <a:pt x="3206" y="3269"/>
                </a:lnTo>
                <a:lnTo>
                  <a:pt x="3206" y="3270"/>
                </a:lnTo>
                <a:lnTo>
                  <a:pt x="3205" y="3271"/>
                </a:lnTo>
                <a:lnTo>
                  <a:pt x="3204" y="3271"/>
                </a:lnTo>
                <a:lnTo>
                  <a:pt x="3204" y="3270"/>
                </a:lnTo>
                <a:lnTo>
                  <a:pt x="3203" y="3270"/>
                </a:lnTo>
                <a:lnTo>
                  <a:pt x="3204" y="3270"/>
                </a:lnTo>
                <a:lnTo>
                  <a:pt x="3204" y="3269"/>
                </a:lnTo>
                <a:lnTo>
                  <a:pt x="3205" y="3268"/>
                </a:lnTo>
                <a:lnTo>
                  <a:pt x="3205" y="3267"/>
                </a:lnTo>
                <a:lnTo>
                  <a:pt x="3206" y="3267"/>
                </a:lnTo>
                <a:lnTo>
                  <a:pt x="3206" y="3266"/>
                </a:lnTo>
                <a:lnTo>
                  <a:pt x="3205" y="3266"/>
                </a:lnTo>
                <a:lnTo>
                  <a:pt x="3205" y="3265"/>
                </a:lnTo>
                <a:lnTo>
                  <a:pt x="3206" y="3265"/>
                </a:lnTo>
                <a:lnTo>
                  <a:pt x="3206" y="3264"/>
                </a:lnTo>
                <a:lnTo>
                  <a:pt x="3207" y="3264"/>
                </a:lnTo>
                <a:lnTo>
                  <a:pt x="3206" y="3264"/>
                </a:lnTo>
                <a:lnTo>
                  <a:pt x="3206" y="3265"/>
                </a:lnTo>
                <a:lnTo>
                  <a:pt x="3205" y="3265"/>
                </a:lnTo>
                <a:lnTo>
                  <a:pt x="3205" y="3266"/>
                </a:lnTo>
                <a:lnTo>
                  <a:pt x="3205" y="3267"/>
                </a:lnTo>
                <a:lnTo>
                  <a:pt x="3204" y="3267"/>
                </a:lnTo>
                <a:lnTo>
                  <a:pt x="3204" y="3268"/>
                </a:lnTo>
                <a:lnTo>
                  <a:pt x="3203" y="3268"/>
                </a:lnTo>
                <a:lnTo>
                  <a:pt x="3202" y="3268"/>
                </a:lnTo>
                <a:lnTo>
                  <a:pt x="3201" y="3269"/>
                </a:lnTo>
                <a:lnTo>
                  <a:pt x="3200" y="3269"/>
                </a:lnTo>
                <a:lnTo>
                  <a:pt x="3200" y="3270"/>
                </a:lnTo>
                <a:lnTo>
                  <a:pt x="3199" y="3270"/>
                </a:lnTo>
                <a:lnTo>
                  <a:pt x="3198" y="3270"/>
                </a:lnTo>
                <a:lnTo>
                  <a:pt x="3197" y="3270"/>
                </a:lnTo>
                <a:lnTo>
                  <a:pt x="3197" y="3271"/>
                </a:lnTo>
                <a:lnTo>
                  <a:pt x="3196" y="3271"/>
                </a:lnTo>
                <a:lnTo>
                  <a:pt x="3195" y="3271"/>
                </a:lnTo>
                <a:lnTo>
                  <a:pt x="3195" y="3270"/>
                </a:lnTo>
                <a:lnTo>
                  <a:pt x="3194" y="3270"/>
                </a:lnTo>
                <a:lnTo>
                  <a:pt x="3193" y="3270"/>
                </a:lnTo>
                <a:lnTo>
                  <a:pt x="3193" y="3269"/>
                </a:lnTo>
                <a:lnTo>
                  <a:pt x="3192" y="3269"/>
                </a:lnTo>
                <a:lnTo>
                  <a:pt x="3191" y="3269"/>
                </a:lnTo>
                <a:lnTo>
                  <a:pt x="3191" y="3267"/>
                </a:lnTo>
                <a:lnTo>
                  <a:pt x="3190" y="3266"/>
                </a:lnTo>
                <a:lnTo>
                  <a:pt x="3189" y="3265"/>
                </a:lnTo>
                <a:lnTo>
                  <a:pt x="3190" y="3265"/>
                </a:lnTo>
                <a:lnTo>
                  <a:pt x="3189" y="3264"/>
                </a:lnTo>
                <a:lnTo>
                  <a:pt x="3188" y="3264"/>
                </a:lnTo>
                <a:lnTo>
                  <a:pt x="3187" y="3264"/>
                </a:lnTo>
                <a:lnTo>
                  <a:pt x="3187" y="3263"/>
                </a:lnTo>
                <a:lnTo>
                  <a:pt x="3186" y="3262"/>
                </a:lnTo>
                <a:lnTo>
                  <a:pt x="3186" y="3261"/>
                </a:lnTo>
                <a:lnTo>
                  <a:pt x="3186" y="3260"/>
                </a:lnTo>
                <a:lnTo>
                  <a:pt x="3187" y="3260"/>
                </a:lnTo>
                <a:lnTo>
                  <a:pt x="3187" y="3259"/>
                </a:lnTo>
                <a:lnTo>
                  <a:pt x="3187" y="3258"/>
                </a:lnTo>
                <a:lnTo>
                  <a:pt x="3187" y="3257"/>
                </a:lnTo>
                <a:lnTo>
                  <a:pt x="3187" y="3256"/>
                </a:lnTo>
                <a:lnTo>
                  <a:pt x="3188" y="3256"/>
                </a:lnTo>
                <a:lnTo>
                  <a:pt x="3189" y="3256"/>
                </a:lnTo>
                <a:lnTo>
                  <a:pt x="3190" y="3255"/>
                </a:lnTo>
                <a:lnTo>
                  <a:pt x="3191" y="3255"/>
                </a:lnTo>
                <a:lnTo>
                  <a:pt x="3190" y="3255"/>
                </a:lnTo>
                <a:lnTo>
                  <a:pt x="3189" y="3255"/>
                </a:lnTo>
                <a:lnTo>
                  <a:pt x="3189" y="3254"/>
                </a:lnTo>
                <a:lnTo>
                  <a:pt x="3189" y="3253"/>
                </a:lnTo>
                <a:lnTo>
                  <a:pt x="3190" y="3253"/>
                </a:lnTo>
                <a:lnTo>
                  <a:pt x="3189" y="3253"/>
                </a:lnTo>
                <a:lnTo>
                  <a:pt x="3189" y="3254"/>
                </a:lnTo>
                <a:lnTo>
                  <a:pt x="3189" y="3255"/>
                </a:lnTo>
                <a:lnTo>
                  <a:pt x="3188" y="3255"/>
                </a:lnTo>
                <a:lnTo>
                  <a:pt x="3187" y="3255"/>
                </a:lnTo>
                <a:lnTo>
                  <a:pt x="3187" y="3254"/>
                </a:lnTo>
                <a:lnTo>
                  <a:pt x="3187" y="3253"/>
                </a:lnTo>
                <a:lnTo>
                  <a:pt x="3187" y="3252"/>
                </a:lnTo>
                <a:lnTo>
                  <a:pt x="3186" y="3252"/>
                </a:lnTo>
                <a:lnTo>
                  <a:pt x="3186" y="3251"/>
                </a:lnTo>
                <a:lnTo>
                  <a:pt x="3186" y="3250"/>
                </a:lnTo>
                <a:lnTo>
                  <a:pt x="3185" y="3250"/>
                </a:lnTo>
                <a:lnTo>
                  <a:pt x="3184" y="3249"/>
                </a:lnTo>
                <a:lnTo>
                  <a:pt x="3184" y="3250"/>
                </a:lnTo>
                <a:lnTo>
                  <a:pt x="3185" y="3250"/>
                </a:lnTo>
                <a:lnTo>
                  <a:pt x="3185" y="3251"/>
                </a:lnTo>
                <a:lnTo>
                  <a:pt x="3185" y="3252"/>
                </a:lnTo>
                <a:lnTo>
                  <a:pt x="3184" y="3251"/>
                </a:lnTo>
                <a:lnTo>
                  <a:pt x="3183" y="3251"/>
                </a:lnTo>
                <a:lnTo>
                  <a:pt x="3184" y="3251"/>
                </a:lnTo>
                <a:lnTo>
                  <a:pt x="3184" y="3252"/>
                </a:lnTo>
                <a:lnTo>
                  <a:pt x="3184" y="3253"/>
                </a:lnTo>
                <a:lnTo>
                  <a:pt x="3185" y="3253"/>
                </a:lnTo>
                <a:lnTo>
                  <a:pt x="3186" y="3253"/>
                </a:lnTo>
                <a:lnTo>
                  <a:pt x="3186" y="3254"/>
                </a:lnTo>
                <a:lnTo>
                  <a:pt x="3186" y="3256"/>
                </a:lnTo>
                <a:lnTo>
                  <a:pt x="3185" y="3257"/>
                </a:lnTo>
                <a:lnTo>
                  <a:pt x="3185" y="3258"/>
                </a:lnTo>
                <a:lnTo>
                  <a:pt x="3184" y="3258"/>
                </a:lnTo>
                <a:lnTo>
                  <a:pt x="3185" y="3258"/>
                </a:lnTo>
                <a:lnTo>
                  <a:pt x="3185" y="3259"/>
                </a:lnTo>
                <a:lnTo>
                  <a:pt x="3184" y="3260"/>
                </a:lnTo>
                <a:lnTo>
                  <a:pt x="3184" y="3259"/>
                </a:lnTo>
                <a:lnTo>
                  <a:pt x="3183" y="3259"/>
                </a:lnTo>
                <a:lnTo>
                  <a:pt x="3183" y="3260"/>
                </a:lnTo>
                <a:lnTo>
                  <a:pt x="3184" y="3260"/>
                </a:lnTo>
                <a:lnTo>
                  <a:pt x="3184" y="3261"/>
                </a:lnTo>
                <a:lnTo>
                  <a:pt x="3184" y="3262"/>
                </a:lnTo>
                <a:lnTo>
                  <a:pt x="3185" y="3262"/>
                </a:lnTo>
                <a:lnTo>
                  <a:pt x="3185" y="3263"/>
                </a:lnTo>
                <a:lnTo>
                  <a:pt x="3185" y="3264"/>
                </a:lnTo>
                <a:lnTo>
                  <a:pt x="3185" y="3265"/>
                </a:lnTo>
                <a:lnTo>
                  <a:pt x="3185" y="3266"/>
                </a:lnTo>
                <a:lnTo>
                  <a:pt x="3186" y="3266"/>
                </a:lnTo>
                <a:lnTo>
                  <a:pt x="3187" y="3266"/>
                </a:lnTo>
                <a:lnTo>
                  <a:pt x="3187" y="3267"/>
                </a:lnTo>
                <a:lnTo>
                  <a:pt x="3187" y="3268"/>
                </a:lnTo>
                <a:lnTo>
                  <a:pt x="3186" y="3268"/>
                </a:lnTo>
                <a:lnTo>
                  <a:pt x="3185" y="3268"/>
                </a:lnTo>
                <a:lnTo>
                  <a:pt x="3184" y="3268"/>
                </a:lnTo>
                <a:lnTo>
                  <a:pt x="3183" y="3268"/>
                </a:lnTo>
                <a:lnTo>
                  <a:pt x="3183" y="3267"/>
                </a:lnTo>
                <a:lnTo>
                  <a:pt x="3182" y="3267"/>
                </a:lnTo>
                <a:lnTo>
                  <a:pt x="3181" y="3267"/>
                </a:lnTo>
                <a:lnTo>
                  <a:pt x="3180" y="3267"/>
                </a:lnTo>
                <a:lnTo>
                  <a:pt x="3179" y="3267"/>
                </a:lnTo>
                <a:lnTo>
                  <a:pt x="3179" y="3268"/>
                </a:lnTo>
                <a:lnTo>
                  <a:pt x="3178" y="3268"/>
                </a:lnTo>
                <a:lnTo>
                  <a:pt x="3177" y="3269"/>
                </a:lnTo>
                <a:lnTo>
                  <a:pt x="3176" y="3269"/>
                </a:lnTo>
                <a:lnTo>
                  <a:pt x="3176" y="3270"/>
                </a:lnTo>
                <a:lnTo>
                  <a:pt x="3176" y="3269"/>
                </a:lnTo>
                <a:lnTo>
                  <a:pt x="3175" y="3269"/>
                </a:lnTo>
                <a:lnTo>
                  <a:pt x="3175" y="3268"/>
                </a:lnTo>
                <a:lnTo>
                  <a:pt x="3175" y="3267"/>
                </a:lnTo>
                <a:lnTo>
                  <a:pt x="3175" y="3266"/>
                </a:lnTo>
                <a:lnTo>
                  <a:pt x="3174" y="3265"/>
                </a:lnTo>
                <a:lnTo>
                  <a:pt x="3173" y="3265"/>
                </a:lnTo>
                <a:lnTo>
                  <a:pt x="3173" y="3264"/>
                </a:lnTo>
                <a:lnTo>
                  <a:pt x="3174" y="3264"/>
                </a:lnTo>
                <a:lnTo>
                  <a:pt x="3174" y="3263"/>
                </a:lnTo>
                <a:lnTo>
                  <a:pt x="3173" y="3262"/>
                </a:lnTo>
                <a:lnTo>
                  <a:pt x="3173" y="3261"/>
                </a:lnTo>
                <a:lnTo>
                  <a:pt x="3173" y="3260"/>
                </a:lnTo>
                <a:lnTo>
                  <a:pt x="3173" y="3259"/>
                </a:lnTo>
                <a:lnTo>
                  <a:pt x="3173" y="3258"/>
                </a:lnTo>
                <a:lnTo>
                  <a:pt x="3174" y="3257"/>
                </a:lnTo>
                <a:lnTo>
                  <a:pt x="3173" y="3257"/>
                </a:lnTo>
                <a:lnTo>
                  <a:pt x="3174" y="3257"/>
                </a:lnTo>
                <a:lnTo>
                  <a:pt x="3173" y="3257"/>
                </a:lnTo>
                <a:lnTo>
                  <a:pt x="3173" y="3258"/>
                </a:lnTo>
                <a:lnTo>
                  <a:pt x="3172" y="3259"/>
                </a:lnTo>
                <a:lnTo>
                  <a:pt x="3172" y="3260"/>
                </a:lnTo>
                <a:lnTo>
                  <a:pt x="3171" y="3260"/>
                </a:lnTo>
                <a:lnTo>
                  <a:pt x="3171" y="3259"/>
                </a:lnTo>
                <a:lnTo>
                  <a:pt x="3170" y="3259"/>
                </a:lnTo>
                <a:lnTo>
                  <a:pt x="3170" y="3258"/>
                </a:lnTo>
                <a:lnTo>
                  <a:pt x="3169" y="3259"/>
                </a:lnTo>
                <a:lnTo>
                  <a:pt x="3169" y="3258"/>
                </a:lnTo>
                <a:lnTo>
                  <a:pt x="3168" y="3258"/>
                </a:lnTo>
                <a:lnTo>
                  <a:pt x="3168" y="3259"/>
                </a:lnTo>
                <a:lnTo>
                  <a:pt x="3170" y="3259"/>
                </a:lnTo>
                <a:lnTo>
                  <a:pt x="3170" y="3261"/>
                </a:lnTo>
                <a:lnTo>
                  <a:pt x="3169" y="3261"/>
                </a:lnTo>
                <a:lnTo>
                  <a:pt x="3170" y="3263"/>
                </a:lnTo>
                <a:lnTo>
                  <a:pt x="3168" y="3264"/>
                </a:lnTo>
                <a:lnTo>
                  <a:pt x="3166" y="3262"/>
                </a:lnTo>
                <a:lnTo>
                  <a:pt x="3166" y="3261"/>
                </a:lnTo>
                <a:lnTo>
                  <a:pt x="3167" y="3261"/>
                </a:lnTo>
                <a:lnTo>
                  <a:pt x="3167" y="3259"/>
                </a:lnTo>
                <a:lnTo>
                  <a:pt x="3166" y="3259"/>
                </a:lnTo>
                <a:lnTo>
                  <a:pt x="3166" y="3257"/>
                </a:lnTo>
                <a:lnTo>
                  <a:pt x="3167" y="3257"/>
                </a:lnTo>
                <a:lnTo>
                  <a:pt x="3167" y="3256"/>
                </a:lnTo>
                <a:lnTo>
                  <a:pt x="3167" y="3255"/>
                </a:lnTo>
                <a:lnTo>
                  <a:pt x="3168" y="3254"/>
                </a:lnTo>
                <a:lnTo>
                  <a:pt x="3167" y="3254"/>
                </a:lnTo>
                <a:lnTo>
                  <a:pt x="3167" y="3253"/>
                </a:lnTo>
                <a:lnTo>
                  <a:pt x="3168" y="3253"/>
                </a:lnTo>
                <a:lnTo>
                  <a:pt x="3168" y="3252"/>
                </a:lnTo>
                <a:lnTo>
                  <a:pt x="3169" y="3252"/>
                </a:lnTo>
                <a:lnTo>
                  <a:pt x="3169" y="3251"/>
                </a:lnTo>
                <a:lnTo>
                  <a:pt x="3170" y="3251"/>
                </a:lnTo>
                <a:lnTo>
                  <a:pt x="3170" y="3250"/>
                </a:lnTo>
                <a:lnTo>
                  <a:pt x="3169" y="3250"/>
                </a:lnTo>
                <a:lnTo>
                  <a:pt x="3169" y="3251"/>
                </a:lnTo>
                <a:lnTo>
                  <a:pt x="3168" y="3252"/>
                </a:lnTo>
                <a:lnTo>
                  <a:pt x="3168" y="3251"/>
                </a:lnTo>
                <a:lnTo>
                  <a:pt x="3168" y="3250"/>
                </a:lnTo>
                <a:lnTo>
                  <a:pt x="3167" y="3250"/>
                </a:lnTo>
                <a:lnTo>
                  <a:pt x="3168" y="3251"/>
                </a:lnTo>
                <a:lnTo>
                  <a:pt x="3168" y="3252"/>
                </a:lnTo>
                <a:lnTo>
                  <a:pt x="3167" y="3253"/>
                </a:lnTo>
                <a:lnTo>
                  <a:pt x="3167" y="3254"/>
                </a:lnTo>
                <a:lnTo>
                  <a:pt x="3166" y="3254"/>
                </a:lnTo>
                <a:lnTo>
                  <a:pt x="3166" y="3253"/>
                </a:lnTo>
                <a:lnTo>
                  <a:pt x="3165" y="3253"/>
                </a:lnTo>
                <a:lnTo>
                  <a:pt x="3166" y="3253"/>
                </a:lnTo>
                <a:lnTo>
                  <a:pt x="3166" y="3254"/>
                </a:lnTo>
                <a:lnTo>
                  <a:pt x="3167" y="3255"/>
                </a:lnTo>
                <a:lnTo>
                  <a:pt x="3166" y="3255"/>
                </a:lnTo>
                <a:lnTo>
                  <a:pt x="3166" y="3257"/>
                </a:lnTo>
                <a:lnTo>
                  <a:pt x="3165" y="3257"/>
                </a:lnTo>
                <a:lnTo>
                  <a:pt x="3165" y="3260"/>
                </a:lnTo>
                <a:lnTo>
                  <a:pt x="3164" y="3260"/>
                </a:lnTo>
                <a:lnTo>
                  <a:pt x="3165" y="3260"/>
                </a:lnTo>
                <a:lnTo>
                  <a:pt x="3164" y="3260"/>
                </a:lnTo>
                <a:lnTo>
                  <a:pt x="3163" y="3260"/>
                </a:lnTo>
                <a:lnTo>
                  <a:pt x="3163" y="3259"/>
                </a:lnTo>
                <a:lnTo>
                  <a:pt x="3163" y="3258"/>
                </a:lnTo>
                <a:lnTo>
                  <a:pt x="3163" y="3257"/>
                </a:lnTo>
                <a:lnTo>
                  <a:pt x="3163" y="3256"/>
                </a:lnTo>
                <a:lnTo>
                  <a:pt x="3163" y="3255"/>
                </a:lnTo>
                <a:lnTo>
                  <a:pt x="3162" y="3255"/>
                </a:lnTo>
                <a:lnTo>
                  <a:pt x="3163" y="3254"/>
                </a:lnTo>
                <a:lnTo>
                  <a:pt x="3162" y="3254"/>
                </a:lnTo>
                <a:lnTo>
                  <a:pt x="3162" y="3253"/>
                </a:lnTo>
                <a:lnTo>
                  <a:pt x="3161" y="3253"/>
                </a:lnTo>
                <a:lnTo>
                  <a:pt x="3161" y="3252"/>
                </a:lnTo>
                <a:lnTo>
                  <a:pt x="3160" y="3252"/>
                </a:lnTo>
                <a:lnTo>
                  <a:pt x="3160" y="3251"/>
                </a:lnTo>
                <a:lnTo>
                  <a:pt x="3160" y="3250"/>
                </a:lnTo>
                <a:lnTo>
                  <a:pt x="3161" y="3250"/>
                </a:lnTo>
                <a:lnTo>
                  <a:pt x="3161" y="3249"/>
                </a:lnTo>
                <a:lnTo>
                  <a:pt x="3162" y="3249"/>
                </a:lnTo>
                <a:lnTo>
                  <a:pt x="3162" y="3248"/>
                </a:lnTo>
                <a:lnTo>
                  <a:pt x="3163" y="3247"/>
                </a:lnTo>
                <a:lnTo>
                  <a:pt x="3163" y="3246"/>
                </a:lnTo>
                <a:lnTo>
                  <a:pt x="3164" y="3246"/>
                </a:lnTo>
                <a:lnTo>
                  <a:pt x="3164" y="3245"/>
                </a:lnTo>
                <a:lnTo>
                  <a:pt x="3164" y="3244"/>
                </a:lnTo>
                <a:lnTo>
                  <a:pt x="3163" y="3244"/>
                </a:lnTo>
                <a:lnTo>
                  <a:pt x="3164" y="3243"/>
                </a:lnTo>
                <a:lnTo>
                  <a:pt x="3165" y="3243"/>
                </a:lnTo>
                <a:lnTo>
                  <a:pt x="3165" y="3242"/>
                </a:lnTo>
                <a:lnTo>
                  <a:pt x="3166" y="3242"/>
                </a:lnTo>
                <a:lnTo>
                  <a:pt x="3166" y="3241"/>
                </a:lnTo>
                <a:lnTo>
                  <a:pt x="3165" y="3240"/>
                </a:lnTo>
                <a:lnTo>
                  <a:pt x="3165" y="3241"/>
                </a:lnTo>
                <a:lnTo>
                  <a:pt x="3164" y="3241"/>
                </a:lnTo>
                <a:lnTo>
                  <a:pt x="3164" y="3240"/>
                </a:lnTo>
                <a:lnTo>
                  <a:pt x="3163" y="3240"/>
                </a:lnTo>
                <a:lnTo>
                  <a:pt x="3163" y="3241"/>
                </a:lnTo>
                <a:lnTo>
                  <a:pt x="3162" y="3241"/>
                </a:lnTo>
                <a:lnTo>
                  <a:pt x="3161" y="3241"/>
                </a:lnTo>
                <a:lnTo>
                  <a:pt x="3160" y="3241"/>
                </a:lnTo>
                <a:lnTo>
                  <a:pt x="3159" y="3241"/>
                </a:lnTo>
                <a:lnTo>
                  <a:pt x="3159" y="3240"/>
                </a:lnTo>
                <a:lnTo>
                  <a:pt x="3159" y="3241"/>
                </a:lnTo>
                <a:lnTo>
                  <a:pt x="3158" y="3241"/>
                </a:lnTo>
                <a:lnTo>
                  <a:pt x="3158" y="3239"/>
                </a:lnTo>
                <a:lnTo>
                  <a:pt x="3159" y="3239"/>
                </a:lnTo>
                <a:lnTo>
                  <a:pt x="3159" y="3238"/>
                </a:lnTo>
                <a:lnTo>
                  <a:pt x="3158" y="3238"/>
                </a:lnTo>
                <a:lnTo>
                  <a:pt x="3158" y="3239"/>
                </a:lnTo>
                <a:lnTo>
                  <a:pt x="3157" y="3239"/>
                </a:lnTo>
                <a:lnTo>
                  <a:pt x="3157" y="3240"/>
                </a:lnTo>
                <a:lnTo>
                  <a:pt x="3157" y="3241"/>
                </a:lnTo>
                <a:lnTo>
                  <a:pt x="3156" y="3242"/>
                </a:lnTo>
                <a:lnTo>
                  <a:pt x="3156" y="3241"/>
                </a:lnTo>
                <a:lnTo>
                  <a:pt x="3155" y="3241"/>
                </a:lnTo>
                <a:lnTo>
                  <a:pt x="3154" y="3241"/>
                </a:lnTo>
                <a:lnTo>
                  <a:pt x="3154" y="3242"/>
                </a:lnTo>
                <a:lnTo>
                  <a:pt x="3155" y="3242"/>
                </a:lnTo>
                <a:lnTo>
                  <a:pt x="3155" y="3243"/>
                </a:lnTo>
                <a:lnTo>
                  <a:pt x="3154" y="3243"/>
                </a:lnTo>
                <a:lnTo>
                  <a:pt x="3153" y="3243"/>
                </a:lnTo>
                <a:lnTo>
                  <a:pt x="3152" y="3243"/>
                </a:lnTo>
                <a:lnTo>
                  <a:pt x="3153" y="3243"/>
                </a:lnTo>
                <a:lnTo>
                  <a:pt x="3153" y="3244"/>
                </a:lnTo>
                <a:lnTo>
                  <a:pt x="3153" y="3245"/>
                </a:lnTo>
                <a:lnTo>
                  <a:pt x="3152" y="3246"/>
                </a:lnTo>
                <a:lnTo>
                  <a:pt x="3152" y="3245"/>
                </a:lnTo>
                <a:lnTo>
                  <a:pt x="3151" y="3245"/>
                </a:lnTo>
                <a:lnTo>
                  <a:pt x="3151" y="3244"/>
                </a:lnTo>
                <a:lnTo>
                  <a:pt x="3150" y="3243"/>
                </a:lnTo>
                <a:lnTo>
                  <a:pt x="3151" y="3243"/>
                </a:lnTo>
                <a:lnTo>
                  <a:pt x="3151" y="3242"/>
                </a:lnTo>
                <a:lnTo>
                  <a:pt x="3150" y="3242"/>
                </a:lnTo>
                <a:lnTo>
                  <a:pt x="3150" y="3243"/>
                </a:lnTo>
                <a:lnTo>
                  <a:pt x="3150" y="3244"/>
                </a:lnTo>
                <a:lnTo>
                  <a:pt x="3151" y="3245"/>
                </a:lnTo>
                <a:lnTo>
                  <a:pt x="3151" y="3246"/>
                </a:lnTo>
                <a:lnTo>
                  <a:pt x="3152" y="3247"/>
                </a:lnTo>
                <a:lnTo>
                  <a:pt x="3153" y="3247"/>
                </a:lnTo>
                <a:lnTo>
                  <a:pt x="3153" y="3248"/>
                </a:lnTo>
                <a:lnTo>
                  <a:pt x="3154" y="3248"/>
                </a:lnTo>
                <a:lnTo>
                  <a:pt x="3154" y="3249"/>
                </a:lnTo>
                <a:lnTo>
                  <a:pt x="3154" y="3250"/>
                </a:lnTo>
                <a:lnTo>
                  <a:pt x="3155" y="3250"/>
                </a:lnTo>
                <a:lnTo>
                  <a:pt x="3155" y="3251"/>
                </a:lnTo>
                <a:lnTo>
                  <a:pt x="3155" y="3252"/>
                </a:lnTo>
                <a:lnTo>
                  <a:pt x="3155" y="3253"/>
                </a:lnTo>
                <a:lnTo>
                  <a:pt x="3156" y="3253"/>
                </a:lnTo>
                <a:lnTo>
                  <a:pt x="3156" y="3254"/>
                </a:lnTo>
                <a:lnTo>
                  <a:pt x="3156" y="3255"/>
                </a:lnTo>
                <a:lnTo>
                  <a:pt x="3157" y="3255"/>
                </a:lnTo>
                <a:lnTo>
                  <a:pt x="3158" y="3255"/>
                </a:lnTo>
                <a:lnTo>
                  <a:pt x="3159" y="3255"/>
                </a:lnTo>
                <a:lnTo>
                  <a:pt x="3158" y="3255"/>
                </a:lnTo>
                <a:lnTo>
                  <a:pt x="3158" y="3256"/>
                </a:lnTo>
                <a:lnTo>
                  <a:pt x="3157" y="3257"/>
                </a:lnTo>
                <a:lnTo>
                  <a:pt x="3156" y="3257"/>
                </a:lnTo>
                <a:lnTo>
                  <a:pt x="3156" y="3258"/>
                </a:lnTo>
                <a:lnTo>
                  <a:pt x="3155" y="3258"/>
                </a:lnTo>
                <a:lnTo>
                  <a:pt x="3155" y="3257"/>
                </a:lnTo>
                <a:lnTo>
                  <a:pt x="3155" y="3258"/>
                </a:lnTo>
                <a:lnTo>
                  <a:pt x="3155" y="3257"/>
                </a:lnTo>
                <a:lnTo>
                  <a:pt x="3154" y="3257"/>
                </a:lnTo>
                <a:lnTo>
                  <a:pt x="3155" y="3256"/>
                </a:lnTo>
                <a:lnTo>
                  <a:pt x="3154" y="3255"/>
                </a:lnTo>
                <a:lnTo>
                  <a:pt x="3154" y="3256"/>
                </a:lnTo>
                <a:lnTo>
                  <a:pt x="3154" y="3257"/>
                </a:lnTo>
                <a:lnTo>
                  <a:pt x="3154" y="3258"/>
                </a:lnTo>
                <a:lnTo>
                  <a:pt x="3155" y="3258"/>
                </a:lnTo>
                <a:lnTo>
                  <a:pt x="3155" y="3259"/>
                </a:lnTo>
                <a:lnTo>
                  <a:pt x="3154" y="3259"/>
                </a:lnTo>
                <a:lnTo>
                  <a:pt x="3154" y="3260"/>
                </a:lnTo>
                <a:lnTo>
                  <a:pt x="3155" y="3260"/>
                </a:lnTo>
                <a:lnTo>
                  <a:pt x="3155" y="3259"/>
                </a:lnTo>
                <a:lnTo>
                  <a:pt x="3156" y="3260"/>
                </a:lnTo>
                <a:lnTo>
                  <a:pt x="3156" y="3259"/>
                </a:lnTo>
                <a:lnTo>
                  <a:pt x="3157" y="3258"/>
                </a:lnTo>
                <a:lnTo>
                  <a:pt x="3157" y="3257"/>
                </a:lnTo>
                <a:lnTo>
                  <a:pt x="3158" y="3257"/>
                </a:lnTo>
                <a:lnTo>
                  <a:pt x="3158" y="3258"/>
                </a:lnTo>
                <a:lnTo>
                  <a:pt x="3159" y="3258"/>
                </a:lnTo>
                <a:lnTo>
                  <a:pt x="3159" y="3259"/>
                </a:lnTo>
                <a:lnTo>
                  <a:pt x="3158" y="3259"/>
                </a:lnTo>
                <a:lnTo>
                  <a:pt x="3158" y="3260"/>
                </a:lnTo>
                <a:lnTo>
                  <a:pt x="3157" y="3260"/>
                </a:lnTo>
                <a:lnTo>
                  <a:pt x="3158" y="3260"/>
                </a:lnTo>
                <a:lnTo>
                  <a:pt x="3157" y="3261"/>
                </a:lnTo>
                <a:lnTo>
                  <a:pt x="3157" y="3262"/>
                </a:lnTo>
                <a:lnTo>
                  <a:pt x="3157" y="3261"/>
                </a:lnTo>
                <a:lnTo>
                  <a:pt x="3158" y="3261"/>
                </a:lnTo>
                <a:lnTo>
                  <a:pt x="3159" y="3261"/>
                </a:lnTo>
                <a:lnTo>
                  <a:pt x="3159" y="3260"/>
                </a:lnTo>
                <a:lnTo>
                  <a:pt x="3160" y="3260"/>
                </a:lnTo>
                <a:lnTo>
                  <a:pt x="3160" y="3261"/>
                </a:lnTo>
                <a:lnTo>
                  <a:pt x="3160" y="3262"/>
                </a:lnTo>
                <a:lnTo>
                  <a:pt x="3160" y="3263"/>
                </a:lnTo>
                <a:lnTo>
                  <a:pt x="3160" y="3264"/>
                </a:lnTo>
                <a:lnTo>
                  <a:pt x="3159" y="3264"/>
                </a:lnTo>
                <a:lnTo>
                  <a:pt x="3158" y="3264"/>
                </a:lnTo>
                <a:lnTo>
                  <a:pt x="3158" y="3265"/>
                </a:lnTo>
                <a:lnTo>
                  <a:pt x="3159" y="3265"/>
                </a:lnTo>
                <a:lnTo>
                  <a:pt x="3159" y="3264"/>
                </a:lnTo>
                <a:lnTo>
                  <a:pt x="3159" y="3265"/>
                </a:lnTo>
                <a:lnTo>
                  <a:pt x="3159" y="3266"/>
                </a:lnTo>
                <a:lnTo>
                  <a:pt x="3158" y="3266"/>
                </a:lnTo>
                <a:lnTo>
                  <a:pt x="3158" y="3267"/>
                </a:lnTo>
                <a:lnTo>
                  <a:pt x="3157" y="3267"/>
                </a:lnTo>
                <a:lnTo>
                  <a:pt x="3157" y="3266"/>
                </a:lnTo>
                <a:lnTo>
                  <a:pt x="3156" y="3266"/>
                </a:lnTo>
                <a:lnTo>
                  <a:pt x="3156" y="3267"/>
                </a:lnTo>
                <a:lnTo>
                  <a:pt x="3157" y="3267"/>
                </a:lnTo>
                <a:lnTo>
                  <a:pt x="3157" y="3268"/>
                </a:lnTo>
                <a:lnTo>
                  <a:pt x="3157" y="3269"/>
                </a:lnTo>
                <a:lnTo>
                  <a:pt x="3156" y="3269"/>
                </a:lnTo>
                <a:lnTo>
                  <a:pt x="3157" y="3269"/>
                </a:lnTo>
                <a:lnTo>
                  <a:pt x="3156" y="3270"/>
                </a:lnTo>
                <a:lnTo>
                  <a:pt x="3156" y="3271"/>
                </a:lnTo>
                <a:lnTo>
                  <a:pt x="3155" y="3271"/>
                </a:lnTo>
                <a:lnTo>
                  <a:pt x="3153" y="3272"/>
                </a:lnTo>
                <a:lnTo>
                  <a:pt x="3152" y="3272"/>
                </a:lnTo>
                <a:lnTo>
                  <a:pt x="3152" y="3271"/>
                </a:lnTo>
                <a:lnTo>
                  <a:pt x="3153" y="3270"/>
                </a:lnTo>
                <a:lnTo>
                  <a:pt x="3154" y="3270"/>
                </a:lnTo>
                <a:lnTo>
                  <a:pt x="3154" y="3269"/>
                </a:lnTo>
                <a:lnTo>
                  <a:pt x="3153" y="3269"/>
                </a:lnTo>
                <a:lnTo>
                  <a:pt x="3153" y="3270"/>
                </a:lnTo>
                <a:lnTo>
                  <a:pt x="3152" y="3270"/>
                </a:lnTo>
                <a:lnTo>
                  <a:pt x="3152" y="3271"/>
                </a:lnTo>
                <a:lnTo>
                  <a:pt x="3152" y="3272"/>
                </a:lnTo>
                <a:lnTo>
                  <a:pt x="3152" y="3273"/>
                </a:lnTo>
                <a:lnTo>
                  <a:pt x="3152" y="3274"/>
                </a:lnTo>
                <a:lnTo>
                  <a:pt x="3151" y="3274"/>
                </a:lnTo>
                <a:lnTo>
                  <a:pt x="3152" y="3274"/>
                </a:lnTo>
                <a:lnTo>
                  <a:pt x="3152" y="3275"/>
                </a:lnTo>
                <a:lnTo>
                  <a:pt x="3150" y="3275"/>
                </a:lnTo>
                <a:lnTo>
                  <a:pt x="3149" y="3275"/>
                </a:lnTo>
                <a:lnTo>
                  <a:pt x="3147" y="3275"/>
                </a:lnTo>
                <a:lnTo>
                  <a:pt x="3146" y="3275"/>
                </a:lnTo>
                <a:lnTo>
                  <a:pt x="3146" y="3276"/>
                </a:lnTo>
                <a:lnTo>
                  <a:pt x="3145" y="3276"/>
                </a:lnTo>
                <a:lnTo>
                  <a:pt x="3145" y="3277"/>
                </a:lnTo>
                <a:lnTo>
                  <a:pt x="3143" y="3277"/>
                </a:lnTo>
                <a:lnTo>
                  <a:pt x="3143" y="3276"/>
                </a:lnTo>
                <a:lnTo>
                  <a:pt x="3143" y="3275"/>
                </a:lnTo>
                <a:lnTo>
                  <a:pt x="3143" y="3273"/>
                </a:lnTo>
                <a:lnTo>
                  <a:pt x="3145" y="3273"/>
                </a:lnTo>
                <a:lnTo>
                  <a:pt x="3145" y="3272"/>
                </a:lnTo>
                <a:lnTo>
                  <a:pt x="3144" y="3271"/>
                </a:lnTo>
                <a:lnTo>
                  <a:pt x="3145" y="3271"/>
                </a:lnTo>
                <a:lnTo>
                  <a:pt x="3146" y="3271"/>
                </a:lnTo>
                <a:lnTo>
                  <a:pt x="3146" y="3270"/>
                </a:lnTo>
                <a:lnTo>
                  <a:pt x="3147" y="3270"/>
                </a:lnTo>
                <a:lnTo>
                  <a:pt x="3147" y="3271"/>
                </a:lnTo>
                <a:lnTo>
                  <a:pt x="3148" y="3271"/>
                </a:lnTo>
                <a:lnTo>
                  <a:pt x="3148" y="3270"/>
                </a:lnTo>
                <a:lnTo>
                  <a:pt x="3149" y="3270"/>
                </a:lnTo>
                <a:lnTo>
                  <a:pt x="3149" y="3269"/>
                </a:lnTo>
                <a:lnTo>
                  <a:pt x="3148" y="3269"/>
                </a:lnTo>
                <a:lnTo>
                  <a:pt x="3147" y="3270"/>
                </a:lnTo>
                <a:lnTo>
                  <a:pt x="3147" y="3269"/>
                </a:lnTo>
                <a:lnTo>
                  <a:pt x="3146" y="3269"/>
                </a:lnTo>
                <a:lnTo>
                  <a:pt x="3146" y="3268"/>
                </a:lnTo>
                <a:lnTo>
                  <a:pt x="3147" y="3268"/>
                </a:lnTo>
                <a:lnTo>
                  <a:pt x="3147" y="3267"/>
                </a:lnTo>
                <a:lnTo>
                  <a:pt x="3148" y="3267"/>
                </a:lnTo>
                <a:lnTo>
                  <a:pt x="3148" y="3266"/>
                </a:lnTo>
                <a:lnTo>
                  <a:pt x="3149" y="3265"/>
                </a:lnTo>
                <a:lnTo>
                  <a:pt x="3150" y="3265"/>
                </a:lnTo>
                <a:lnTo>
                  <a:pt x="3150" y="3264"/>
                </a:lnTo>
                <a:lnTo>
                  <a:pt x="3151" y="3264"/>
                </a:lnTo>
                <a:lnTo>
                  <a:pt x="3152" y="3264"/>
                </a:lnTo>
                <a:lnTo>
                  <a:pt x="3151" y="3264"/>
                </a:lnTo>
                <a:lnTo>
                  <a:pt x="3151" y="3263"/>
                </a:lnTo>
                <a:lnTo>
                  <a:pt x="3150" y="3263"/>
                </a:lnTo>
                <a:lnTo>
                  <a:pt x="3150" y="3264"/>
                </a:lnTo>
                <a:lnTo>
                  <a:pt x="3149" y="3264"/>
                </a:lnTo>
                <a:lnTo>
                  <a:pt x="3148" y="3264"/>
                </a:lnTo>
                <a:lnTo>
                  <a:pt x="3148" y="3265"/>
                </a:lnTo>
                <a:lnTo>
                  <a:pt x="3147" y="3265"/>
                </a:lnTo>
                <a:lnTo>
                  <a:pt x="3148" y="3265"/>
                </a:lnTo>
                <a:lnTo>
                  <a:pt x="3148" y="3264"/>
                </a:lnTo>
                <a:lnTo>
                  <a:pt x="3147" y="3264"/>
                </a:lnTo>
                <a:lnTo>
                  <a:pt x="3147" y="3265"/>
                </a:lnTo>
                <a:lnTo>
                  <a:pt x="3146" y="3265"/>
                </a:lnTo>
                <a:lnTo>
                  <a:pt x="3147" y="3265"/>
                </a:lnTo>
                <a:lnTo>
                  <a:pt x="3147" y="3264"/>
                </a:lnTo>
                <a:lnTo>
                  <a:pt x="3147" y="3263"/>
                </a:lnTo>
                <a:lnTo>
                  <a:pt x="3148" y="3263"/>
                </a:lnTo>
                <a:lnTo>
                  <a:pt x="3148" y="3262"/>
                </a:lnTo>
                <a:lnTo>
                  <a:pt x="3149" y="3261"/>
                </a:lnTo>
                <a:lnTo>
                  <a:pt x="3148" y="3261"/>
                </a:lnTo>
                <a:lnTo>
                  <a:pt x="3147" y="3261"/>
                </a:lnTo>
                <a:lnTo>
                  <a:pt x="3147" y="3262"/>
                </a:lnTo>
                <a:lnTo>
                  <a:pt x="3147" y="3263"/>
                </a:lnTo>
                <a:lnTo>
                  <a:pt x="3146" y="3263"/>
                </a:lnTo>
                <a:lnTo>
                  <a:pt x="3146" y="3264"/>
                </a:lnTo>
                <a:lnTo>
                  <a:pt x="3145" y="3264"/>
                </a:lnTo>
                <a:lnTo>
                  <a:pt x="3144" y="3264"/>
                </a:lnTo>
                <a:lnTo>
                  <a:pt x="3144" y="3263"/>
                </a:lnTo>
                <a:lnTo>
                  <a:pt x="3143" y="3263"/>
                </a:lnTo>
                <a:lnTo>
                  <a:pt x="3142" y="3262"/>
                </a:lnTo>
                <a:lnTo>
                  <a:pt x="3142" y="3261"/>
                </a:lnTo>
                <a:lnTo>
                  <a:pt x="3142" y="3262"/>
                </a:lnTo>
                <a:lnTo>
                  <a:pt x="3141" y="3262"/>
                </a:lnTo>
                <a:lnTo>
                  <a:pt x="3140" y="3262"/>
                </a:lnTo>
                <a:lnTo>
                  <a:pt x="3140" y="3261"/>
                </a:lnTo>
                <a:lnTo>
                  <a:pt x="3139" y="3261"/>
                </a:lnTo>
                <a:lnTo>
                  <a:pt x="3140" y="3260"/>
                </a:lnTo>
                <a:lnTo>
                  <a:pt x="3140" y="3259"/>
                </a:lnTo>
                <a:lnTo>
                  <a:pt x="3139" y="3259"/>
                </a:lnTo>
                <a:lnTo>
                  <a:pt x="3139" y="3260"/>
                </a:lnTo>
                <a:lnTo>
                  <a:pt x="3138" y="3261"/>
                </a:lnTo>
                <a:lnTo>
                  <a:pt x="3139" y="3261"/>
                </a:lnTo>
                <a:lnTo>
                  <a:pt x="3139" y="3262"/>
                </a:lnTo>
                <a:lnTo>
                  <a:pt x="3139" y="3263"/>
                </a:lnTo>
                <a:lnTo>
                  <a:pt x="3139" y="3264"/>
                </a:lnTo>
                <a:lnTo>
                  <a:pt x="3139" y="3265"/>
                </a:lnTo>
                <a:lnTo>
                  <a:pt x="3139" y="3263"/>
                </a:lnTo>
                <a:lnTo>
                  <a:pt x="3138" y="3263"/>
                </a:lnTo>
                <a:lnTo>
                  <a:pt x="3138" y="3262"/>
                </a:lnTo>
                <a:lnTo>
                  <a:pt x="3139" y="3262"/>
                </a:lnTo>
                <a:lnTo>
                  <a:pt x="3138" y="3262"/>
                </a:lnTo>
                <a:lnTo>
                  <a:pt x="3138" y="3263"/>
                </a:lnTo>
                <a:lnTo>
                  <a:pt x="3137" y="3264"/>
                </a:lnTo>
                <a:lnTo>
                  <a:pt x="3137" y="3265"/>
                </a:lnTo>
                <a:lnTo>
                  <a:pt x="3138" y="3265"/>
                </a:lnTo>
                <a:lnTo>
                  <a:pt x="3138" y="3266"/>
                </a:lnTo>
                <a:lnTo>
                  <a:pt x="3138" y="3267"/>
                </a:lnTo>
                <a:lnTo>
                  <a:pt x="3137" y="3268"/>
                </a:lnTo>
                <a:lnTo>
                  <a:pt x="3138" y="3268"/>
                </a:lnTo>
                <a:lnTo>
                  <a:pt x="3138" y="3269"/>
                </a:lnTo>
                <a:lnTo>
                  <a:pt x="3137" y="3269"/>
                </a:lnTo>
                <a:lnTo>
                  <a:pt x="3137" y="3270"/>
                </a:lnTo>
                <a:lnTo>
                  <a:pt x="3136" y="3270"/>
                </a:lnTo>
                <a:lnTo>
                  <a:pt x="3136" y="3271"/>
                </a:lnTo>
                <a:lnTo>
                  <a:pt x="3137" y="3271"/>
                </a:lnTo>
                <a:lnTo>
                  <a:pt x="3138" y="3271"/>
                </a:lnTo>
                <a:lnTo>
                  <a:pt x="3138" y="3272"/>
                </a:lnTo>
                <a:lnTo>
                  <a:pt x="3137" y="3273"/>
                </a:lnTo>
                <a:lnTo>
                  <a:pt x="3137" y="3274"/>
                </a:lnTo>
                <a:lnTo>
                  <a:pt x="3136" y="3275"/>
                </a:lnTo>
                <a:lnTo>
                  <a:pt x="3135" y="3275"/>
                </a:lnTo>
                <a:lnTo>
                  <a:pt x="3135" y="3276"/>
                </a:lnTo>
                <a:lnTo>
                  <a:pt x="3136" y="3276"/>
                </a:lnTo>
                <a:lnTo>
                  <a:pt x="3136" y="3277"/>
                </a:lnTo>
                <a:lnTo>
                  <a:pt x="3135" y="3277"/>
                </a:lnTo>
                <a:lnTo>
                  <a:pt x="3134" y="3277"/>
                </a:lnTo>
                <a:lnTo>
                  <a:pt x="3133" y="3277"/>
                </a:lnTo>
                <a:lnTo>
                  <a:pt x="3133" y="3278"/>
                </a:lnTo>
                <a:lnTo>
                  <a:pt x="3132" y="3278"/>
                </a:lnTo>
                <a:lnTo>
                  <a:pt x="3132" y="3279"/>
                </a:lnTo>
                <a:lnTo>
                  <a:pt x="3130" y="3279"/>
                </a:lnTo>
                <a:lnTo>
                  <a:pt x="3130" y="3280"/>
                </a:lnTo>
                <a:lnTo>
                  <a:pt x="3129" y="3280"/>
                </a:lnTo>
                <a:lnTo>
                  <a:pt x="3129" y="3281"/>
                </a:lnTo>
                <a:lnTo>
                  <a:pt x="3128" y="3280"/>
                </a:lnTo>
                <a:lnTo>
                  <a:pt x="3128" y="3279"/>
                </a:lnTo>
                <a:lnTo>
                  <a:pt x="3129" y="3279"/>
                </a:lnTo>
                <a:lnTo>
                  <a:pt x="3130" y="3277"/>
                </a:lnTo>
                <a:lnTo>
                  <a:pt x="3131" y="3276"/>
                </a:lnTo>
                <a:lnTo>
                  <a:pt x="3132" y="3273"/>
                </a:lnTo>
                <a:lnTo>
                  <a:pt x="3133" y="3273"/>
                </a:lnTo>
                <a:lnTo>
                  <a:pt x="3133" y="3272"/>
                </a:lnTo>
                <a:lnTo>
                  <a:pt x="3133" y="3271"/>
                </a:lnTo>
                <a:lnTo>
                  <a:pt x="3132" y="3271"/>
                </a:lnTo>
                <a:lnTo>
                  <a:pt x="3132" y="3272"/>
                </a:lnTo>
                <a:lnTo>
                  <a:pt x="3131" y="3271"/>
                </a:lnTo>
                <a:lnTo>
                  <a:pt x="3131" y="3270"/>
                </a:lnTo>
                <a:lnTo>
                  <a:pt x="3132" y="3270"/>
                </a:lnTo>
                <a:lnTo>
                  <a:pt x="3131" y="3269"/>
                </a:lnTo>
                <a:lnTo>
                  <a:pt x="3131" y="3268"/>
                </a:lnTo>
                <a:lnTo>
                  <a:pt x="3130" y="3268"/>
                </a:lnTo>
                <a:lnTo>
                  <a:pt x="3130" y="3269"/>
                </a:lnTo>
                <a:lnTo>
                  <a:pt x="3129" y="3269"/>
                </a:lnTo>
                <a:lnTo>
                  <a:pt x="3129" y="3268"/>
                </a:lnTo>
                <a:lnTo>
                  <a:pt x="3130" y="3268"/>
                </a:lnTo>
                <a:lnTo>
                  <a:pt x="3129" y="3268"/>
                </a:lnTo>
                <a:lnTo>
                  <a:pt x="3128" y="3268"/>
                </a:lnTo>
                <a:lnTo>
                  <a:pt x="3129" y="3268"/>
                </a:lnTo>
                <a:lnTo>
                  <a:pt x="3129" y="3269"/>
                </a:lnTo>
                <a:lnTo>
                  <a:pt x="3128" y="3269"/>
                </a:lnTo>
                <a:lnTo>
                  <a:pt x="3128" y="3270"/>
                </a:lnTo>
                <a:lnTo>
                  <a:pt x="3127" y="3270"/>
                </a:lnTo>
                <a:lnTo>
                  <a:pt x="3127" y="3269"/>
                </a:lnTo>
                <a:lnTo>
                  <a:pt x="3126" y="3269"/>
                </a:lnTo>
                <a:lnTo>
                  <a:pt x="3126" y="3270"/>
                </a:lnTo>
                <a:lnTo>
                  <a:pt x="3125" y="3270"/>
                </a:lnTo>
                <a:lnTo>
                  <a:pt x="3125" y="3271"/>
                </a:lnTo>
                <a:lnTo>
                  <a:pt x="3125" y="3270"/>
                </a:lnTo>
                <a:lnTo>
                  <a:pt x="3124" y="3270"/>
                </a:lnTo>
                <a:lnTo>
                  <a:pt x="3124" y="3271"/>
                </a:lnTo>
                <a:lnTo>
                  <a:pt x="3125" y="3271"/>
                </a:lnTo>
                <a:lnTo>
                  <a:pt x="3125" y="3272"/>
                </a:lnTo>
                <a:lnTo>
                  <a:pt x="3124" y="3272"/>
                </a:lnTo>
                <a:lnTo>
                  <a:pt x="3123" y="3272"/>
                </a:lnTo>
                <a:lnTo>
                  <a:pt x="3123" y="3273"/>
                </a:lnTo>
                <a:lnTo>
                  <a:pt x="3122" y="3274"/>
                </a:lnTo>
                <a:lnTo>
                  <a:pt x="3122" y="3273"/>
                </a:lnTo>
                <a:lnTo>
                  <a:pt x="3121" y="3273"/>
                </a:lnTo>
                <a:lnTo>
                  <a:pt x="3122" y="3274"/>
                </a:lnTo>
                <a:lnTo>
                  <a:pt x="3122" y="3275"/>
                </a:lnTo>
                <a:lnTo>
                  <a:pt x="3123" y="3275"/>
                </a:lnTo>
                <a:lnTo>
                  <a:pt x="3123" y="3276"/>
                </a:lnTo>
                <a:lnTo>
                  <a:pt x="3124" y="3276"/>
                </a:lnTo>
                <a:lnTo>
                  <a:pt x="3125" y="3276"/>
                </a:lnTo>
                <a:lnTo>
                  <a:pt x="3126" y="3277"/>
                </a:lnTo>
                <a:lnTo>
                  <a:pt x="3126" y="3278"/>
                </a:lnTo>
                <a:lnTo>
                  <a:pt x="3125" y="3278"/>
                </a:lnTo>
                <a:lnTo>
                  <a:pt x="3123" y="3278"/>
                </a:lnTo>
                <a:lnTo>
                  <a:pt x="3122" y="3279"/>
                </a:lnTo>
                <a:lnTo>
                  <a:pt x="3121" y="3279"/>
                </a:lnTo>
                <a:lnTo>
                  <a:pt x="3120" y="3279"/>
                </a:lnTo>
                <a:lnTo>
                  <a:pt x="3119" y="3279"/>
                </a:lnTo>
                <a:lnTo>
                  <a:pt x="3120" y="3279"/>
                </a:lnTo>
                <a:lnTo>
                  <a:pt x="3120" y="3278"/>
                </a:lnTo>
                <a:lnTo>
                  <a:pt x="3121" y="3278"/>
                </a:lnTo>
                <a:lnTo>
                  <a:pt x="3121" y="3277"/>
                </a:lnTo>
                <a:lnTo>
                  <a:pt x="3120" y="3277"/>
                </a:lnTo>
                <a:lnTo>
                  <a:pt x="3119" y="3278"/>
                </a:lnTo>
                <a:lnTo>
                  <a:pt x="3118" y="3277"/>
                </a:lnTo>
                <a:lnTo>
                  <a:pt x="3117" y="3276"/>
                </a:lnTo>
                <a:lnTo>
                  <a:pt x="3116" y="3276"/>
                </a:lnTo>
                <a:lnTo>
                  <a:pt x="3117" y="3276"/>
                </a:lnTo>
                <a:lnTo>
                  <a:pt x="3116" y="3276"/>
                </a:lnTo>
                <a:lnTo>
                  <a:pt x="3116" y="3277"/>
                </a:lnTo>
                <a:lnTo>
                  <a:pt x="3115" y="3277"/>
                </a:lnTo>
                <a:lnTo>
                  <a:pt x="3114" y="3277"/>
                </a:lnTo>
                <a:lnTo>
                  <a:pt x="3114" y="3276"/>
                </a:lnTo>
                <a:lnTo>
                  <a:pt x="3113" y="3276"/>
                </a:lnTo>
                <a:lnTo>
                  <a:pt x="3112" y="3276"/>
                </a:lnTo>
                <a:lnTo>
                  <a:pt x="3111" y="3276"/>
                </a:lnTo>
                <a:lnTo>
                  <a:pt x="3110" y="3276"/>
                </a:lnTo>
                <a:lnTo>
                  <a:pt x="3109" y="3276"/>
                </a:lnTo>
                <a:lnTo>
                  <a:pt x="3108" y="3276"/>
                </a:lnTo>
                <a:lnTo>
                  <a:pt x="3107" y="3276"/>
                </a:lnTo>
                <a:lnTo>
                  <a:pt x="3107" y="3277"/>
                </a:lnTo>
                <a:lnTo>
                  <a:pt x="3106" y="3276"/>
                </a:lnTo>
                <a:lnTo>
                  <a:pt x="3106" y="3277"/>
                </a:lnTo>
                <a:lnTo>
                  <a:pt x="3105" y="3277"/>
                </a:lnTo>
                <a:lnTo>
                  <a:pt x="3105" y="3276"/>
                </a:lnTo>
                <a:lnTo>
                  <a:pt x="3104" y="3276"/>
                </a:lnTo>
                <a:lnTo>
                  <a:pt x="3104" y="3275"/>
                </a:lnTo>
                <a:lnTo>
                  <a:pt x="3104" y="3274"/>
                </a:lnTo>
                <a:lnTo>
                  <a:pt x="3103" y="3273"/>
                </a:lnTo>
                <a:lnTo>
                  <a:pt x="3103" y="3272"/>
                </a:lnTo>
                <a:lnTo>
                  <a:pt x="3102" y="3272"/>
                </a:lnTo>
                <a:lnTo>
                  <a:pt x="3102" y="3271"/>
                </a:lnTo>
                <a:lnTo>
                  <a:pt x="3102" y="3272"/>
                </a:lnTo>
                <a:lnTo>
                  <a:pt x="3101" y="3272"/>
                </a:lnTo>
                <a:lnTo>
                  <a:pt x="3101" y="3271"/>
                </a:lnTo>
                <a:lnTo>
                  <a:pt x="3100" y="3271"/>
                </a:lnTo>
                <a:lnTo>
                  <a:pt x="3100" y="3272"/>
                </a:lnTo>
                <a:lnTo>
                  <a:pt x="3100" y="3271"/>
                </a:lnTo>
                <a:lnTo>
                  <a:pt x="3099" y="3271"/>
                </a:lnTo>
                <a:lnTo>
                  <a:pt x="3099" y="3270"/>
                </a:lnTo>
                <a:lnTo>
                  <a:pt x="3098" y="3270"/>
                </a:lnTo>
                <a:lnTo>
                  <a:pt x="3098" y="3269"/>
                </a:lnTo>
                <a:lnTo>
                  <a:pt x="3099" y="3269"/>
                </a:lnTo>
                <a:lnTo>
                  <a:pt x="3099" y="3268"/>
                </a:lnTo>
                <a:lnTo>
                  <a:pt x="3098" y="3268"/>
                </a:lnTo>
                <a:lnTo>
                  <a:pt x="3098" y="3267"/>
                </a:lnTo>
                <a:lnTo>
                  <a:pt x="3098" y="3268"/>
                </a:lnTo>
                <a:lnTo>
                  <a:pt x="3098" y="3267"/>
                </a:lnTo>
                <a:lnTo>
                  <a:pt x="3098" y="3266"/>
                </a:lnTo>
                <a:lnTo>
                  <a:pt x="3097" y="3266"/>
                </a:lnTo>
                <a:lnTo>
                  <a:pt x="3098" y="3266"/>
                </a:lnTo>
                <a:lnTo>
                  <a:pt x="3097" y="3266"/>
                </a:lnTo>
                <a:lnTo>
                  <a:pt x="3097" y="3265"/>
                </a:lnTo>
                <a:lnTo>
                  <a:pt x="3096" y="3265"/>
                </a:lnTo>
                <a:lnTo>
                  <a:pt x="3095" y="3265"/>
                </a:lnTo>
                <a:lnTo>
                  <a:pt x="3095" y="3266"/>
                </a:lnTo>
                <a:lnTo>
                  <a:pt x="3094" y="3266"/>
                </a:lnTo>
                <a:lnTo>
                  <a:pt x="3094" y="3265"/>
                </a:lnTo>
                <a:lnTo>
                  <a:pt x="3093" y="3265"/>
                </a:lnTo>
                <a:lnTo>
                  <a:pt x="3092" y="3265"/>
                </a:lnTo>
                <a:lnTo>
                  <a:pt x="3092" y="3264"/>
                </a:lnTo>
                <a:lnTo>
                  <a:pt x="3092" y="3265"/>
                </a:lnTo>
                <a:lnTo>
                  <a:pt x="3092" y="3264"/>
                </a:lnTo>
                <a:lnTo>
                  <a:pt x="3092" y="3265"/>
                </a:lnTo>
                <a:lnTo>
                  <a:pt x="3092" y="3264"/>
                </a:lnTo>
                <a:lnTo>
                  <a:pt x="3091" y="3264"/>
                </a:lnTo>
                <a:lnTo>
                  <a:pt x="3091" y="3265"/>
                </a:lnTo>
                <a:lnTo>
                  <a:pt x="3090" y="3265"/>
                </a:lnTo>
                <a:lnTo>
                  <a:pt x="3089" y="3265"/>
                </a:lnTo>
                <a:lnTo>
                  <a:pt x="3089" y="3266"/>
                </a:lnTo>
                <a:lnTo>
                  <a:pt x="3088" y="3266"/>
                </a:lnTo>
                <a:lnTo>
                  <a:pt x="3087" y="3266"/>
                </a:lnTo>
                <a:lnTo>
                  <a:pt x="3086" y="3266"/>
                </a:lnTo>
                <a:lnTo>
                  <a:pt x="3086" y="3267"/>
                </a:lnTo>
                <a:lnTo>
                  <a:pt x="3085" y="3267"/>
                </a:lnTo>
                <a:lnTo>
                  <a:pt x="3084" y="3267"/>
                </a:lnTo>
                <a:lnTo>
                  <a:pt x="3084" y="3268"/>
                </a:lnTo>
                <a:lnTo>
                  <a:pt x="3083" y="3268"/>
                </a:lnTo>
                <a:lnTo>
                  <a:pt x="3082" y="3269"/>
                </a:lnTo>
                <a:lnTo>
                  <a:pt x="3081" y="3269"/>
                </a:lnTo>
                <a:lnTo>
                  <a:pt x="3080" y="3269"/>
                </a:lnTo>
                <a:lnTo>
                  <a:pt x="3080" y="3270"/>
                </a:lnTo>
                <a:lnTo>
                  <a:pt x="3080" y="3269"/>
                </a:lnTo>
                <a:lnTo>
                  <a:pt x="3079" y="3269"/>
                </a:lnTo>
                <a:lnTo>
                  <a:pt x="3078" y="3269"/>
                </a:lnTo>
                <a:lnTo>
                  <a:pt x="3078" y="3270"/>
                </a:lnTo>
                <a:lnTo>
                  <a:pt x="3076" y="3270"/>
                </a:lnTo>
                <a:lnTo>
                  <a:pt x="3075" y="3270"/>
                </a:lnTo>
                <a:lnTo>
                  <a:pt x="3074" y="3270"/>
                </a:lnTo>
                <a:lnTo>
                  <a:pt x="3073" y="3270"/>
                </a:lnTo>
                <a:lnTo>
                  <a:pt x="3072" y="3270"/>
                </a:lnTo>
                <a:lnTo>
                  <a:pt x="3072" y="3269"/>
                </a:lnTo>
                <a:lnTo>
                  <a:pt x="3071" y="3269"/>
                </a:lnTo>
                <a:lnTo>
                  <a:pt x="3070" y="3269"/>
                </a:lnTo>
                <a:lnTo>
                  <a:pt x="3069" y="3269"/>
                </a:lnTo>
                <a:lnTo>
                  <a:pt x="3069" y="3270"/>
                </a:lnTo>
                <a:lnTo>
                  <a:pt x="3068" y="3270"/>
                </a:lnTo>
                <a:lnTo>
                  <a:pt x="3068" y="3271"/>
                </a:lnTo>
                <a:lnTo>
                  <a:pt x="3067" y="3271"/>
                </a:lnTo>
                <a:lnTo>
                  <a:pt x="3066" y="3271"/>
                </a:lnTo>
                <a:lnTo>
                  <a:pt x="3065" y="3271"/>
                </a:lnTo>
                <a:lnTo>
                  <a:pt x="3064" y="3271"/>
                </a:lnTo>
                <a:lnTo>
                  <a:pt x="3063" y="3271"/>
                </a:lnTo>
                <a:lnTo>
                  <a:pt x="3062" y="3271"/>
                </a:lnTo>
                <a:lnTo>
                  <a:pt x="3063" y="3271"/>
                </a:lnTo>
                <a:lnTo>
                  <a:pt x="3063" y="3270"/>
                </a:lnTo>
                <a:lnTo>
                  <a:pt x="3063" y="3269"/>
                </a:lnTo>
                <a:lnTo>
                  <a:pt x="3064" y="3269"/>
                </a:lnTo>
                <a:lnTo>
                  <a:pt x="3064" y="3268"/>
                </a:lnTo>
                <a:lnTo>
                  <a:pt x="3063" y="3268"/>
                </a:lnTo>
                <a:lnTo>
                  <a:pt x="3062" y="3267"/>
                </a:lnTo>
                <a:lnTo>
                  <a:pt x="3063" y="3267"/>
                </a:lnTo>
                <a:lnTo>
                  <a:pt x="3062" y="3267"/>
                </a:lnTo>
                <a:lnTo>
                  <a:pt x="3063" y="3267"/>
                </a:lnTo>
                <a:lnTo>
                  <a:pt x="3063" y="3266"/>
                </a:lnTo>
                <a:lnTo>
                  <a:pt x="3062" y="3266"/>
                </a:lnTo>
                <a:lnTo>
                  <a:pt x="3062" y="3265"/>
                </a:lnTo>
                <a:lnTo>
                  <a:pt x="3062" y="3264"/>
                </a:lnTo>
                <a:lnTo>
                  <a:pt x="3061" y="3264"/>
                </a:lnTo>
                <a:lnTo>
                  <a:pt x="3060" y="3264"/>
                </a:lnTo>
                <a:lnTo>
                  <a:pt x="3060" y="3265"/>
                </a:lnTo>
                <a:lnTo>
                  <a:pt x="3059" y="3265"/>
                </a:lnTo>
                <a:lnTo>
                  <a:pt x="3058" y="3265"/>
                </a:lnTo>
                <a:lnTo>
                  <a:pt x="3058" y="3266"/>
                </a:lnTo>
                <a:lnTo>
                  <a:pt x="3057" y="3266"/>
                </a:lnTo>
                <a:lnTo>
                  <a:pt x="3056" y="3266"/>
                </a:lnTo>
                <a:lnTo>
                  <a:pt x="3056" y="3267"/>
                </a:lnTo>
                <a:lnTo>
                  <a:pt x="3057" y="3267"/>
                </a:lnTo>
                <a:lnTo>
                  <a:pt x="3056" y="3267"/>
                </a:lnTo>
                <a:lnTo>
                  <a:pt x="3056" y="3268"/>
                </a:lnTo>
                <a:lnTo>
                  <a:pt x="3055" y="3268"/>
                </a:lnTo>
                <a:lnTo>
                  <a:pt x="3055" y="3269"/>
                </a:lnTo>
                <a:lnTo>
                  <a:pt x="3055" y="3270"/>
                </a:lnTo>
                <a:lnTo>
                  <a:pt x="3054" y="3270"/>
                </a:lnTo>
                <a:lnTo>
                  <a:pt x="3054" y="3271"/>
                </a:lnTo>
                <a:lnTo>
                  <a:pt x="3053" y="3271"/>
                </a:lnTo>
                <a:lnTo>
                  <a:pt x="3052" y="3271"/>
                </a:lnTo>
                <a:lnTo>
                  <a:pt x="3052" y="3270"/>
                </a:lnTo>
                <a:lnTo>
                  <a:pt x="3052" y="3271"/>
                </a:lnTo>
                <a:lnTo>
                  <a:pt x="3051" y="3270"/>
                </a:lnTo>
                <a:lnTo>
                  <a:pt x="3052" y="3270"/>
                </a:lnTo>
                <a:lnTo>
                  <a:pt x="3051" y="3270"/>
                </a:lnTo>
                <a:lnTo>
                  <a:pt x="3051" y="3269"/>
                </a:lnTo>
                <a:lnTo>
                  <a:pt x="3051" y="3268"/>
                </a:lnTo>
                <a:lnTo>
                  <a:pt x="3051" y="3267"/>
                </a:lnTo>
                <a:lnTo>
                  <a:pt x="3052" y="3267"/>
                </a:lnTo>
                <a:lnTo>
                  <a:pt x="3052" y="3266"/>
                </a:lnTo>
                <a:lnTo>
                  <a:pt x="3051" y="3266"/>
                </a:lnTo>
                <a:lnTo>
                  <a:pt x="3051" y="3265"/>
                </a:lnTo>
                <a:lnTo>
                  <a:pt x="3051" y="3264"/>
                </a:lnTo>
                <a:lnTo>
                  <a:pt x="3051" y="3263"/>
                </a:lnTo>
                <a:lnTo>
                  <a:pt x="3050" y="3263"/>
                </a:lnTo>
                <a:lnTo>
                  <a:pt x="3050" y="3262"/>
                </a:lnTo>
                <a:lnTo>
                  <a:pt x="3050" y="3261"/>
                </a:lnTo>
                <a:lnTo>
                  <a:pt x="3049" y="3261"/>
                </a:lnTo>
                <a:lnTo>
                  <a:pt x="3049" y="3260"/>
                </a:lnTo>
                <a:lnTo>
                  <a:pt x="3048" y="3260"/>
                </a:lnTo>
                <a:lnTo>
                  <a:pt x="3048" y="3259"/>
                </a:lnTo>
                <a:lnTo>
                  <a:pt x="3048" y="3258"/>
                </a:lnTo>
                <a:lnTo>
                  <a:pt x="3047" y="3258"/>
                </a:lnTo>
                <a:lnTo>
                  <a:pt x="3047" y="3257"/>
                </a:lnTo>
                <a:lnTo>
                  <a:pt x="3047" y="3256"/>
                </a:lnTo>
                <a:lnTo>
                  <a:pt x="3046" y="3256"/>
                </a:lnTo>
                <a:lnTo>
                  <a:pt x="3045" y="3256"/>
                </a:lnTo>
                <a:lnTo>
                  <a:pt x="3045" y="3257"/>
                </a:lnTo>
                <a:lnTo>
                  <a:pt x="3044" y="3257"/>
                </a:lnTo>
                <a:lnTo>
                  <a:pt x="3043" y="3257"/>
                </a:lnTo>
                <a:lnTo>
                  <a:pt x="3043" y="3258"/>
                </a:lnTo>
                <a:lnTo>
                  <a:pt x="3042" y="3258"/>
                </a:lnTo>
                <a:lnTo>
                  <a:pt x="3041" y="3259"/>
                </a:lnTo>
                <a:lnTo>
                  <a:pt x="3041" y="3260"/>
                </a:lnTo>
                <a:lnTo>
                  <a:pt x="3040" y="3260"/>
                </a:lnTo>
                <a:lnTo>
                  <a:pt x="3040" y="3259"/>
                </a:lnTo>
                <a:lnTo>
                  <a:pt x="3039" y="3259"/>
                </a:lnTo>
                <a:lnTo>
                  <a:pt x="3039" y="3260"/>
                </a:lnTo>
                <a:lnTo>
                  <a:pt x="3039" y="3259"/>
                </a:lnTo>
                <a:lnTo>
                  <a:pt x="3038" y="3259"/>
                </a:lnTo>
                <a:lnTo>
                  <a:pt x="3037" y="3259"/>
                </a:lnTo>
                <a:lnTo>
                  <a:pt x="3037" y="3258"/>
                </a:lnTo>
                <a:lnTo>
                  <a:pt x="3037" y="3257"/>
                </a:lnTo>
                <a:lnTo>
                  <a:pt x="3036" y="3257"/>
                </a:lnTo>
                <a:lnTo>
                  <a:pt x="3036" y="3256"/>
                </a:lnTo>
                <a:lnTo>
                  <a:pt x="3036" y="3255"/>
                </a:lnTo>
                <a:lnTo>
                  <a:pt x="3035" y="3255"/>
                </a:lnTo>
                <a:lnTo>
                  <a:pt x="3034" y="3255"/>
                </a:lnTo>
                <a:lnTo>
                  <a:pt x="3033" y="3255"/>
                </a:lnTo>
                <a:lnTo>
                  <a:pt x="3033" y="3254"/>
                </a:lnTo>
                <a:lnTo>
                  <a:pt x="3032" y="3254"/>
                </a:lnTo>
                <a:lnTo>
                  <a:pt x="3031" y="3254"/>
                </a:lnTo>
                <a:lnTo>
                  <a:pt x="3031" y="3253"/>
                </a:lnTo>
                <a:lnTo>
                  <a:pt x="3031" y="3252"/>
                </a:lnTo>
                <a:lnTo>
                  <a:pt x="3030" y="3252"/>
                </a:lnTo>
                <a:lnTo>
                  <a:pt x="3030" y="3251"/>
                </a:lnTo>
                <a:lnTo>
                  <a:pt x="3029" y="3251"/>
                </a:lnTo>
                <a:lnTo>
                  <a:pt x="3028" y="3251"/>
                </a:lnTo>
                <a:lnTo>
                  <a:pt x="3028" y="3250"/>
                </a:lnTo>
                <a:lnTo>
                  <a:pt x="3027" y="3250"/>
                </a:lnTo>
                <a:lnTo>
                  <a:pt x="3027" y="3249"/>
                </a:lnTo>
                <a:lnTo>
                  <a:pt x="3026" y="3249"/>
                </a:lnTo>
                <a:lnTo>
                  <a:pt x="3025" y="3249"/>
                </a:lnTo>
                <a:lnTo>
                  <a:pt x="3024" y="3249"/>
                </a:lnTo>
                <a:lnTo>
                  <a:pt x="3023" y="3249"/>
                </a:lnTo>
                <a:lnTo>
                  <a:pt x="3023" y="3248"/>
                </a:lnTo>
                <a:lnTo>
                  <a:pt x="3022" y="3248"/>
                </a:lnTo>
                <a:lnTo>
                  <a:pt x="3021" y="3248"/>
                </a:lnTo>
                <a:lnTo>
                  <a:pt x="3021" y="3247"/>
                </a:lnTo>
                <a:lnTo>
                  <a:pt x="3020" y="3247"/>
                </a:lnTo>
                <a:lnTo>
                  <a:pt x="3019" y="3247"/>
                </a:lnTo>
                <a:lnTo>
                  <a:pt x="3019" y="3245"/>
                </a:lnTo>
                <a:lnTo>
                  <a:pt x="3020" y="3245"/>
                </a:lnTo>
                <a:lnTo>
                  <a:pt x="3020" y="3244"/>
                </a:lnTo>
                <a:lnTo>
                  <a:pt x="3021" y="3244"/>
                </a:lnTo>
                <a:lnTo>
                  <a:pt x="3021" y="3243"/>
                </a:lnTo>
                <a:lnTo>
                  <a:pt x="3021" y="3244"/>
                </a:lnTo>
                <a:lnTo>
                  <a:pt x="3021" y="3243"/>
                </a:lnTo>
                <a:lnTo>
                  <a:pt x="3022" y="3243"/>
                </a:lnTo>
                <a:lnTo>
                  <a:pt x="3022" y="3242"/>
                </a:lnTo>
                <a:lnTo>
                  <a:pt x="3023" y="3242"/>
                </a:lnTo>
                <a:lnTo>
                  <a:pt x="3024" y="3242"/>
                </a:lnTo>
                <a:lnTo>
                  <a:pt x="3024" y="3241"/>
                </a:lnTo>
                <a:lnTo>
                  <a:pt x="3025" y="3241"/>
                </a:lnTo>
                <a:lnTo>
                  <a:pt x="3025" y="3240"/>
                </a:lnTo>
                <a:lnTo>
                  <a:pt x="3024" y="3240"/>
                </a:lnTo>
                <a:lnTo>
                  <a:pt x="3024" y="3239"/>
                </a:lnTo>
                <a:lnTo>
                  <a:pt x="3024" y="3238"/>
                </a:lnTo>
                <a:lnTo>
                  <a:pt x="3024" y="3237"/>
                </a:lnTo>
                <a:lnTo>
                  <a:pt x="3023" y="3237"/>
                </a:lnTo>
                <a:lnTo>
                  <a:pt x="3022" y="3237"/>
                </a:lnTo>
                <a:lnTo>
                  <a:pt x="3022" y="3236"/>
                </a:lnTo>
                <a:lnTo>
                  <a:pt x="3021" y="3236"/>
                </a:lnTo>
                <a:lnTo>
                  <a:pt x="3021" y="3235"/>
                </a:lnTo>
                <a:lnTo>
                  <a:pt x="3020" y="3235"/>
                </a:lnTo>
                <a:lnTo>
                  <a:pt x="3019" y="3235"/>
                </a:lnTo>
                <a:lnTo>
                  <a:pt x="3018" y="3235"/>
                </a:lnTo>
                <a:lnTo>
                  <a:pt x="3018" y="3234"/>
                </a:lnTo>
                <a:lnTo>
                  <a:pt x="3018" y="3235"/>
                </a:lnTo>
                <a:lnTo>
                  <a:pt x="3018" y="3236"/>
                </a:lnTo>
                <a:lnTo>
                  <a:pt x="3017" y="3236"/>
                </a:lnTo>
                <a:lnTo>
                  <a:pt x="3018" y="3236"/>
                </a:lnTo>
                <a:lnTo>
                  <a:pt x="3017" y="3236"/>
                </a:lnTo>
                <a:lnTo>
                  <a:pt x="3017" y="3237"/>
                </a:lnTo>
                <a:lnTo>
                  <a:pt x="3016" y="3237"/>
                </a:lnTo>
                <a:lnTo>
                  <a:pt x="3016" y="3238"/>
                </a:lnTo>
                <a:lnTo>
                  <a:pt x="3015" y="3238"/>
                </a:lnTo>
                <a:lnTo>
                  <a:pt x="3015" y="3237"/>
                </a:lnTo>
                <a:lnTo>
                  <a:pt x="3015" y="3236"/>
                </a:lnTo>
                <a:lnTo>
                  <a:pt x="3014" y="3237"/>
                </a:lnTo>
                <a:lnTo>
                  <a:pt x="3014" y="3236"/>
                </a:lnTo>
                <a:lnTo>
                  <a:pt x="3014" y="3237"/>
                </a:lnTo>
                <a:lnTo>
                  <a:pt x="3013" y="3237"/>
                </a:lnTo>
                <a:lnTo>
                  <a:pt x="3013" y="3236"/>
                </a:lnTo>
                <a:lnTo>
                  <a:pt x="3012" y="3236"/>
                </a:lnTo>
                <a:lnTo>
                  <a:pt x="3013" y="3236"/>
                </a:lnTo>
                <a:lnTo>
                  <a:pt x="3012" y="3236"/>
                </a:lnTo>
                <a:lnTo>
                  <a:pt x="3013" y="3236"/>
                </a:lnTo>
                <a:lnTo>
                  <a:pt x="3012" y="3236"/>
                </a:lnTo>
                <a:lnTo>
                  <a:pt x="3012" y="3235"/>
                </a:lnTo>
                <a:lnTo>
                  <a:pt x="3012" y="3234"/>
                </a:lnTo>
                <a:lnTo>
                  <a:pt x="3012" y="3233"/>
                </a:lnTo>
                <a:lnTo>
                  <a:pt x="3012" y="3232"/>
                </a:lnTo>
                <a:lnTo>
                  <a:pt x="3011" y="3232"/>
                </a:lnTo>
                <a:lnTo>
                  <a:pt x="3010" y="3232"/>
                </a:lnTo>
                <a:lnTo>
                  <a:pt x="3010" y="3233"/>
                </a:lnTo>
                <a:lnTo>
                  <a:pt x="3010" y="3232"/>
                </a:lnTo>
                <a:lnTo>
                  <a:pt x="3009" y="3232"/>
                </a:lnTo>
                <a:lnTo>
                  <a:pt x="3008" y="3232"/>
                </a:lnTo>
                <a:lnTo>
                  <a:pt x="3008" y="3231"/>
                </a:lnTo>
                <a:lnTo>
                  <a:pt x="3008" y="3232"/>
                </a:lnTo>
                <a:lnTo>
                  <a:pt x="3007" y="3232"/>
                </a:lnTo>
                <a:lnTo>
                  <a:pt x="3007" y="3231"/>
                </a:lnTo>
                <a:lnTo>
                  <a:pt x="3006" y="3231"/>
                </a:lnTo>
                <a:lnTo>
                  <a:pt x="3006" y="3232"/>
                </a:lnTo>
                <a:lnTo>
                  <a:pt x="3006" y="3231"/>
                </a:lnTo>
                <a:lnTo>
                  <a:pt x="3005" y="3231"/>
                </a:lnTo>
                <a:lnTo>
                  <a:pt x="3005" y="3232"/>
                </a:lnTo>
                <a:lnTo>
                  <a:pt x="3005" y="3231"/>
                </a:lnTo>
                <a:lnTo>
                  <a:pt x="3004" y="3231"/>
                </a:lnTo>
                <a:lnTo>
                  <a:pt x="3004" y="3232"/>
                </a:lnTo>
                <a:lnTo>
                  <a:pt x="3003" y="3232"/>
                </a:lnTo>
                <a:lnTo>
                  <a:pt x="3002" y="3232"/>
                </a:lnTo>
                <a:lnTo>
                  <a:pt x="3001" y="3232"/>
                </a:lnTo>
                <a:lnTo>
                  <a:pt x="3001" y="3231"/>
                </a:lnTo>
                <a:lnTo>
                  <a:pt x="3001" y="3232"/>
                </a:lnTo>
                <a:lnTo>
                  <a:pt x="3001" y="3231"/>
                </a:lnTo>
                <a:lnTo>
                  <a:pt x="3001" y="3230"/>
                </a:lnTo>
                <a:lnTo>
                  <a:pt x="3000" y="3230"/>
                </a:lnTo>
                <a:lnTo>
                  <a:pt x="3000" y="3231"/>
                </a:lnTo>
                <a:lnTo>
                  <a:pt x="3000" y="3230"/>
                </a:lnTo>
                <a:lnTo>
                  <a:pt x="3000" y="3229"/>
                </a:lnTo>
                <a:lnTo>
                  <a:pt x="2999" y="3229"/>
                </a:lnTo>
                <a:lnTo>
                  <a:pt x="2998" y="3229"/>
                </a:lnTo>
                <a:lnTo>
                  <a:pt x="2998" y="3228"/>
                </a:lnTo>
                <a:lnTo>
                  <a:pt x="2997" y="3228"/>
                </a:lnTo>
                <a:lnTo>
                  <a:pt x="2997" y="3229"/>
                </a:lnTo>
                <a:lnTo>
                  <a:pt x="2996" y="3229"/>
                </a:lnTo>
                <a:lnTo>
                  <a:pt x="2995" y="3229"/>
                </a:lnTo>
                <a:lnTo>
                  <a:pt x="2995" y="3230"/>
                </a:lnTo>
                <a:lnTo>
                  <a:pt x="2994" y="3230"/>
                </a:lnTo>
                <a:lnTo>
                  <a:pt x="2994" y="3231"/>
                </a:lnTo>
                <a:lnTo>
                  <a:pt x="2994" y="3232"/>
                </a:lnTo>
                <a:lnTo>
                  <a:pt x="2994" y="3231"/>
                </a:lnTo>
                <a:lnTo>
                  <a:pt x="2994" y="3232"/>
                </a:lnTo>
                <a:lnTo>
                  <a:pt x="2993" y="3232"/>
                </a:lnTo>
                <a:lnTo>
                  <a:pt x="2993" y="3233"/>
                </a:lnTo>
                <a:lnTo>
                  <a:pt x="2992" y="3233"/>
                </a:lnTo>
                <a:lnTo>
                  <a:pt x="2992" y="3234"/>
                </a:lnTo>
                <a:lnTo>
                  <a:pt x="2992" y="3233"/>
                </a:lnTo>
                <a:lnTo>
                  <a:pt x="2991" y="3233"/>
                </a:lnTo>
                <a:lnTo>
                  <a:pt x="2991" y="3232"/>
                </a:lnTo>
                <a:lnTo>
                  <a:pt x="2991" y="3231"/>
                </a:lnTo>
                <a:lnTo>
                  <a:pt x="2990" y="3231"/>
                </a:lnTo>
                <a:lnTo>
                  <a:pt x="2990" y="3229"/>
                </a:lnTo>
                <a:lnTo>
                  <a:pt x="2991" y="3229"/>
                </a:lnTo>
                <a:lnTo>
                  <a:pt x="2991" y="3228"/>
                </a:lnTo>
                <a:lnTo>
                  <a:pt x="2992" y="3228"/>
                </a:lnTo>
                <a:lnTo>
                  <a:pt x="2992" y="3227"/>
                </a:lnTo>
                <a:lnTo>
                  <a:pt x="2993" y="3227"/>
                </a:lnTo>
                <a:lnTo>
                  <a:pt x="2993" y="3226"/>
                </a:lnTo>
                <a:lnTo>
                  <a:pt x="2992" y="3226"/>
                </a:lnTo>
                <a:lnTo>
                  <a:pt x="2993" y="3226"/>
                </a:lnTo>
                <a:lnTo>
                  <a:pt x="2992" y="3226"/>
                </a:lnTo>
                <a:lnTo>
                  <a:pt x="2993" y="3226"/>
                </a:lnTo>
                <a:lnTo>
                  <a:pt x="2992" y="3226"/>
                </a:lnTo>
                <a:lnTo>
                  <a:pt x="2992" y="3225"/>
                </a:lnTo>
                <a:lnTo>
                  <a:pt x="2992" y="3224"/>
                </a:lnTo>
                <a:lnTo>
                  <a:pt x="2992" y="3223"/>
                </a:lnTo>
                <a:lnTo>
                  <a:pt x="2993" y="3223"/>
                </a:lnTo>
                <a:lnTo>
                  <a:pt x="2993" y="3222"/>
                </a:lnTo>
                <a:lnTo>
                  <a:pt x="2992" y="3221"/>
                </a:lnTo>
                <a:lnTo>
                  <a:pt x="2993" y="3221"/>
                </a:lnTo>
                <a:lnTo>
                  <a:pt x="2993" y="3220"/>
                </a:lnTo>
                <a:lnTo>
                  <a:pt x="2993" y="3219"/>
                </a:lnTo>
                <a:lnTo>
                  <a:pt x="2992" y="3219"/>
                </a:lnTo>
                <a:lnTo>
                  <a:pt x="2992" y="3218"/>
                </a:lnTo>
                <a:lnTo>
                  <a:pt x="2991" y="3218"/>
                </a:lnTo>
                <a:lnTo>
                  <a:pt x="2991" y="3217"/>
                </a:lnTo>
                <a:lnTo>
                  <a:pt x="2991" y="3216"/>
                </a:lnTo>
                <a:lnTo>
                  <a:pt x="2991" y="3215"/>
                </a:lnTo>
                <a:lnTo>
                  <a:pt x="2992" y="3215"/>
                </a:lnTo>
                <a:lnTo>
                  <a:pt x="2991" y="3215"/>
                </a:lnTo>
                <a:lnTo>
                  <a:pt x="2992" y="3215"/>
                </a:lnTo>
                <a:lnTo>
                  <a:pt x="2992" y="3214"/>
                </a:lnTo>
                <a:lnTo>
                  <a:pt x="2993" y="3214"/>
                </a:lnTo>
                <a:lnTo>
                  <a:pt x="2993" y="3213"/>
                </a:lnTo>
                <a:lnTo>
                  <a:pt x="2992" y="3213"/>
                </a:lnTo>
                <a:lnTo>
                  <a:pt x="2993" y="3213"/>
                </a:lnTo>
                <a:lnTo>
                  <a:pt x="2992" y="3213"/>
                </a:lnTo>
                <a:lnTo>
                  <a:pt x="2991" y="3213"/>
                </a:lnTo>
                <a:lnTo>
                  <a:pt x="2991" y="3212"/>
                </a:lnTo>
                <a:lnTo>
                  <a:pt x="2990" y="3212"/>
                </a:lnTo>
                <a:lnTo>
                  <a:pt x="2990" y="3211"/>
                </a:lnTo>
                <a:lnTo>
                  <a:pt x="2989" y="3211"/>
                </a:lnTo>
                <a:lnTo>
                  <a:pt x="2989" y="3210"/>
                </a:lnTo>
                <a:lnTo>
                  <a:pt x="2990" y="3210"/>
                </a:lnTo>
                <a:lnTo>
                  <a:pt x="2990" y="3209"/>
                </a:lnTo>
                <a:lnTo>
                  <a:pt x="2991" y="3209"/>
                </a:lnTo>
                <a:lnTo>
                  <a:pt x="2992" y="3208"/>
                </a:lnTo>
                <a:lnTo>
                  <a:pt x="2992" y="3207"/>
                </a:lnTo>
                <a:lnTo>
                  <a:pt x="2992" y="3206"/>
                </a:lnTo>
                <a:lnTo>
                  <a:pt x="2991" y="3206"/>
                </a:lnTo>
                <a:lnTo>
                  <a:pt x="2991" y="3205"/>
                </a:lnTo>
                <a:lnTo>
                  <a:pt x="2991" y="3204"/>
                </a:lnTo>
                <a:lnTo>
                  <a:pt x="2991" y="3203"/>
                </a:lnTo>
                <a:lnTo>
                  <a:pt x="2991" y="3202"/>
                </a:lnTo>
                <a:lnTo>
                  <a:pt x="2990" y="3202"/>
                </a:lnTo>
                <a:lnTo>
                  <a:pt x="2991" y="3202"/>
                </a:lnTo>
                <a:lnTo>
                  <a:pt x="2991" y="3201"/>
                </a:lnTo>
                <a:lnTo>
                  <a:pt x="2990" y="3201"/>
                </a:lnTo>
                <a:lnTo>
                  <a:pt x="2990" y="3200"/>
                </a:lnTo>
                <a:lnTo>
                  <a:pt x="2989" y="3200"/>
                </a:lnTo>
                <a:lnTo>
                  <a:pt x="2989" y="3201"/>
                </a:lnTo>
                <a:lnTo>
                  <a:pt x="2989" y="3200"/>
                </a:lnTo>
                <a:lnTo>
                  <a:pt x="2989" y="3199"/>
                </a:lnTo>
                <a:lnTo>
                  <a:pt x="2989" y="3198"/>
                </a:lnTo>
                <a:lnTo>
                  <a:pt x="2989" y="3197"/>
                </a:lnTo>
                <a:lnTo>
                  <a:pt x="2988" y="3197"/>
                </a:lnTo>
                <a:lnTo>
                  <a:pt x="2988" y="3196"/>
                </a:lnTo>
                <a:lnTo>
                  <a:pt x="2988" y="3195"/>
                </a:lnTo>
                <a:lnTo>
                  <a:pt x="2987" y="3195"/>
                </a:lnTo>
                <a:lnTo>
                  <a:pt x="2986" y="3195"/>
                </a:lnTo>
                <a:lnTo>
                  <a:pt x="2985" y="3195"/>
                </a:lnTo>
                <a:lnTo>
                  <a:pt x="2984" y="3195"/>
                </a:lnTo>
                <a:lnTo>
                  <a:pt x="2983" y="3195"/>
                </a:lnTo>
                <a:lnTo>
                  <a:pt x="2982" y="3195"/>
                </a:lnTo>
                <a:lnTo>
                  <a:pt x="2982" y="3194"/>
                </a:lnTo>
                <a:lnTo>
                  <a:pt x="2982" y="3195"/>
                </a:lnTo>
                <a:lnTo>
                  <a:pt x="2981" y="3195"/>
                </a:lnTo>
                <a:lnTo>
                  <a:pt x="2981" y="3194"/>
                </a:lnTo>
                <a:lnTo>
                  <a:pt x="2980" y="3195"/>
                </a:lnTo>
                <a:lnTo>
                  <a:pt x="2980" y="3194"/>
                </a:lnTo>
                <a:lnTo>
                  <a:pt x="2979" y="3194"/>
                </a:lnTo>
                <a:lnTo>
                  <a:pt x="2979" y="3193"/>
                </a:lnTo>
                <a:lnTo>
                  <a:pt x="2980" y="3193"/>
                </a:lnTo>
                <a:lnTo>
                  <a:pt x="2979" y="3193"/>
                </a:lnTo>
                <a:lnTo>
                  <a:pt x="2979" y="3192"/>
                </a:lnTo>
                <a:lnTo>
                  <a:pt x="2980" y="3192"/>
                </a:lnTo>
                <a:lnTo>
                  <a:pt x="2981" y="3192"/>
                </a:lnTo>
                <a:lnTo>
                  <a:pt x="2981" y="3191"/>
                </a:lnTo>
                <a:lnTo>
                  <a:pt x="2982" y="3191"/>
                </a:lnTo>
                <a:lnTo>
                  <a:pt x="2981" y="3191"/>
                </a:lnTo>
                <a:lnTo>
                  <a:pt x="2981" y="3190"/>
                </a:lnTo>
                <a:lnTo>
                  <a:pt x="2981" y="3191"/>
                </a:lnTo>
                <a:lnTo>
                  <a:pt x="2981" y="3190"/>
                </a:lnTo>
                <a:lnTo>
                  <a:pt x="2982" y="3190"/>
                </a:lnTo>
                <a:lnTo>
                  <a:pt x="2982" y="3189"/>
                </a:lnTo>
                <a:lnTo>
                  <a:pt x="2981" y="3189"/>
                </a:lnTo>
                <a:lnTo>
                  <a:pt x="2981" y="3188"/>
                </a:lnTo>
                <a:lnTo>
                  <a:pt x="2980" y="3188"/>
                </a:lnTo>
                <a:lnTo>
                  <a:pt x="2980" y="3187"/>
                </a:lnTo>
                <a:lnTo>
                  <a:pt x="2980" y="3186"/>
                </a:lnTo>
                <a:lnTo>
                  <a:pt x="2979" y="3186"/>
                </a:lnTo>
                <a:lnTo>
                  <a:pt x="2980" y="3186"/>
                </a:lnTo>
                <a:lnTo>
                  <a:pt x="2980" y="3185"/>
                </a:lnTo>
                <a:lnTo>
                  <a:pt x="2980" y="3184"/>
                </a:lnTo>
                <a:lnTo>
                  <a:pt x="2979" y="3184"/>
                </a:lnTo>
                <a:lnTo>
                  <a:pt x="2979" y="3183"/>
                </a:lnTo>
                <a:lnTo>
                  <a:pt x="2979" y="3182"/>
                </a:lnTo>
                <a:lnTo>
                  <a:pt x="2980" y="3182"/>
                </a:lnTo>
                <a:lnTo>
                  <a:pt x="2980" y="3181"/>
                </a:lnTo>
                <a:lnTo>
                  <a:pt x="2981" y="3181"/>
                </a:lnTo>
                <a:lnTo>
                  <a:pt x="2981" y="3182"/>
                </a:lnTo>
                <a:lnTo>
                  <a:pt x="2981" y="3181"/>
                </a:lnTo>
                <a:lnTo>
                  <a:pt x="2981" y="3180"/>
                </a:lnTo>
                <a:lnTo>
                  <a:pt x="2981" y="3179"/>
                </a:lnTo>
                <a:lnTo>
                  <a:pt x="2981" y="3178"/>
                </a:lnTo>
                <a:lnTo>
                  <a:pt x="2981" y="3177"/>
                </a:lnTo>
                <a:lnTo>
                  <a:pt x="2981" y="3176"/>
                </a:lnTo>
                <a:lnTo>
                  <a:pt x="2982" y="3176"/>
                </a:lnTo>
                <a:lnTo>
                  <a:pt x="2982" y="3175"/>
                </a:lnTo>
                <a:lnTo>
                  <a:pt x="2982" y="3174"/>
                </a:lnTo>
                <a:lnTo>
                  <a:pt x="2982" y="3173"/>
                </a:lnTo>
                <a:lnTo>
                  <a:pt x="2983" y="3173"/>
                </a:lnTo>
                <a:lnTo>
                  <a:pt x="2983" y="3172"/>
                </a:lnTo>
                <a:lnTo>
                  <a:pt x="2983" y="3171"/>
                </a:lnTo>
                <a:lnTo>
                  <a:pt x="2983" y="3170"/>
                </a:lnTo>
                <a:lnTo>
                  <a:pt x="2984" y="3170"/>
                </a:lnTo>
                <a:lnTo>
                  <a:pt x="2983" y="3170"/>
                </a:lnTo>
                <a:lnTo>
                  <a:pt x="2983" y="3169"/>
                </a:lnTo>
                <a:lnTo>
                  <a:pt x="2984" y="3169"/>
                </a:lnTo>
                <a:lnTo>
                  <a:pt x="2983" y="3169"/>
                </a:lnTo>
                <a:lnTo>
                  <a:pt x="2983" y="3168"/>
                </a:lnTo>
                <a:lnTo>
                  <a:pt x="2984" y="3168"/>
                </a:lnTo>
                <a:lnTo>
                  <a:pt x="2985" y="3168"/>
                </a:lnTo>
                <a:lnTo>
                  <a:pt x="2985" y="3167"/>
                </a:lnTo>
                <a:lnTo>
                  <a:pt x="2985" y="3168"/>
                </a:lnTo>
                <a:lnTo>
                  <a:pt x="2986" y="3168"/>
                </a:lnTo>
                <a:lnTo>
                  <a:pt x="2986" y="3169"/>
                </a:lnTo>
                <a:lnTo>
                  <a:pt x="2986" y="3170"/>
                </a:lnTo>
                <a:lnTo>
                  <a:pt x="2987" y="3170"/>
                </a:lnTo>
                <a:lnTo>
                  <a:pt x="2987" y="3171"/>
                </a:lnTo>
                <a:lnTo>
                  <a:pt x="2988" y="3171"/>
                </a:lnTo>
                <a:lnTo>
                  <a:pt x="2988" y="3170"/>
                </a:lnTo>
                <a:lnTo>
                  <a:pt x="2988" y="3171"/>
                </a:lnTo>
                <a:lnTo>
                  <a:pt x="2989" y="3171"/>
                </a:lnTo>
                <a:lnTo>
                  <a:pt x="2989" y="3170"/>
                </a:lnTo>
                <a:lnTo>
                  <a:pt x="2990" y="3170"/>
                </a:lnTo>
                <a:lnTo>
                  <a:pt x="2991" y="3170"/>
                </a:lnTo>
                <a:lnTo>
                  <a:pt x="2992" y="3170"/>
                </a:lnTo>
                <a:lnTo>
                  <a:pt x="2993" y="3170"/>
                </a:lnTo>
                <a:lnTo>
                  <a:pt x="2994" y="3170"/>
                </a:lnTo>
                <a:lnTo>
                  <a:pt x="2994" y="3169"/>
                </a:lnTo>
                <a:lnTo>
                  <a:pt x="2994" y="3168"/>
                </a:lnTo>
                <a:lnTo>
                  <a:pt x="2995" y="3168"/>
                </a:lnTo>
                <a:lnTo>
                  <a:pt x="2994" y="3168"/>
                </a:lnTo>
                <a:lnTo>
                  <a:pt x="2995" y="3168"/>
                </a:lnTo>
                <a:lnTo>
                  <a:pt x="2994" y="3168"/>
                </a:lnTo>
                <a:lnTo>
                  <a:pt x="2994" y="3167"/>
                </a:lnTo>
                <a:lnTo>
                  <a:pt x="2993" y="3167"/>
                </a:lnTo>
                <a:lnTo>
                  <a:pt x="2994" y="3167"/>
                </a:lnTo>
                <a:lnTo>
                  <a:pt x="2994" y="3166"/>
                </a:lnTo>
                <a:lnTo>
                  <a:pt x="2994" y="3165"/>
                </a:lnTo>
                <a:lnTo>
                  <a:pt x="2995" y="3165"/>
                </a:lnTo>
                <a:lnTo>
                  <a:pt x="2994" y="3165"/>
                </a:lnTo>
                <a:lnTo>
                  <a:pt x="2995" y="3165"/>
                </a:lnTo>
                <a:lnTo>
                  <a:pt x="2994" y="3165"/>
                </a:lnTo>
                <a:lnTo>
                  <a:pt x="2994" y="3164"/>
                </a:lnTo>
                <a:lnTo>
                  <a:pt x="2994" y="3163"/>
                </a:lnTo>
                <a:lnTo>
                  <a:pt x="2995" y="3163"/>
                </a:lnTo>
                <a:lnTo>
                  <a:pt x="2995" y="3162"/>
                </a:lnTo>
                <a:lnTo>
                  <a:pt x="2996" y="3161"/>
                </a:lnTo>
                <a:lnTo>
                  <a:pt x="2997" y="3161"/>
                </a:lnTo>
                <a:lnTo>
                  <a:pt x="2997" y="3160"/>
                </a:lnTo>
                <a:lnTo>
                  <a:pt x="2997" y="3159"/>
                </a:lnTo>
                <a:lnTo>
                  <a:pt x="2997" y="3158"/>
                </a:lnTo>
                <a:lnTo>
                  <a:pt x="2998" y="3158"/>
                </a:lnTo>
                <a:lnTo>
                  <a:pt x="2998" y="3157"/>
                </a:lnTo>
                <a:lnTo>
                  <a:pt x="2999" y="3157"/>
                </a:lnTo>
                <a:lnTo>
                  <a:pt x="2998" y="3157"/>
                </a:lnTo>
                <a:lnTo>
                  <a:pt x="2998" y="3156"/>
                </a:lnTo>
                <a:lnTo>
                  <a:pt x="2998" y="3155"/>
                </a:lnTo>
                <a:lnTo>
                  <a:pt x="2997" y="3155"/>
                </a:lnTo>
                <a:lnTo>
                  <a:pt x="2998" y="3155"/>
                </a:lnTo>
                <a:lnTo>
                  <a:pt x="2998" y="3154"/>
                </a:lnTo>
                <a:lnTo>
                  <a:pt x="2998" y="3153"/>
                </a:lnTo>
                <a:lnTo>
                  <a:pt x="2999" y="3153"/>
                </a:lnTo>
                <a:lnTo>
                  <a:pt x="2999" y="3152"/>
                </a:lnTo>
                <a:lnTo>
                  <a:pt x="3000" y="3152"/>
                </a:lnTo>
                <a:lnTo>
                  <a:pt x="3000" y="3151"/>
                </a:lnTo>
                <a:lnTo>
                  <a:pt x="3001" y="3151"/>
                </a:lnTo>
                <a:lnTo>
                  <a:pt x="3002" y="3151"/>
                </a:lnTo>
                <a:lnTo>
                  <a:pt x="3003" y="3151"/>
                </a:lnTo>
                <a:lnTo>
                  <a:pt x="3003" y="3150"/>
                </a:lnTo>
                <a:lnTo>
                  <a:pt x="3003" y="3149"/>
                </a:lnTo>
                <a:lnTo>
                  <a:pt x="3004" y="3149"/>
                </a:lnTo>
                <a:lnTo>
                  <a:pt x="3004" y="3148"/>
                </a:lnTo>
                <a:lnTo>
                  <a:pt x="3004" y="3147"/>
                </a:lnTo>
                <a:lnTo>
                  <a:pt x="3003" y="3147"/>
                </a:lnTo>
                <a:lnTo>
                  <a:pt x="3003" y="3145"/>
                </a:lnTo>
                <a:lnTo>
                  <a:pt x="3002" y="3145"/>
                </a:lnTo>
                <a:lnTo>
                  <a:pt x="3001" y="3145"/>
                </a:lnTo>
                <a:lnTo>
                  <a:pt x="3000" y="3145"/>
                </a:lnTo>
                <a:lnTo>
                  <a:pt x="2999" y="3145"/>
                </a:lnTo>
                <a:lnTo>
                  <a:pt x="2998" y="3145"/>
                </a:lnTo>
                <a:lnTo>
                  <a:pt x="2998" y="3147"/>
                </a:lnTo>
                <a:lnTo>
                  <a:pt x="2998" y="3145"/>
                </a:lnTo>
                <a:lnTo>
                  <a:pt x="2998" y="3144"/>
                </a:lnTo>
                <a:lnTo>
                  <a:pt x="2997" y="3144"/>
                </a:lnTo>
                <a:lnTo>
                  <a:pt x="2997" y="3143"/>
                </a:lnTo>
                <a:lnTo>
                  <a:pt x="2996" y="3143"/>
                </a:lnTo>
                <a:lnTo>
                  <a:pt x="2996" y="3142"/>
                </a:lnTo>
                <a:lnTo>
                  <a:pt x="2995" y="3142"/>
                </a:lnTo>
                <a:lnTo>
                  <a:pt x="2994" y="3141"/>
                </a:lnTo>
                <a:lnTo>
                  <a:pt x="2993" y="3141"/>
                </a:lnTo>
                <a:lnTo>
                  <a:pt x="2993" y="3140"/>
                </a:lnTo>
                <a:lnTo>
                  <a:pt x="2993" y="3139"/>
                </a:lnTo>
                <a:lnTo>
                  <a:pt x="2993" y="3140"/>
                </a:lnTo>
                <a:lnTo>
                  <a:pt x="2993" y="3139"/>
                </a:lnTo>
                <a:lnTo>
                  <a:pt x="2993" y="3138"/>
                </a:lnTo>
                <a:lnTo>
                  <a:pt x="2992" y="3138"/>
                </a:lnTo>
                <a:lnTo>
                  <a:pt x="2992" y="3137"/>
                </a:lnTo>
                <a:lnTo>
                  <a:pt x="2991" y="3137"/>
                </a:lnTo>
                <a:lnTo>
                  <a:pt x="2991" y="3138"/>
                </a:lnTo>
                <a:lnTo>
                  <a:pt x="2991" y="3137"/>
                </a:lnTo>
                <a:lnTo>
                  <a:pt x="2991" y="3138"/>
                </a:lnTo>
                <a:lnTo>
                  <a:pt x="2990" y="3138"/>
                </a:lnTo>
                <a:lnTo>
                  <a:pt x="2990" y="3137"/>
                </a:lnTo>
                <a:lnTo>
                  <a:pt x="2989" y="3137"/>
                </a:lnTo>
                <a:lnTo>
                  <a:pt x="2989" y="3138"/>
                </a:lnTo>
                <a:lnTo>
                  <a:pt x="2989" y="3139"/>
                </a:lnTo>
                <a:lnTo>
                  <a:pt x="2988" y="3139"/>
                </a:lnTo>
                <a:lnTo>
                  <a:pt x="2988" y="3140"/>
                </a:lnTo>
                <a:lnTo>
                  <a:pt x="2987" y="3140"/>
                </a:lnTo>
                <a:lnTo>
                  <a:pt x="2987" y="3139"/>
                </a:lnTo>
                <a:lnTo>
                  <a:pt x="2986" y="3139"/>
                </a:lnTo>
                <a:lnTo>
                  <a:pt x="2986" y="3138"/>
                </a:lnTo>
                <a:lnTo>
                  <a:pt x="2985" y="3138"/>
                </a:lnTo>
                <a:lnTo>
                  <a:pt x="2986" y="3138"/>
                </a:lnTo>
                <a:lnTo>
                  <a:pt x="2986" y="3137"/>
                </a:lnTo>
                <a:lnTo>
                  <a:pt x="2985" y="3137"/>
                </a:lnTo>
                <a:lnTo>
                  <a:pt x="2984" y="3137"/>
                </a:lnTo>
                <a:lnTo>
                  <a:pt x="2984" y="3136"/>
                </a:lnTo>
                <a:lnTo>
                  <a:pt x="2984" y="3135"/>
                </a:lnTo>
                <a:lnTo>
                  <a:pt x="2984" y="3134"/>
                </a:lnTo>
                <a:lnTo>
                  <a:pt x="2983" y="3134"/>
                </a:lnTo>
                <a:lnTo>
                  <a:pt x="2983" y="3133"/>
                </a:lnTo>
                <a:lnTo>
                  <a:pt x="2983" y="3134"/>
                </a:lnTo>
                <a:lnTo>
                  <a:pt x="2982" y="3134"/>
                </a:lnTo>
                <a:lnTo>
                  <a:pt x="2982" y="3133"/>
                </a:lnTo>
                <a:lnTo>
                  <a:pt x="2981" y="3133"/>
                </a:lnTo>
                <a:lnTo>
                  <a:pt x="2981" y="3134"/>
                </a:lnTo>
                <a:lnTo>
                  <a:pt x="2980" y="3134"/>
                </a:lnTo>
                <a:lnTo>
                  <a:pt x="2979" y="3134"/>
                </a:lnTo>
                <a:lnTo>
                  <a:pt x="2978" y="3134"/>
                </a:lnTo>
                <a:lnTo>
                  <a:pt x="2978" y="3133"/>
                </a:lnTo>
                <a:lnTo>
                  <a:pt x="2977" y="3133"/>
                </a:lnTo>
                <a:lnTo>
                  <a:pt x="2978" y="3133"/>
                </a:lnTo>
                <a:lnTo>
                  <a:pt x="2978" y="3132"/>
                </a:lnTo>
                <a:lnTo>
                  <a:pt x="2977" y="3132"/>
                </a:lnTo>
                <a:lnTo>
                  <a:pt x="2976" y="3132"/>
                </a:lnTo>
                <a:lnTo>
                  <a:pt x="2976" y="3131"/>
                </a:lnTo>
                <a:lnTo>
                  <a:pt x="2976" y="3132"/>
                </a:lnTo>
                <a:lnTo>
                  <a:pt x="2975" y="3132"/>
                </a:lnTo>
                <a:lnTo>
                  <a:pt x="2975" y="3133"/>
                </a:lnTo>
                <a:lnTo>
                  <a:pt x="2974" y="3133"/>
                </a:lnTo>
                <a:lnTo>
                  <a:pt x="2974" y="3134"/>
                </a:lnTo>
                <a:lnTo>
                  <a:pt x="2974" y="3133"/>
                </a:lnTo>
                <a:lnTo>
                  <a:pt x="2974" y="3134"/>
                </a:lnTo>
                <a:lnTo>
                  <a:pt x="2974" y="3135"/>
                </a:lnTo>
                <a:lnTo>
                  <a:pt x="2974" y="3136"/>
                </a:lnTo>
                <a:lnTo>
                  <a:pt x="2973" y="3136"/>
                </a:lnTo>
                <a:lnTo>
                  <a:pt x="2972" y="3136"/>
                </a:lnTo>
                <a:lnTo>
                  <a:pt x="2972" y="3135"/>
                </a:lnTo>
                <a:lnTo>
                  <a:pt x="2972" y="3136"/>
                </a:lnTo>
                <a:lnTo>
                  <a:pt x="2971" y="3136"/>
                </a:lnTo>
                <a:lnTo>
                  <a:pt x="2971" y="3137"/>
                </a:lnTo>
                <a:lnTo>
                  <a:pt x="2970" y="3137"/>
                </a:lnTo>
                <a:lnTo>
                  <a:pt x="2970" y="3136"/>
                </a:lnTo>
                <a:lnTo>
                  <a:pt x="2969" y="3136"/>
                </a:lnTo>
                <a:lnTo>
                  <a:pt x="2969" y="3137"/>
                </a:lnTo>
                <a:lnTo>
                  <a:pt x="2968" y="3137"/>
                </a:lnTo>
                <a:lnTo>
                  <a:pt x="2968" y="3138"/>
                </a:lnTo>
                <a:lnTo>
                  <a:pt x="2967" y="3138"/>
                </a:lnTo>
                <a:lnTo>
                  <a:pt x="2967" y="3137"/>
                </a:lnTo>
                <a:lnTo>
                  <a:pt x="2966" y="3137"/>
                </a:lnTo>
                <a:lnTo>
                  <a:pt x="2966" y="3138"/>
                </a:lnTo>
                <a:lnTo>
                  <a:pt x="2966" y="3139"/>
                </a:lnTo>
                <a:lnTo>
                  <a:pt x="2965" y="3139"/>
                </a:lnTo>
                <a:lnTo>
                  <a:pt x="2965" y="3138"/>
                </a:lnTo>
                <a:lnTo>
                  <a:pt x="2964" y="3138"/>
                </a:lnTo>
                <a:lnTo>
                  <a:pt x="2963" y="3138"/>
                </a:lnTo>
                <a:lnTo>
                  <a:pt x="2962" y="3138"/>
                </a:lnTo>
                <a:lnTo>
                  <a:pt x="2962" y="3139"/>
                </a:lnTo>
                <a:lnTo>
                  <a:pt x="2961" y="3139"/>
                </a:lnTo>
                <a:lnTo>
                  <a:pt x="2961" y="3140"/>
                </a:lnTo>
                <a:lnTo>
                  <a:pt x="2962" y="3140"/>
                </a:lnTo>
                <a:lnTo>
                  <a:pt x="2961" y="3140"/>
                </a:lnTo>
                <a:lnTo>
                  <a:pt x="2961" y="3141"/>
                </a:lnTo>
                <a:lnTo>
                  <a:pt x="2960" y="3141"/>
                </a:lnTo>
                <a:lnTo>
                  <a:pt x="2960" y="3140"/>
                </a:lnTo>
                <a:lnTo>
                  <a:pt x="2959" y="3140"/>
                </a:lnTo>
                <a:lnTo>
                  <a:pt x="2959" y="3139"/>
                </a:lnTo>
                <a:lnTo>
                  <a:pt x="2958" y="3139"/>
                </a:lnTo>
                <a:lnTo>
                  <a:pt x="2958" y="3140"/>
                </a:lnTo>
                <a:lnTo>
                  <a:pt x="2957" y="3140"/>
                </a:lnTo>
                <a:lnTo>
                  <a:pt x="2956" y="3140"/>
                </a:lnTo>
                <a:lnTo>
                  <a:pt x="2956" y="3139"/>
                </a:lnTo>
                <a:lnTo>
                  <a:pt x="2955" y="3139"/>
                </a:lnTo>
                <a:lnTo>
                  <a:pt x="2955" y="3140"/>
                </a:lnTo>
                <a:lnTo>
                  <a:pt x="2954" y="3140"/>
                </a:lnTo>
                <a:lnTo>
                  <a:pt x="2954" y="3139"/>
                </a:lnTo>
                <a:lnTo>
                  <a:pt x="2954" y="3140"/>
                </a:lnTo>
                <a:lnTo>
                  <a:pt x="2954" y="3139"/>
                </a:lnTo>
                <a:lnTo>
                  <a:pt x="2953" y="3139"/>
                </a:lnTo>
                <a:lnTo>
                  <a:pt x="2952" y="3139"/>
                </a:lnTo>
                <a:lnTo>
                  <a:pt x="2952" y="3138"/>
                </a:lnTo>
                <a:lnTo>
                  <a:pt x="2953" y="3138"/>
                </a:lnTo>
                <a:lnTo>
                  <a:pt x="2952" y="3138"/>
                </a:lnTo>
                <a:lnTo>
                  <a:pt x="2951" y="3138"/>
                </a:lnTo>
                <a:lnTo>
                  <a:pt x="2951" y="3137"/>
                </a:lnTo>
                <a:lnTo>
                  <a:pt x="2952" y="3137"/>
                </a:lnTo>
                <a:lnTo>
                  <a:pt x="2952" y="3136"/>
                </a:lnTo>
                <a:lnTo>
                  <a:pt x="2953" y="3136"/>
                </a:lnTo>
                <a:lnTo>
                  <a:pt x="2953" y="3135"/>
                </a:lnTo>
                <a:lnTo>
                  <a:pt x="2952" y="3135"/>
                </a:lnTo>
                <a:lnTo>
                  <a:pt x="2952" y="3134"/>
                </a:lnTo>
                <a:lnTo>
                  <a:pt x="2951" y="3134"/>
                </a:lnTo>
                <a:lnTo>
                  <a:pt x="2951" y="3133"/>
                </a:lnTo>
                <a:lnTo>
                  <a:pt x="2950" y="3133"/>
                </a:lnTo>
                <a:lnTo>
                  <a:pt x="2951" y="3133"/>
                </a:lnTo>
                <a:lnTo>
                  <a:pt x="2951" y="3132"/>
                </a:lnTo>
                <a:lnTo>
                  <a:pt x="2950" y="3132"/>
                </a:lnTo>
                <a:lnTo>
                  <a:pt x="2950" y="3131"/>
                </a:lnTo>
                <a:lnTo>
                  <a:pt x="2949" y="3131"/>
                </a:lnTo>
                <a:lnTo>
                  <a:pt x="2949" y="3130"/>
                </a:lnTo>
                <a:lnTo>
                  <a:pt x="2948" y="3130"/>
                </a:lnTo>
                <a:lnTo>
                  <a:pt x="2948" y="3129"/>
                </a:lnTo>
                <a:lnTo>
                  <a:pt x="2947" y="3129"/>
                </a:lnTo>
                <a:lnTo>
                  <a:pt x="2947" y="3128"/>
                </a:lnTo>
                <a:lnTo>
                  <a:pt x="2946" y="3128"/>
                </a:lnTo>
                <a:lnTo>
                  <a:pt x="2946" y="3127"/>
                </a:lnTo>
                <a:lnTo>
                  <a:pt x="2945" y="3127"/>
                </a:lnTo>
                <a:lnTo>
                  <a:pt x="2945" y="3128"/>
                </a:lnTo>
                <a:lnTo>
                  <a:pt x="2944" y="3128"/>
                </a:lnTo>
                <a:lnTo>
                  <a:pt x="2944" y="3127"/>
                </a:lnTo>
                <a:lnTo>
                  <a:pt x="2943" y="3127"/>
                </a:lnTo>
                <a:lnTo>
                  <a:pt x="2942" y="3127"/>
                </a:lnTo>
                <a:lnTo>
                  <a:pt x="2941" y="3127"/>
                </a:lnTo>
                <a:lnTo>
                  <a:pt x="2940" y="3127"/>
                </a:lnTo>
                <a:lnTo>
                  <a:pt x="2940" y="3128"/>
                </a:lnTo>
                <a:lnTo>
                  <a:pt x="2939" y="3128"/>
                </a:lnTo>
                <a:lnTo>
                  <a:pt x="2939" y="3127"/>
                </a:lnTo>
                <a:lnTo>
                  <a:pt x="2938" y="3127"/>
                </a:lnTo>
                <a:lnTo>
                  <a:pt x="2938" y="3128"/>
                </a:lnTo>
                <a:lnTo>
                  <a:pt x="2938" y="3127"/>
                </a:lnTo>
                <a:lnTo>
                  <a:pt x="2937" y="3127"/>
                </a:lnTo>
                <a:lnTo>
                  <a:pt x="2937" y="3126"/>
                </a:lnTo>
                <a:lnTo>
                  <a:pt x="2936" y="3126"/>
                </a:lnTo>
                <a:lnTo>
                  <a:pt x="2935" y="3126"/>
                </a:lnTo>
                <a:lnTo>
                  <a:pt x="2935" y="3127"/>
                </a:lnTo>
                <a:lnTo>
                  <a:pt x="2934" y="3127"/>
                </a:lnTo>
                <a:lnTo>
                  <a:pt x="2933" y="3127"/>
                </a:lnTo>
                <a:lnTo>
                  <a:pt x="2932" y="3127"/>
                </a:lnTo>
                <a:lnTo>
                  <a:pt x="2931" y="3127"/>
                </a:lnTo>
                <a:lnTo>
                  <a:pt x="2930" y="3127"/>
                </a:lnTo>
                <a:lnTo>
                  <a:pt x="2929" y="3127"/>
                </a:lnTo>
                <a:lnTo>
                  <a:pt x="2929" y="3128"/>
                </a:lnTo>
                <a:lnTo>
                  <a:pt x="2929" y="3129"/>
                </a:lnTo>
                <a:lnTo>
                  <a:pt x="2930" y="3129"/>
                </a:lnTo>
                <a:lnTo>
                  <a:pt x="2929" y="3129"/>
                </a:lnTo>
                <a:lnTo>
                  <a:pt x="2930" y="3129"/>
                </a:lnTo>
                <a:lnTo>
                  <a:pt x="2930" y="3130"/>
                </a:lnTo>
                <a:lnTo>
                  <a:pt x="2929" y="3130"/>
                </a:lnTo>
                <a:lnTo>
                  <a:pt x="2929" y="3131"/>
                </a:lnTo>
                <a:lnTo>
                  <a:pt x="2929" y="3132"/>
                </a:lnTo>
                <a:lnTo>
                  <a:pt x="2928" y="3132"/>
                </a:lnTo>
                <a:lnTo>
                  <a:pt x="2927" y="3132"/>
                </a:lnTo>
                <a:lnTo>
                  <a:pt x="2927" y="3131"/>
                </a:lnTo>
                <a:lnTo>
                  <a:pt x="2926" y="3131"/>
                </a:lnTo>
                <a:lnTo>
                  <a:pt x="2925" y="3131"/>
                </a:lnTo>
                <a:lnTo>
                  <a:pt x="2925" y="3132"/>
                </a:lnTo>
                <a:lnTo>
                  <a:pt x="2924" y="3132"/>
                </a:lnTo>
                <a:lnTo>
                  <a:pt x="2924" y="3133"/>
                </a:lnTo>
                <a:lnTo>
                  <a:pt x="2924" y="3132"/>
                </a:lnTo>
                <a:lnTo>
                  <a:pt x="2924" y="3133"/>
                </a:lnTo>
                <a:lnTo>
                  <a:pt x="2923" y="3133"/>
                </a:lnTo>
                <a:lnTo>
                  <a:pt x="2923" y="3132"/>
                </a:lnTo>
                <a:lnTo>
                  <a:pt x="2922" y="3132"/>
                </a:lnTo>
                <a:lnTo>
                  <a:pt x="2921" y="3132"/>
                </a:lnTo>
                <a:lnTo>
                  <a:pt x="2920" y="3132"/>
                </a:lnTo>
                <a:lnTo>
                  <a:pt x="2919" y="3133"/>
                </a:lnTo>
                <a:lnTo>
                  <a:pt x="2919" y="3132"/>
                </a:lnTo>
                <a:lnTo>
                  <a:pt x="2919" y="3133"/>
                </a:lnTo>
                <a:lnTo>
                  <a:pt x="2918" y="3133"/>
                </a:lnTo>
                <a:lnTo>
                  <a:pt x="2918" y="3134"/>
                </a:lnTo>
                <a:lnTo>
                  <a:pt x="2919" y="3134"/>
                </a:lnTo>
                <a:lnTo>
                  <a:pt x="2918" y="3134"/>
                </a:lnTo>
                <a:lnTo>
                  <a:pt x="2918" y="3135"/>
                </a:lnTo>
                <a:lnTo>
                  <a:pt x="2917" y="3134"/>
                </a:lnTo>
                <a:lnTo>
                  <a:pt x="2917" y="3133"/>
                </a:lnTo>
                <a:lnTo>
                  <a:pt x="2917" y="3132"/>
                </a:lnTo>
                <a:lnTo>
                  <a:pt x="2916" y="3132"/>
                </a:lnTo>
                <a:lnTo>
                  <a:pt x="2916" y="3131"/>
                </a:lnTo>
                <a:lnTo>
                  <a:pt x="2915" y="3131"/>
                </a:lnTo>
                <a:lnTo>
                  <a:pt x="2915" y="3130"/>
                </a:lnTo>
                <a:lnTo>
                  <a:pt x="2916" y="3130"/>
                </a:lnTo>
                <a:lnTo>
                  <a:pt x="2916" y="3129"/>
                </a:lnTo>
                <a:lnTo>
                  <a:pt x="2915" y="3129"/>
                </a:lnTo>
                <a:lnTo>
                  <a:pt x="2914" y="3129"/>
                </a:lnTo>
                <a:lnTo>
                  <a:pt x="2915" y="3129"/>
                </a:lnTo>
                <a:lnTo>
                  <a:pt x="2915" y="3128"/>
                </a:lnTo>
                <a:lnTo>
                  <a:pt x="2914" y="3128"/>
                </a:lnTo>
                <a:lnTo>
                  <a:pt x="2914" y="3127"/>
                </a:lnTo>
                <a:lnTo>
                  <a:pt x="2913" y="3127"/>
                </a:lnTo>
                <a:lnTo>
                  <a:pt x="2912" y="3127"/>
                </a:lnTo>
                <a:lnTo>
                  <a:pt x="2911" y="3127"/>
                </a:lnTo>
                <a:lnTo>
                  <a:pt x="2911" y="3126"/>
                </a:lnTo>
                <a:lnTo>
                  <a:pt x="2910" y="3126"/>
                </a:lnTo>
                <a:lnTo>
                  <a:pt x="2910" y="3125"/>
                </a:lnTo>
                <a:lnTo>
                  <a:pt x="2909" y="3125"/>
                </a:lnTo>
                <a:lnTo>
                  <a:pt x="2909" y="3124"/>
                </a:lnTo>
                <a:lnTo>
                  <a:pt x="2908" y="3124"/>
                </a:lnTo>
                <a:lnTo>
                  <a:pt x="2908" y="3123"/>
                </a:lnTo>
                <a:lnTo>
                  <a:pt x="2908" y="3124"/>
                </a:lnTo>
                <a:lnTo>
                  <a:pt x="2908" y="3123"/>
                </a:lnTo>
                <a:lnTo>
                  <a:pt x="2907" y="3123"/>
                </a:lnTo>
                <a:lnTo>
                  <a:pt x="2906" y="3123"/>
                </a:lnTo>
                <a:lnTo>
                  <a:pt x="2905" y="3123"/>
                </a:lnTo>
                <a:lnTo>
                  <a:pt x="2905" y="3122"/>
                </a:lnTo>
                <a:lnTo>
                  <a:pt x="2904" y="3122"/>
                </a:lnTo>
                <a:lnTo>
                  <a:pt x="2904" y="3121"/>
                </a:lnTo>
                <a:lnTo>
                  <a:pt x="2905" y="3121"/>
                </a:lnTo>
                <a:lnTo>
                  <a:pt x="2904" y="3121"/>
                </a:lnTo>
                <a:lnTo>
                  <a:pt x="2904" y="3120"/>
                </a:lnTo>
                <a:lnTo>
                  <a:pt x="2903" y="3120"/>
                </a:lnTo>
                <a:lnTo>
                  <a:pt x="2903" y="3119"/>
                </a:lnTo>
                <a:lnTo>
                  <a:pt x="2903" y="3120"/>
                </a:lnTo>
                <a:lnTo>
                  <a:pt x="2902" y="3120"/>
                </a:lnTo>
                <a:lnTo>
                  <a:pt x="2901" y="3120"/>
                </a:lnTo>
                <a:lnTo>
                  <a:pt x="2900" y="3120"/>
                </a:lnTo>
                <a:lnTo>
                  <a:pt x="2899" y="3120"/>
                </a:lnTo>
                <a:lnTo>
                  <a:pt x="2899" y="3119"/>
                </a:lnTo>
                <a:lnTo>
                  <a:pt x="2898" y="3119"/>
                </a:lnTo>
                <a:lnTo>
                  <a:pt x="2897" y="3119"/>
                </a:lnTo>
                <a:lnTo>
                  <a:pt x="2897" y="3118"/>
                </a:lnTo>
                <a:lnTo>
                  <a:pt x="2896" y="3118"/>
                </a:lnTo>
                <a:lnTo>
                  <a:pt x="2895" y="3118"/>
                </a:lnTo>
                <a:lnTo>
                  <a:pt x="2895" y="3119"/>
                </a:lnTo>
                <a:lnTo>
                  <a:pt x="2894" y="3119"/>
                </a:lnTo>
                <a:lnTo>
                  <a:pt x="2893" y="3119"/>
                </a:lnTo>
                <a:lnTo>
                  <a:pt x="2893" y="3118"/>
                </a:lnTo>
                <a:lnTo>
                  <a:pt x="2892" y="3118"/>
                </a:lnTo>
                <a:lnTo>
                  <a:pt x="2892" y="3119"/>
                </a:lnTo>
                <a:lnTo>
                  <a:pt x="2891" y="3119"/>
                </a:lnTo>
                <a:lnTo>
                  <a:pt x="2890" y="3119"/>
                </a:lnTo>
                <a:lnTo>
                  <a:pt x="2890" y="3118"/>
                </a:lnTo>
                <a:lnTo>
                  <a:pt x="2889" y="3118"/>
                </a:lnTo>
                <a:lnTo>
                  <a:pt x="2889" y="3117"/>
                </a:lnTo>
                <a:lnTo>
                  <a:pt x="2889" y="3116"/>
                </a:lnTo>
                <a:lnTo>
                  <a:pt x="2890" y="3116"/>
                </a:lnTo>
                <a:lnTo>
                  <a:pt x="2890" y="3115"/>
                </a:lnTo>
                <a:lnTo>
                  <a:pt x="2889" y="3115"/>
                </a:lnTo>
                <a:lnTo>
                  <a:pt x="2890" y="3115"/>
                </a:lnTo>
                <a:lnTo>
                  <a:pt x="2889" y="3115"/>
                </a:lnTo>
                <a:lnTo>
                  <a:pt x="2889" y="3114"/>
                </a:lnTo>
                <a:lnTo>
                  <a:pt x="2890" y="3114"/>
                </a:lnTo>
                <a:lnTo>
                  <a:pt x="2889" y="3114"/>
                </a:lnTo>
                <a:lnTo>
                  <a:pt x="2889" y="3113"/>
                </a:lnTo>
                <a:lnTo>
                  <a:pt x="2890" y="3113"/>
                </a:lnTo>
                <a:lnTo>
                  <a:pt x="2890" y="3112"/>
                </a:lnTo>
                <a:lnTo>
                  <a:pt x="2889" y="3112"/>
                </a:lnTo>
                <a:lnTo>
                  <a:pt x="2890" y="3112"/>
                </a:lnTo>
                <a:lnTo>
                  <a:pt x="2890" y="3111"/>
                </a:lnTo>
                <a:lnTo>
                  <a:pt x="2890" y="3110"/>
                </a:lnTo>
                <a:lnTo>
                  <a:pt x="2890" y="3109"/>
                </a:lnTo>
                <a:lnTo>
                  <a:pt x="2889" y="3109"/>
                </a:lnTo>
                <a:lnTo>
                  <a:pt x="2889" y="3108"/>
                </a:lnTo>
                <a:lnTo>
                  <a:pt x="2889" y="3107"/>
                </a:lnTo>
                <a:lnTo>
                  <a:pt x="2888" y="3107"/>
                </a:lnTo>
                <a:lnTo>
                  <a:pt x="2888" y="3106"/>
                </a:lnTo>
                <a:lnTo>
                  <a:pt x="2887" y="3106"/>
                </a:lnTo>
                <a:lnTo>
                  <a:pt x="2887" y="3107"/>
                </a:lnTo>
                <a:lnTo>
                  <a:pt x="2886" y="3107"/>
                </a:lnTo>
                <a:lnTo>
                  <a:pt x="2886" y="3106"/>
                </a:lnTo>
                <a:lnTo>
                  <a:pt x="2885" y="3106"/>
                </a:lnTo>
                <a:lnTo>
                  <a:pt x="2884" y="3106"/>
                </a:lnTo>
                <a:lnTo>
                  <a:pt x="2884" y="3105"/>
                </a:lnTo>
                <a:lnTo>
                  <a:pt x="2883" y="3105"/>
                </a:lnTo>
                <a:lnTo>
                  <a:pt x="2884" y="3105"/>
                </a:lnTo>
                <a:lnTo>
                  <a:pt x="2883" y="3105"/>
                </a:lnTo>
                <a:lnTo>
                  <a:pt x="2883" y="3104"/>
                </a:lnTo>
                <a:lnTo>
                  <a:pt x="2883" y="3103"/>
                </a:lnTo>
                <a:lnTo>
                  <a:pt x="2883" y="3102"/>
                </a:lnTo>
                <a:lnTo>
                  <a:pt x="2882" y="3102"/>
                </a:lnTo>
                <a:lnTo>
                  <a:pt x="2882" y="3101"/>
                </a:lnTo>
                <a:lnTo>
                  <a:pt x="2881" y="3101"/>
                </a:lnTo>
                <a:lnTo>
                  <a:pt x="2881" y="3100"/>
                </a:lnTo>
                <a:lnTo>
                  <a:pt x="2881" y="3099"/>
                </a:lnTo>
                <a:lnTo>
                  <a:pt x="2880" y="3099"/>
                </a:lnTo>
                <a:lnTo>
                  <a:pt x="2880" y="3098"/>
                </a:lnTo>
                <a:lnTo>
                  <a:pt x="2879" y="3098"/>
                </a:lnTo>
                <a:lnTo>
                  <a:pt x="2879" y="3097"/>
                </a:lnTo>
                <a:lnTo>
                  <a:pt x="2879" y="3096"/>
                </a:lnTo>
                <a:lnTo>
                  <a:pt x="2878" y="3096"/>
                </a:lnTo>
                <a:lnTo>
                  <a:pt x="2879" y="3096"/>
                </a:lnTo>
                <a:lnTo>
                  <a:pt x="2878" y="3096"/>
                </a:lnTo>
                <a:lnTo>
                  <a:pt x="2878" y="3095"/>
                </a:lnTo>
                <a:lnTo>
                  <a:pt x="2877" y="3095"/>
                </a:lnTo>
                <a:lnTo>
                  <a:pt x="2877" y="3096"/>
                </a:lnTo>
                <a:lnTo>
                  <a:pt x="2877" y="3097"/>
                </a:lnTo>
                <a:lnTo>
                  <a:pt x="2876" y="3097"/>
                </a:lnTo>
                <a:lnTo>
                  <a:pt x="2876" y="3096"/>
                </a:lnTo>
                <a:lnTo>
                  <a:pt x="2875" y="3096"/>
                </a:lnTo>
                <a:lnTo>
                  <a:pt x="2875" y="3095"/>
                </a:lnTo>
                <a:lnTo>
                  <a:pt x="2874" y="3095"/>
                </a:lnTo>
                <a:lnTo>
                  <a:pt x="2874" y="3094"/>
                </a:lnTo>
                <a:lnTo>
                  <a:pt x="2873" y="3094"/>
                </a:lnTo>
                <a:lnTo>
                  <a:pt x="2873" y="3095"/>
                </a:lnTo>
                <a:lnTo>
                  <a:pt x="2873" y="3094"/>
                </a:lnTo>
                <a:lnTo>
                  <a:pt x="2872" y="3094"/>
                </a:lnTo>
                <a:lnTo>
                  <a:pt x="2872" y="3093"/>
                </a:lnTo>
                <a:lnTo>
                  <a:pt x="2872" y="3092"/>
                </a:lnTo>
                <a:lnTo>
                  <a:pt x="2871" y="3092"/>
                </a:lnTo>
                <a:lnTo>
                  <a:pt x="2871" y="3091"/>
                </a:lnTo>
                <a:lnTo>
                  <a:pt x="2870" y="3091"/>
                </a:lnTo>
                <a:lnTo>
                  <a:pt x="2870" y="3090"/>
                </a:lnTo>
                <a:lnTo>
                  <a:pt x="2870" y="3089"/>
                </a:lnTo>
                <a:lnTo>
                  <a:pt x="2870" y="3088"/>
                </a:lnTo>
                <a:lnTo>
                  <a:pt x="2869" y="3088"/>
                </a:lnTo>
                <a:lnTo>
                  <a:pt x="2869" y="3087"/>
                </a:lnTo>
                <a:lnTo>
                  <a:pt x="2868" y="3087"/>
                </a:lnTo>
                <a:lnTo>
                  <a:pt x="2868" y="3086"/>
                </a:lnTo>
                <a:lnTo>
                  <a:pt x="2867" y="3087"/>
                </a:lnTo>
                <a:lnTo>
                  <a:pt x="2866" y="3087"/>
                </a:lnTo>
                <a:lnTo>
                  <a:pt x="2866" y="3088"/>
                </a:lnTo>
                <a:lnTo>
                  <a:pt x="2866" y="3089"/>
                </a:lnTo>
                <a:lnTo>
                  <a:pt x="2865" y="3089"/>
                </a:lnTo>
                <a:lnTo>
                  <a:pt x="2865" y="3090"/>
                </a:lnTo>
                <a:lnTo>
                  <a:pt x="2864" y="3090"/>
                </a:lnTo>
                <a:lnTo>
                  <a:pt x="2864" y="3091"/>
                </a:lnTo>
                <a:lnTo>
                  <a:pt x="2863" y="3091"/>
                </a:lnTo>
                <a:lnTo>
                  <a:pt x="2862" y="3091"/>
                </a:lnTo>
                <a:lnTo>
                  <a:pt x="2862" y="3092"/>
                </a:lnTo>
                <a:lnTo>
                  <a:pt x="2861" y="3092"/>
                </a:lnTo>
                <a:lnTo>
                  <a:pt x="2861" y="3093"/>
                </a:lnTo>
                <a:lnTo>
                  <a:pt x="2862" y="3093"/>
                </a:lnTo>
                <a:lnTo>
                  <a:pt x="2862" y="3094"/>
                </a:lnTo>
                <a:lnTo>
                  <a:pt x="2861" y="3094"/>
                </a:lnTo>
                <a:lnTo>
                  <a:pt x="2861" y="3095"/>
                </a:lnTo>
                <a:lnTo>
                  <a:pt x="2861" y="3096"/>
                </a:lnTo>
                <a:lnTo>
                  <a:pt x="2861" y="3097"/>
                </a:lnTo>
                <a:lnTo>
                  <a:pt x="2861" y="3096"/>
                </a:lnTo>
                <a:lnTo>
                  <a:pt x="2860" y="3096"/>
                </a:lnTo>
                <a:lnTo>
                  <a:pt x="2860" y="3097"/>
                </a:lnTo>
                <a:lnTo>
                  <a:pt x="2860" y="3098"/>
                </a:lnTo>
                <a:lnTo>
                  <a:pt x="2860" y="3099"/>
                </a:lnTo>
                <a:lnTo>
                  <a:pt x="2860" y="3100"/>
                </a:lnTo>
                <a:lnTo>
                  <a:pt x="2859" y="3100"/>
                </a:lnTo>
                <a:lnTo>
                  <a:pt x="2859" y="3099"/>
                </a:lnTo>
                <a:lnTo>
                  <a:pt x="2858" y="3099"/>
                </a:lnTo>
                <a:lnTo>
                  <a:pt x="2857" y="3099"/>
                </a:lnTo>
                <a:lnTo>
                  <a:pt x="2857" y="3098"/>
                </a:lnTo>
                <a:lnTo>
                  <a:pt x="2857" y="3099"/>
                </a:lnTo>
                <a:lnTo>
                  <a:pt x="2857" y="3098"/>
                </a:lnTo>
                <a:lnTo>
                  <a:pt x="2856" y="3098"/>
                </a:lnTo>
                <a:lnTo>
                  <a:pt x="2856" y="3097"/>
                </a:lnTo>
                <a:lnTo>
                  <a:pt x="2856" y="3098"/>
                </a:lnTo>
                <a:lnTo>
                  <a:pt x="2855" y="3098"/>
                </a:lnTo>
                <a:lnTo>
                  <a:pt x="2855" y="3097"/>
                </a:lnTo>
                <a:lnTo>
                  <a:pt x="2854" y="3097"/>
                </a:lnTo>
                <a:lnTo>
                  <a:pt x="2854" y="3098"/>
                </a:lnTo>
                <a:lnTo>
                  <a:pt x="2853" y="3098"/>
                </a:lnTo>
                <a:lnTo>
                  <a:pt x="2853" y="3099"/>
                </a:lnTo>
                <a:lnTo>
                  <a:pt x="2852" y="3099"/>
                </a:lnTo>
                <a:lnTo>
                  <a:pt x="2852" y="3100"/>
                </a:lnTo>
                <a:lnTo>
                  <a:pt x="2851" y="3100"/>
                </a:lnTo>
                <a:lnTo>
                  <a:pt x="2850" y="3100"/>
                </a:lnTo>
                <a:lnTo>
                  <a:pt x="2850" y="3101"/>
                </a:lnTo>
                <a:lnTo>
                  <a:pt x="2849" y="3101"/>
                </a:lnTo>
                <a:lnTo>
                  <a:pt x="2848" y="3101"/>
                </a:lnTo>
                <a:lnTo>
                  <a:pt x="2848" y="3100"/>
                </a:lnTo>
                <a:lnTo>
                  <a:pt x="2847" y="3100"/>
                </a:lnTo>
                <a:lnTo>
                  <a:pt x="2847" y="3099"/>
                </a:lnTo>
                <a:lnTo>
                  <a:pt x="2846" y="3099"/>
                </a:lnTo>
                <a:lnTo>
                  <a:pt x="2845" y="3099"/>
                </a:lnTo>
                <a:lnTo>
                  <a:pt x="2845" y="3100"/>
                </a:lnTo>
                <a:lnTo>
                  <a:pt x="2844" y="3100"/>
                </a:lnTo>
                <a:lnTo>
                  <a:pt x="2844" y="3101"/>
                </a:lnTo>
                <a:lnTo>
                  <a:pt x="2843" y="3101"/>
                </a:lnTo>
                <a:lnTo>
                  <a:pt x="2843" y="3102"/>
                </a:lnTo>
                <a:lnTo>
                  <a:pt x="2842" y="3102"/>
                </a:lnTo>
                <a:lnTo>
                  <a:pt x="2842" y="3103"/>
                </a:lnTo>
                <a:lnTo>
                  <a:pt x="2841" y="3103"/>
                </a:lnTo>
                <a:lnTo>
                  <a:pt x="2841" y="3104"/>
                </a:lnTo>
                <a:lnTo>
                  <a:pt x="2840" y="3104"/>
                </a:lnTo>
                <a:lnTo>
                  <a:pt x="2839" y="3104"/>
                </a:lnTo>
                <a:lnTo>
                  <a:pt x="2839" y="3105"/>
                </a:lnTo>
                <a:lnTo>
                  <a:pt x="2838" y="3105"/>
                </a:lnTo>
                <a:lnTo>
                  <a:pt x="2838" y="3106"/>
                </a:lnTo>
                <a:lnTo>
                  <a:pt x="2837" y="3106"/>
                </a:lnTo>
                <a:lnTo>
                  <a:pt x="2837" y="3105"/>
                </a:lnTo>
                <a:lnTo>
                  <a:pt x="2836" y="3105"/>
                </a:lnTo>
                <a:lnTo>
                  <a:pt x="2836" y="3106"/>
                </a:lnTo>
                <a:lnTo>
                  <a:pt x="2835" y="3106"/>
                </a:lnTo>
                <a:lnTo>
                  <a:pt x="2835" y="3107"/>
                </a:lnTo>
                <a:lnTo>
                  <a:pt x="2835" y="3108"/>
                </a:lnTo>
                <a:lnTo>
                  <a:pt x="2834" y="3108"/>
                </a:lnTo>
                <a:lnTo>
                  <a:pt x="2834" y="3109"/>
                </a:lnTo>
                <a:lnTo>
                  <a:pt x="2834" y="3110"/>
                </a:lnTo>
                <a:lnTo>
                  <a:pt x="2834" y="3111"/>
                </a:lnTo>
                <a:lnTo>
                  <a:pt x="2833" y="3111"/>
                </a:lnTo>
                <a:lnTo>
                  <a:pt x="2833" y="3110"/>
                </a:lnTo>
                <a:lnTo>
                  <a:pt x="2832" y="3110"/>
                </a:lnTo>
                <a:lnTo>
                  <a:pt x="2832" y="3109"/>
                </a:lnTo>
                <a:lnTo>
                  <a:pt x="2831" y="3109"/>
                </a:lnTo>
                <a:lnTo>
                  <a:pt x="2831" y="3108"/>
                </a:lnTo>
                <a:lnTo>
                  <a:pt x="2830" y="3108"/>
                </a:lnTo>
                <a:lnTo>
                  <a:pt x="2829" y="3108"/>
                </a:lnTo>
                <a:lnTo>
                  <a:pt x="2829" y="3109"/>
                </a:lnTo>
                <a:lnTo>
                  <a:pt x="2828" y="3109"/>
                </a:lnTo>
                <a:lnTo>
                  <a:pt x="2828" y="3110"/>
                </a:lnTo>
                <a:lnTo>
                  <a:pt x="2828" y="3111"/>
                </a:lnTo>
                <a:lnTo>
                  <a:pt x="2828" y="3112"/>
                </a:lnTo>
                <a:lnTo>
                  <a:pt x="2828" y="3113"/>
                </a:lnTo>
                <a:lnTo>
                  <a:pt x="2827" y="3113"/>
                </a:lnTo>
                <a:lnTo>
                  <a:pt x="2827" y="3114"/>
                </a:lnTo>
                <a:lnTo>
                  <a:pt x="2826" y="3114"/>
                </a:lnTo>
                <a:lnTo>
                  <a:pt x="2826" y="3113"/>
                </a:lnTo>
                <a:lnTo>
                  <a:pt x="2826" y="3114"/>
                </a:lnTo>
                <a:lnTo>
                  <a:pt x="2825" y="3114"/>
                </a:lnTo>
                <a:lnTo>
                  <a:pt x="2824" y="3114"/>
                </a:lnTo>
                <a:lnTo>
                  <a:pt x="2824" y="3115"/>
                </a:lnTo>
                <a:lnTo>
                  <a:pt x="2824" y="3114"/>
                </a:lnTo>
                <a:lnTo>
                  <a:pt x="2823" y="3114"/>
                </a:lnTo>
                <a:lnTo>
                  <a:pt x="2823" y="3115"/>
                </a:lnTo>
                <a:lnTo>
                  <a:pt x="2823" y="3114"/>
                </a:lnTo>
                <a:lnTo>
                  <a:pt x="2822" y="3114"/>
                </a:lnTo>
                <a:lnTo>
                  <a:pt x="2821" y="3114"/>
                </a:lnTo>
                <a:lnTo>
                  <a:pt x="2821" y="3115"/>
                </a:lnTo>
                <a:lnTo>
                  <a:pt x="2821" y="3116"/>
                </a:lnTo>
                <a:lnTo>
                  <a:pt x="2821" y="3117"/>
                </a:lnTo>
                <a:lnTo>
                  <a:pt x="2821" y="3118"/>
                </a:lnTo>
                <a:lnTo>
                  <a:pt x="2822" y="3118"/>
                </a:lnTo>
                <a:lnTo>
                  <a:pt x="2822" y="3119"/>
                </a:lnTo>
                <a:lnTo>
                  <a:pt x="2822" y="3120"/>
                </a:lnTo>
                <a:lnTo>
                  <a:pt x="2822" y="3121"/>
                </a:lnTo>
                <a:lnTo>
                  <a:pt x="2823" y="3121"/>
                </a:lnTo>
                <a:lnTo>
                  <a:pt x="2823" y="3122"/>
                </a:lnTo>
                <a:lnTo>
                  <a:pt x="2822" y="3122"/>
                </a:lnTo>
                <a:lnTo>
                  <a:pt x="2822" y="3123"/>
                </a:lnTo>
                <a:lnTo>
                  <a:pt x="2823" y="3123"/>
                </a:lnTo>
                <a:lnTo>
                  <a:pt x="2823" y="3124"/>
                </a:lnTo>
                <a:lnTo>
                  <a:pt x="2823" y="3126"/>
                </a:lnTo>
                <a:lnTo>
                  <a:pt x="2824" y="3126"/>
                </a:lnTo>
                <a:lnTo>
                  <a:pt x="2823" y="3126"/>
                </a:lnTo>
                <a:lnTo>
                  <a:pt x="2824" y="3126"/>
                </a:lnTo>
                <a:lnTo>
                  <a:pt x="2824" y="3127"/>
                </a:lnTo>
                <a:lnTo>
                  <a:pt x="2824" y="3128"/>
                </a:lnTo>
                <a:lnTo>
                  <a:pt x="2825" y="3128"/>
                </a:lnTo>
                <a:lnTo>
                  <a:pt x="2825" y="3129"/>
                </a:lnTo>
                <a:lnTo>
                  <a:pt x="2826" y="3129"/>
                </a:lnTo>
                <a:lnTo>
                  <a:pt x="2826" y="3128"/>
                </a:lnTo>
                <a:lnTo>
                  <a:pt x="2826" y="3129"/>
                </a:lnTo>
                <a:lnTo>
                  <a:pt x="2826" y="3130"/>
                </a:lnTo>
                <a:lnTo>
                  <a:pt x="2827" y="3130"/>
                </a:lnTo>
                <a:lnTo>
                  <a:pt x="2827" y="3131"/>
                </a:lnTo>
                <a:lnTo>
                  <a:pt x="2826" y="3131"/>
                </a:lnTo>
                <a:lnTo>
                  <a:pt x="2826" y="3132"/>
                </a:lnTo>
                <a:lnTo>
                  <a:pt x="2826" y="3133"/>
                </a:lnTo>
                <a:lnTo>
                  <a:pt x="2825" y="3133"/>
                </a:lnTo>
                <a:lnTo>
                  <a:pt x="2825" y="3134"/>
                </a:lnTo>
                <a:lnTo>
                  <a:pt x="2824" y="3134"/>
                </a:lnTo>
                <a:lnTo>
                  <a:pt x="2823" y="3134"/>
                </a:lnTo>
                <a:lnTo>
                  <a:pt x="2822" y="3134"/>
                </a:lnTo>
                <a:lnTo>
                  <a:pt x="2822" y="3135"/>
                </a:lnTo>
                <a:lnTo>
                  <a:pt x="2821" y="3135"/>
                </a:lnTo>
                <a:lnTo>
                  <a:pt x="2820" y="3135"/>
                </a:lnTo>
                <a:lnTo>
                  <a:pt x="2820" y="3136"/>
                </a:lnTo>
                <a:lnTo>
                  <a:pt x="2819" y="3136"/>
                </a:lnTo>
                <a:lnTo>
                  <a:pt x="2818" y="3136"/>
                </a:lnTo>
                <a:lnTo>
                  <a:pt x="2818" y="3137"/>
                </a:lnTo>
                <a:lnTo>
                  <a:pt x="2818" y="3138"/>
                </a:lnTo>
                <a:lnTo>
                  <a:pt x="2817" y="3138"/>
                </a:lnTo>
                <a:lnTo>
                  <a:pt x="2818" y="3138"/>
                </a:lnTo>
                <a:lnTo>
                  <a:pt x="2817" y="3138"/>
                </a:lnTo>
                <a:lnTo>
                  <a:pt x="2817" y="3139"/>
                </a:lnTo>
                <a:lnTo>
                  <a:pt x="2817" y="3140"/>
                </a:lnTo>
                <a:lnTo>
                  <a:pt x="2817" y="3141"/>
                </a:lnTo>
                <a:lnTo>
                  <a:pt x="2815" y="3141"/>
                </a:lnTo>
                <a:lnTo>
                  <a:pt x="2814" y="3141"/>
                </a:lnTo>
                <a:lnTo>
                  <a:pt x="2814" y="3142"/>
                </a:lnTo>
                <a:lnTo>
                  <a:pt x="2815" y="3142"/>
                </a:lnTo>
                <a:lnTo>
                  <a:pt x="2815" y="3143"/>
                </a:lnTo>
                <a:lnTo>
                  <a:pt x="2815" y="3144"/>
                </a:lnTo>
                <a:lnTo>
                  <a:pt x="2814" y="3144"/>
                </a:lnTo>
                <a:lnTo>
                  <a:pt x="2814" y="3145"/>
                </a:lnTo>
                <a:lnTo>
                  <a:pt x="2813" y="3145"/>
                </a:lnTo>
                <a:lnTo>
                  <a:pt x="2813" y="3144"/>
                </a:lnTo>
                <a:lnTo>
                  <a:pt x="2812" y="3144"/>
                </a:lnTo>
                <a:lnTo>
                  <a:pt x="2811" y="3144"/>
                </a:lnTo>
                <a:lnTo>
                  <a:pt x="2810" y="3144"/>
                </a:lnTo>
                <a:lnTo>
                  <a:pt x="2810" y="3145"/>
                </a:lnTo>
                <a:lnTo>
                  <a:pt x="2809" y="3145"/>
                </a:lnTo>
                <a:lnTo>
                  <a:pt x="2809" y="3144"/>
                </a:lnTo>
                <a:lnTo>
                  <a:pt x="2808" y="3144"/>
                </a:lnTo>
                <a:lnTo>
                  <a:pt x="2808" y="3143"/>
                </a:lnTo>
                <a:lnTo>
                  <a:pt x="2807" y="3143"/>
                </a:lnTo>
                <a:lnTo>
                  <a:pt x="2806" y="3143"/>
                </a:lnTo>
                <a:lnTo>
                  <a:pt x="2805" y="3143"/>
                </a:lnTo>
                <a:lnTo>
                  <a:pt x="2805" y="3142"/>
                </a:lnTo>
                <a:lnTo>
                  <a:pt x="2804" y="3142"/>
                </a:lnTo>
                <a:lnTo>
                  <a:pt x="2805" y="3142"/>
                </a:lnTo>
                <a:lnTo>
                  <a:pt x="2805" y="3143"/>
                </a:lnTo>
                <a:lnTo>
                  <a:pt x="2804" y="3143"/>
                </a:lnTo>
                <a:lnTo>
                  <a:pt x="2805" y="3143"/>
                </a:lnTo>
                <a:lnTo>
                  <a:pt x="2805" y="3144"/>
                </a:lnTo>
                <a:lnTo>
                  <a:pt x="2804" y="3144"/>
                </a:lnTo>
                <a:lnTo>
                  <a:pt x="2804" y="3145"/>
                </a:lnTo>
                <a:lnTo>
                  <a:pt x="2803" y="3145"/>
                </a:lnTo>
                <a:lnTo>
                  <a:pt x="2802" y="3145"/>
                </a:lnTo>
                <a:lnTo>
                  <a:pt x="2803" y="3145"/>
                </a:lnTo>
                <a:lnTo>
                  <a:pt x="2803" y="3144"/>
                </a:lnTo>
                <a:lnTo>
                  <a:pt x="2802" y="3144"/>
                </a:lnTo>
                <a:lnTo>
                  <a:pt x="2803" y="3144"/>
                </a:lnTo>
                <a:lnTo>
                  <a:pt x="2803" y="3143"/>
                </a:lnTo>
                <a:lnTo>
                  <a:pt x="2803" y="3142"/>
                </a:lnTo>
                <a:lnTo>
                  <a:pt x="2802" y="3142"/>
                </a:lnTo>
                <a:lnTo>
                  <a:pt x="2802" y="3141"/>
                </a:lnTo>
                <a:lnTo>
                  <a:pt x="2802" y="3142"/>
                </a:lnTo>
                <a:lnTo>
                  <a:pt x="2802" y="3141"/>
                </a:lnTo>
                <a:lnTo>
                  <a:pt x="2801" y="3141"/>
                </a:lnTo>
                <a:lnTo>
                  <a:pt x="2801" y="3142"/>
                </a:lnTo>
                <a:lnTo>
                  <a:pt x="2801" y="3141"/>
                </a:lnTo>
                <a:lnTo>
                  <a:pt x="2800" y="3142"/>
                </a:lnTo>
                <a:lnTo>
                  <a:pt x="2799" y="3142"/>
                </a:lnTo>
                <a:lnTo>
                  <a:pt x="2799" y="3143"/>
                </a:lnTo>
                <a:lnTo>
                  <a:pt x="2799" y="3142"/>
                </a:lnTo>
                <a:lnTo>
                  <a:pt x="2798" y="3142"/>
                </a:lnTo>
                <a:lnTo>
                  <a:pt x="2798" y="3143"/>
                </a:lnTo>
                <a:lnTo>
                  <a:pt x="2799" y="3143"/>
                </a:lnTo>
                <a:lnTo>
                  <a:pt x="2798" y="3143"/>
                </a:lnTo>
                <a:lnTo>
                  <a:pt x="2798" y="3144"/>
                </a:lnTo>
                <a:lnTo>
                  <a:pt x="2797" y="3144"/>
                </a:lnTo>
                <a:lnTo>
                  <a:pt x="2797" y="3145"/>
                </a:lnTo>
                <a:lnTo>
                  <a:pt x="2796" y="3145"/>
                </a:lnTo>
                <a:lnTo>
                  <a:pt x="2796" y="3147"/>
                </a:lnTo>
                <a:lnTo>
                  <a:pt x="2795" y="3147"/>
                </a:lnTo>
                <a:lnTo>
                  <a:pt x="2795" y="3148"/>
                </a:lnTo>
                <a:lnTo>
                  <a:pt x="2795" y="3149"/>
                </a:lnTo>
                <a:lnTo>
                  <a:pt x="2794" y="3149"/>
                </a:lnTo>
                <a:lnTo>
                  <a:pt x="2794" y="3150"/>
                </a:lnTo>
                <a:lnTo>
                  <a:pt x="2793" y="3150"/>
                </a:lnTo>
                <a:lnTo>
                  <a:pt x="2793" y="3151"/>
                </a:lnTo>
                <a:lnTo>
                  <a:pt x="2792" y="3151"/>
                </a:lnTo>
                <a:lnTo>
                  <a:pt x="2791" y="3151"/>
                </a:lnTo>
                <a:lnTo>
                  <a:pt x="2791" y="3152"/>
                </a:lnTo>
                <a:lnTo>
                  <a:pt x="2790" y="3152"/>
                </a:lnTo>
                <a:lnTo>
                  <a:pt x="2790" y="3153"/>
                </a:lnTo>
                <a:lnTo>
                  <a:pt x="2789" y="3153"/>
                </a:lnTo>
                <a:lnTo>
                  <a:pt x="2788" y="3153"/>
                </a:lnTo>
                <a:lnTo>
                  <a:pt x="2788" y="3154"/>
                </a:lnTo>
                <a:lnTo>
                  <a:pt x="2787" y="3154"/>
                </a:lnTo>
                <a:lnTo>
                  <a:pt x="2786" y="3154"/>
                </a:lnTo>
                <a:lnTo>
                  <a:pt x="2786" y="3155"/>
                </a:lnTo>
                <a:lnTo>
                  <a:pt x="2785" y="3155"/>
                </a:lnTo>
                <a:lnTo>
                  <a:pt x="2785" y="3156"/>
                </a:lnTo>
                <a:lnTo>
                  <a:pt x="2785" y="3157"/>
                </a:lnTo>
                <a:lnTo>
                  <a:pt x="2785" y="3158"/>
                </a:lnTo>
                <a:lnTo>
                  <a:pt x="2784" y="3158"/>
                </a:lnTo>
                <a:lnTo>
                  <a:pt x="2783" y="3158"/>
                </a:lnTo>
                <a:lnTo>
                  <a:pt x="2783" y="3159"/>
                </a:lnTo>
                <a:lnTo>
                  <a:pt x="2782" y="3159"/>
                </a:lnTo>
                <a:lnTo>
                  <a:pt x="2780" y="3159"/>
                </a:lnTo>
                <a:lnTo>
                  <a:pt x="2780" y="3158"/>
                </a:lnTo>
                <a:lnTo>
                  <a:pt x="2780" y="3157"/>
                </a:lnTo>
                <a:lnTo>
                  <a:pt x="2779" y="3157"/>
                </a:lnTo>
                <a:lnTo>
                  <a:pt x="2779" y="3156"/>
                </a:lnTo>
                <a:lnTo>
                  <a:pt x="2779" y="3155"/>
                </a:lnTo>
                <a:lnTo>
                  <a:pt x="2778" y="3155"/>
                </a:lnTo>
                <a:lnTo>
                  <a:pt x="2777" y="3155"/>
                </a:lnTo>
                <a:lnTo>
                  <a:pt x="2776" y="3155"/>
                </a:lnTo>
                <a:lnTo>
                  <a:pt x="2775" y="3155"/>
                </a:lnTo>
                <a:lnTo>
                  <a:pt x="2775" y="3154"/>
                </a:lnTo>
                <a:lnTo>
                  <a:pt x="2774" y="3154"/>
                </a:lnTo>
                <a:lnTo>
                  <a:pt x="2773" y="3154"/>
                </a:lnTo>
                <a:lnTo>
                  <a:pt x="2773" y="3153"/>
                </a:lnTo>
                <a:lnTo>
                  <a:pt x="2773" y="3152"/>
                </a:lnTo>
                <a:lnTo>
                  <a:pt x="2772" y="3152"/>
                </a:lnTo>
                <a:lnTo>
                  <a:pt x="2772" y="3151"/>
                </a:lnTo>
                <a:lnTo>
                  <a:pt x="2772" y="3150"/>
                </a:lnTo>
                <a:lnTo>
                  <a:pt x="2772" y="3149"/>
                </a:lnTo>
                <a:lnTo>
                  <a:pt x="2772" y="3148"/>
                </a:lnTo>
                <a:lnTo>
                  <a:pt x="2772" y="3147"/>
                </a:lnTo>
                <a:lnTo>
                  <a:pt x="2773" y="3147"/>
                </a:lnTo>
                <a:lnTo>
                  <a:pt x="2773" y="3145"/>
                </a:lnTo>
                <a:lnTo>
                  <a:pt x="2773" y="3144"/>
                </a:lnTo>
                <a:lnTo>
                  <a:pt x="2773" y="3143"/>
                </a:lnTo>
                <a:lnTo>
                  <a:pt x="2772" y="3143"/>
                </a:lnTo>
                <a:lnTo>
                  <a:pt x="2772" y="3142"/>
                </a:lnTo>
                <a:lnTo>
                  <a:pt x="2771" y="3142"/>
                </a:lnTo>
                <a:lnTo>
                  <a:pt x="2771" y="3143"/>
                </a:lnTo>
                <a:lnTo>
                  <a:pt x="2771" y="3142"/>
                </a:lnTo>
                <a:lnTo>
                  <a:pt x="2770" y="3142"/>
                </a:lnTo>
                <a:lnTo>
                  <a:pt x="2770" y="3143"/>
                </a:lnTo>
                <a:lnTo>
                  <a:pt x="2769" y="3143"/>
                </a:lnTo>
                <a:lnTo>
                  <a:pt x="2769" y="3144"/>
                </a:lnTo>
                <a:lnTo>
                  <a:pt x="2768" y="3144"/>
                </a:lnTo>
                <a:lnTo>
                  <a:pt x="2768" y="3143"/>
                </a:lnTo>
                <a:lnTo>
                  <a:pt x="2768" y="3144"/>
                </a:lnTo>
                <a:lnTo>
                  <a:pt x="2767" y="3144"/>
                </a:lnTo>
                <a:lnTo>
                  <a:pt x="2766" y="3144"/>
                </a:lnTo>
                <a:lnTo>
                  <a:pt x="2766" y="3145"/>
                </a:lnTo>
                <a:lnTo>
                  <a:pt x="2766" y="3144"/>
                </a:lnTo>
                <a:lnTo>
                  <a:pt x="2765" y="3144"/>
                </a:lnTo>
                <a:lnTo>
                  <a:pt x="2765" y="3145"/>
                </a:lnTo>
                <a:lnTo>
                  <a:pt x="2764" y="3145"/>
                </a:lnTo>
                <a:lnTo>
                  <a:pt x="2764" y="3144"/>
                </a:lnTo>
                <a:lnTo>
                  <a:pt x="2763" y="3144"/>
                </a:lnTo>
                <a:lnTo>
                  <a:pt x="2763" y="3145"/>
                </a:lnTo>
                <a:lnTo>
                  <a:pt x="2762" y="3145"/>
                </a:lnTo>
                <a:lnTo>
                  <a:pt x="2762" y="3147"/>
                </a:lnTo>
                <a:lnTo>
                  <a:pt x="2761" y="3147"/>
                </a:lnTo>
                <a:lnTo>
                  <a:pt x="2760" y="3147"/>
                </a:lnTo>
                <a:lnTo>
                  <a:pt x="2760" y="3145"/>
                </a:lnTo>
                <a:lnTo>
                  <a:pt x="2759" y="3145"/>
                </a:lnTo>
                <a:lnTo>
                  <a:pt x="2759" y="3147"/>
                </a:lnTo>
                <a:lnTo>
                  <a:pt x="2758" y="3147"/>
                </a:lnTo>
                <a:lnTo>
                  <a:pt x="2758" y="3148"/>
                </a:lnTo>
                <a:lnTo>
                  <a:pt x="2758" y="3149"/>
                </a:lnTo>
                <a:lnTo>
                  <a:pt x="2757" y="3149"/>
                </a:lnTo>
                <a:lnTo>
                  <a:pt x="2757" y="3150"/>
                </a:lnTo>
                <a:lnTo>
                  <a:pt x="2757" y="3151"/>
                </a:lnTo>
                <a:lnTo>
                  <a:pt x="2756" y="3151"/>
                </a:lnTo>
                <a:lnTo>
                  <a:pt x="2756" y="3152"/>
                </a:lnTo>
                <a:lnTo>
                  <a:pt x="2755" y="3151"/>
                </a:lnTo>
                <a:lnTo>
                  <a:pt x="2755" y="3152"/>
                </a:lnTo>
                <a:lnTo>
                  <a:pt x="2754" y="3152"/>
                </a:lnTo>
                <a:lnTo>
                  <a:pt x="2754" y="3153"/>
                </a:lnTo>
                <a:lnTo>
                  <a:pt x="2754" y="3154"/>
                </a:lnTo>
                <a:lnTo>
                  <a:pt x="2753" y="3154"/>
                </a:lnTo>
                <a:lnTo>
                  <a:pt x="2753" y="3155"/>
                </a:lnTo>
                <a:lnTo>
                  <a:pt x="2752" y="3155"/>
                </a:lnTo>
                <a:lnTo>
                  <a:pt x="2752" y="3156"/>
                </a:lnTo>
                <a:lnTo>
                  <a:pt x="2752" y="3157"/>
                </a:lnTo>
                <a:lnTo>
                  <a:pt x="2752" y="3158"/>
                </a:lnTo>
                <a:lnTo>
                  <a:pt x="2751" y="3158"/>
                </a:lnTo>
                <a:lnTo>
                  <a:pt x="2751" y="3159"/>
                </a:lnTo>
                <a:lnTo>
                  <a:pt x="2751" y="3160"/>
                </a:lnTo>
                <a:lnTo>
                  <a:pt x="2752" y="3160"/>
                </a:lnTo>
                <a:lnTo>
                  <a:pt x="2752" y="3161"/>
                </a:lnTo>
                <a:lnTo>
                  <a:pt x="2752" y="3162"/>
                </a:lnTo>
                <a:lnTo>
                  <a:pt x="2751" y="3162"/>
                </a:lnTo>
                <a:lnTo>
                  <a:pt x="2752" y="3162"/>
                </a:lnTo>
                <a:lnTo>
                  <a:pt x="2751" y="3162"/>
                </a:lnTo>
                <a:lnTo>
                  <a:pt x="2751" y="3163"/>
                </a:lnTo>
                <a:lnTo>
                  <a:pt x="2751" y="3164"/>
                </a:lnTo>
                <a:lnTo>
                  <a:pt x="2751" y="3165"/>
                </a:lnTo>
                <a:lnTo>
                  <a:pt x="2751" y="3166"/>
                </a:lnTo>
                <a:lnTo>
                  <a:pt x="2751" y="3167"/>
                </a:lnTo>
                <a:lnTo>
                  <a:pt x="2751" y="3168"/>
                </a:lnTo>
                <a:lnTo>
                  <a:pt x="2750" y="3168"/>
                </a:lnTo>
                <a:lnTo>
                  <a:pt x="2750" y="3169"/>
                </a:lnTo>
                <a:lnTo>
                  <a:pt x="2750" y="3170"/>
                </a:lnTo>
                <a:lnTo>
                  <a:pt x="2749" y="3170"/>
                </a:lnTo>
                <a:lnTo>
                  <a:pt x="2749" y="3171"/>
                </a:lnTo>
                <a:lnTo>
                  <a:pt x="2750" y="3171"/>
                </a:lnTo>
                <a:lnTo>
                  <a:pt x="2750" y="3172"/>
                </a:lnTo>
                <a:lnTo>
                  <a:pt x="2750" y="3173"/>
                </a:lnTo>
                <a:lnTo>
                  <a:pt x="2750" y="3174"/>
                </a:lnTo>
                <a:lnTo>
                  <a:pt x="2749" y="3174"/>
                </a:lnTo>
                <a:lnTo>
                  <a:pt x="2749" y="3175"/>
                </a:lnTo>
                <a:lnTo>
                  <a:pt x="2750" y="3175"/>
                </a:lnTo>
                <a:lnTo>
                  <a:pt x="2749" y="3175"/>
                </a:lnTo>
                <a:lnTo>
                  <a:pt x="2750" y="3175"/>
                </a:lnTo>
                <a:lnTo>
                  <a:pt x="2750" y="3176"/>
                </a:lnTo>
                <a:lnTo>
                  <a:pt x="2749" y="3176"/>
                </a:lnTo>
                <a:lnTo>
                  <a:pt x="2749" y="3177"/>
                </a:lnTo>
                <a:lnTo>
                  <a:pt x="2749" y="3176"/>
                </a:lnTo>
                <a:lnTo>
                  <a:pt x="2748" y="3176"/>
                </a:lnTo>
                <a:lnTo>
                  <a:pt x="2748" y="3177"/>
                </a:lnTo>
                <a:lnTo>
                  <a:pt x="2747" y="3177"/>
                </a:lnTo>
                <a:lnTo>
                  <a:pt x="2747" y="3178"/>
                </a:lnTo>
                <a:lnTo>
                  <a:pt x="2746" y="3178"/>
                </a:lnTo>
                <a:lnTo>
                  <a:pt x="2746" y="3177"/>
                </a:lnTo>
                <a:lnTo>
                  <a:pt x="2745" y="3177"/>
                </a:lnTo>
                <a:lnTo>
                  <a:pt x="2745" y="3178"/>
                </a:lnTo>
                <a:lnTo>
                  <a:pt x="2745" y="3177"/>
                </a:lnTo>
                <a:lnTo>
                  <a:pt x="2744" y="3177"/>
                </a:lnTo>
                <a:lnTo>
                  <a:pt x="2744" y="3176"/>
                </a:lnTo>
                <a:lnTo>
                  <a:pt x="2743" y="3176"/>
                </a:lnTo>
                <a:lnTo>
                  <a:pt x="2742" y="3175"/>
                </a:lnTo>
                <a:lnTo>
                  <a:pt x="2742" y="3174"/>
                </a:lnTo>
                <a:lnTo>
                  <a:pt x="2742" y="3175"/>
                </a:lnTo>
                <a:lnTo>
                  <a:pt x="2741" y="3175"/>
                </a:lnTo>
                <a:lnTo>
                  <a:pt x="2741" y="3174"/>
                </a:lnTo>
                <a:lnTo>
                  <a:pt x="2740" y="3173"/>
                </a:lnTo>
                <a:lnTo>
                  <a:pt x="2739" y="3172"/>
                </a:lnTo>
                <a:lnTo>
                  <a:pt x="2739" y="3171"/>
                </a:lnTo>
                <a:lnTo>
                  <a:pt x="2738" y="3171"/>
                </a:lnTo>
                <a:lnTo>
                  <a:pt x="2738" y="3172"/>
                </a:lnTo>
                <a:lnTo>
                  <a:pt x="2737" y="3172"/>
                </a:lnTo>
                <a:lnTo>
                  <a:pt x="2737" y="3171"/>
                </a:lnTo>
                <a:lnTo>
                  <a:pt x="2737" y="3170"/>
                </a:lnTo>
                <a:lnTo>
                  <a:pt x="2736" y="3170"/>
                </a:lnTo>
                <a:lnTo>
                  <a:pt x="2736" y="3169"/>
                </a:lnTo>
                <a:lnTo>
                  <a:pt x="2735" y="3169"/>
                </a:lnTo>
                <a:lnTo>
                  <a:pt x="2735" y="3168"/>
                </a:lnTo>
                <a:lnTo>
                  <a:pt x="2734" y="3168"/>
                </a:lnTo>
                <a:lnTo>
                  <a:pt x="2734" y="3167"/>
                </a:lnTo>
                <a:lnTo>
                  <a:pt x="2733" y="3167"/>
                </a:lnTo>
                <a:lnTo>
                  <a:pt x="2733" y="3166"/>
                </a:lnTo>
                <a:lnTo>
                  <a:pt x="2732" y="3166"/>
                </a:lnTo>
                <a:lnTo>
                  <a:pt x="2732" y="3165"/>
                </a:lnTo>
                <a:lnTo>
                  <a:pt x="2732" y="3164"/>
                </a:lnTo>
                <a:lnTo>
                  <a:pt x="2731" y="3164"/>
                </a:lnTo>
                <a:lnTo>
                  <a:pt x="2731" y="3163"/>
                </a:lnTo>
                <a:lnTo>
                  <a:pt x="2730" y="3163"/>
                </a:lnTo>
                <a:lnTo>
                  <a:pt x="2730" y="3162"/>
                </a:lnTo>
                <a:lnTo>
                  <a:pt x="2729" y="3162"/>
                </a:lnTo>
                <a:lnTo>
                  <a:pt x="2729" y="3161"/>
                </a:lnTo>
                <a:lnTo>
                  <a:pt x="2729" y="3160"/>
                </a:lnTo>
                <a:lnTo>
                  <a:pt x="2728" y="3160"/>
                </a:lnTo>
                <a:lnTo>
                  <a:pt x="2728" y="3159"/>
                </a:lnTo>
                <a:lnTo>
                  <a:pt x="2727" y="3159"/>
                </a:lnTo>
                <a:lnTo>
                  <a:pt x="2726" y="3159"/>
                </a:lnTo>
                <a:lnTo>
                  <a:pt x="2726" y="3158"/>
                </a:lnTo>
                <a:lnTo>
                  <a:pt x="2725" y="3158"/>
                </a:lnTo>
                <a:lnTo>
                  <a:pt x="2725" y="3157"/>
                </a:lnTo>
                <a:lnTo>
                  <a:pt x="2724" y="3156"/>
                </a:lnTo>
                <a:lnTo>
                  <a:pt x="2724" y="3155"/>
                </a:lnTo>
                <a:lnTo>
                  <a:pt x="2722" y="3154"/>
                </a:lnTo>
                <a:lnTo>
                  <a:pt x="2722" y="3153"/>
                </a:lnTo>
                <a:lnTo>
                  <a:pt x="2721" y="3153"/>
                </a:lnTo>
                <a:lnTo>
                  <a:pt x="2720" y="3153"/>
                </a:lnTo>
                <a:lnTo>
                  <a:pt x="2720" y="3152"/>
                </a:lnTo>
                <a:lnTo>
                  <a:pt x="2720" y="3151"/>
                </a:lnTo>
                <a:lnTo>
                  <a:pt x="2719" y="3151"/>
                </a:lnTo>
                <a:lnTo>
                  <a:pt x="2719" y="3150"/>
                </a:lnTo>
                <a:lnTo>
                  <a:pt x="2718" y="3150"/>
                </a:lnTo>
                <a:lnTo>
                  <a:pt x="2718" y="3149"/>
                </a:lnTo>
                <a:lnTo>
                  <a:pt x="2717" y="3149"/>
                </a:lnTo>
                <a:lnTo>
                  <a:pt x="2717" y="3148"/>
                </a:lnTo>
                <a:lnTo>
                  <a:pt x="2716" y="3148"/>
                </a:lnTo>
                <a:lnTo>
                  <a:pt x="2716" y="3149"/>
                </a:lnTo>
                <a:lnTo>
                  <a:pt x="2715" y="3149"/>
                </a:lnTo>
                <a:lnTo>
                  <a:pt x="2714" y="3149"/>
                </a:lnTo>
                <a:lnTo>
                  <a:pt x="2714" y="3150"/>
                </a:lnTo>
                <a:lnTo>
                  <a:pt x="2714" y="3151"/>
                </a:lnTo>
                <a:lnTo>
                  <a:pt x="2713" y="3151"/>
                </a:lnTo>
                <a:lnTo>
                  <a:pt x="2713" y="3152"/>
                </a:lnTo>
                <a:lnTo>
                  <a:pt x="2713" y="3153"/>
                </a:lnTo>
                <a:lnTo>
                  <a:pt x="2712" y="3153"/>
                </a:lnTo>
                <a:lnTo>
                  <a:pt x="2712" y="3154"/>
                </a:lnTo>
                <a:lnTo>
                  <a:pt x="2711" y="3154"/>
                </a:lnTo>
                <a:lnTo>
                  <a:pt x="2711" y="3155"/>
                </a:lnTo>
                <a:lnTo>
                  <a:pt x="2711" y="3156"/>
                </a:lnTo>
                <a:lnTo>
                  <a:pt x="2711" y="3155"/>
                </a:lnTo>
                <a:lnTo>
                  <a:pt x="2710" y="3156"/>
                </a:lnTo>
                <a:lnTo>
                  <a:pt x="2710" y="3157"/>
                </a:lnTo>
                <a:lnTo>
                  <a:pt x="2709" y="3157"/>
                </a:lnTo>
                <a:lnTo>
                  <a:pt x="2709" y="3158"/>
                </a:lnTo>
                <a:lnTo>
                  <a:pt x="2709" y="3159"/>
                </a:lnTo>
                <a:lnTo>
                  <a:pt x="2710" y="3159"/>
                </a:lnTo>
                <a:lnTo>
                  <a:pt x="2710" y="3160"/>
                </a:lnTo>
                <a:lnTo>
                  <a:pt x="2710" y="3161"/>
                </a:lnTo>
                <a:lnTo>
                  <a:pt x="2711" y="3161"/>
                </a:lnTo>
                <a:lnTo>
                  <a:pt x="2711" y="3162"/>
                </a:lnTo>
                <a:lnTo>
                  <a:pt x="2710" y="3162"/>
                </a:lnTo>
                <a:lnTo>
                  <a:pt x="2710" y="3163"/>
                </a:lnTo>
                <a:lnTo>
                  <a:pt x="2710" y="3164"/>
                </a:lnTo>
                <a:lnTo>
                  <a:pt x="2709" y="3164"/>
                </a:lnTo>
                <a:lnTo>
                  <a:pt x="2708" y="3164"/>
                </a:lnTo>
                <a:lnTo>
                  <a:pt x="2708" y="3165"/>
                </a:lnTo>
                <a:lnTo>
                  <a:pt x="2708" y="3166"/>
                </a:lnTo>
                <a:lnTo>
                  <a:pt x="2708" y="3167"/>
                </a:lnTo>
                <a:lnTo>
                  <a:pt x="2707" y="3167"/>
                </a:lnTo>
                <a:lnTo>
                  <a:pt x="2707" y="3168"/>
                </a:lnTo>
                <a:lnTo>
                  <a:pt x="2706" y="3168"/>
                </a:lnTo>
                <a:lnTo>
                  <a:pt x="2706" y="3169"/>
                </a:lnTo>
                <a:lnTo>
                  <a:pt x="2706" y="3168"/>
                </a:lnTo>
                <a:lnTo>
                  <a:pt x="2705" y="3168"/>
                </a:lnTo>
                <a:lnTo>
                  <a:pt x="2704" y="3168"/>
                </a:lnTo>
                <a:lnTo>
                  <a:pt x="2704" y="3167"/>
                </a:lnTo>
                <a:lnTo>
                  <a:pt x="2703" y="3167"/>
                </a:lnTo>
                <a:lnTo>
                  <a:pt x="2703" y="3166"/>
                </a:lnTo>
                <a:lnTo>
                  <a:pt x="2702" y="3166"/>
                </a:lnTo>
                <a:lnTo>
                  <a:pt x="2702" y="3165"/>
                </a:lnTo>
                <a:lnTo>
                  <a:pt x="2701" y="3165"/>
                </a:lnTo>
                <a:lnTo>
                  <a:pt x="2702" y="3165"/>
                </a:lnTo>
                <a:lnTo>
                  <a:pt x="2702" y="3164"/>
                </a:lnTo>
                <a:lnTo>
                  <a:pt x="2701" y="3164"/>
                </a:lnTo>
                <a:lnTo>
                  <a:pt x="2701" y="3163"/>
                </a:lnTo>
                <a:lnTo>
                  <a:pt x="2700" y="3163"/>
                </a:lnTo>
                <a:lnTo>
                  <a:pt x="2700" y="3162"/>
                </a:lnTo>
                <a:lnTo>
                  <a:pt x="2700" y="3161"/>
                </a:lnTo>
                <a:lnTo>
                  <a:pt x="2700" y="3160"/>
                </a:lnTo>
                <a:lnTo>
                  <a:pt x="2699" y="3159"/>
                </a:lnTo>
                <a:lnTo>
                  <a:pt x="2699" y="3160"/>
                </a:lnTo>
                <a:lnTo>
                  <a:pt x="2699" y="3159"/>
                </a:lnTo>
                <a:lnTo>
                  <a:pt x="2698" y="3159"/>
                </a:lnTo>
                <a:lnTo>
                  <a:pt x="2698" y="3158"/>
                </a:lnTo>
                <a:lnTo>
                  <a:pt x="2697" y="3158"/>
                </a:lnTo>
                <a:lnTo>
                  <a:pt x="2697" y="3157"/>
                </a:lnTo>
                <a:lnTo>
                  <a:pt x="2698" y="3157"/>
                </a:lnTo>
                <a:lnTo>
                  <a:pt x="2697" y="3157"/>
                </a:lnTo>
                <a:lnTo>
                  <a:pt x="2698" y="3157"/>
                </a:lnTo>
                <a:lnTo>
                  <a:pt x="2697" y="3157"/>
                </a:lnTo>
                <a:lnTo>
                  <a:pt x="2697" y="3156"/>
                </a:lnTo>
                <a:lnTo>
                  <a:pt x="2697" y="3155"/>
                </a:lnTo>
                <a:lnTo>
                  <a:pt x="2697" y="3154"/>
                </a:lnTo>
                <a:lnTo>
                  <a:pt x="2698" y="3154"/>
                </a:lnTo>
                <a:lnTo>
                  <a:pt x="2698" y="3153"/>
                </a:lnTo>
                <a:lnTo>
                  <a:pt x="2698" y="3152"/>
                </a:lnTo>
                <a:lnTo>
                  <a:pt x="2697" y="3152"/>
                </a:lnTo>
                <a:lnTo>
                  <a:pt x="2696" y="3152"/>
                </a:lnTo>
                <a:lnTo>
                  <a:pt x="2696" y="3151"/>
                </a:lnTo>
                <a:lnTo>
                  <a:pt x="2696" y="3150"/>
                </a:lnTo>
                <a:lnTo>
                  <a:pt x="2695" y="3150"/>
                </a:lnTo>
                <a:lnTo>
                  <a:pt x="2694" y="3150"/>
                </a:lnTo>
                <a:lnTo>
                  <a:pt x="2694" y="3149"/>
                </a:lnTo>
                <a:lnTo>
                  <a:pt x="2693" y="3149"/>
                </a:lnTo>
                <a:lnTo>
                  <a:pt x="2693" y="3148"/>
                </a:lnTo>
                <a:lnTo>
                  <a:pt x="2692" y="3148"/>
                </a:lnTo>
                <a:lnTo>
                  <a:pt x="2693" y="3148"/>
                </a:lnTo>
                <a:lnTo>
                  <a:pt x="2692" y="3148"/>
                </a:lnTo>
                <a:lnTo>
                  <a:pt x="2691" y="3148"/>
                </a:lnTo>
                <a:lnTo>
                  <a:pt x="2691" y="3147"/>
                </a:lnTo>
                <a:lnTo>
                  <a:pt x="2690" y="3147"/>
                </a:lnTo>
                <a:lnTo>
                  <a:pt x="2689" y="3147"/>
                </a:lnTo>
                <a:lnTo>
                  <a:pt x="2688" y="3147"/>
                </a:lnTo>
                <a:lnTo>
                  <a:pt x="2687" y="3147"/>
                </a:lnTo>
                <a:lnTo>
                  <a:pt x="2687" y="3148"/>
                </a:lnTo>
                <a:lnTo>
                  <a:pt x="2687" y="3149"/>
                </a:lnTo>
                <a:lnTo>
                  <a:pt x="2687" y="3150"/>
                </a:lnTo>
                <a:lnTo>
                  <a:pt x="2687" y="3151"/>
                </a:lnTo>
                <a:lnTo>
                  <a:pt x="2686" y="3151"/>
                </a:lnTo>
                <a:lnTo>
                  <a:pt x="2687" y="3151"/>
                </a:lnTo>
                <a:lnTo>
                  <a:pt x="2686" y="3151"/>
                </a:lnTo>
                <a:lnTo>
                  <a:pt x="2686" y="3152"/>
                </a:lnTo>
                <a:lnTo>
                  <a:pt x="2686" y="3153"/>
                </a:lnTo>
                <a:lnTo>
                  <a:pt x="2685" y="3153"/>
                </a:lnTo>
                <a:lnTo>
                  <a:pt x="2685" y="3154"/>
                </a:lnTo>
                <a:lnTo>
                  <a:pt x="2684" y="3154"/>
                </a:lnTo>
                <a:lnTo>
                  <a:pt x="2684" y="3155"/>
                </a:lnTo>
                <a:lnTo>
                  <a:pt x="2684" y="3156"/>
                </a:lnTo>
                <a:lnTo>
                  <a:pt x="2685" y="3156"/>
                </a:lnTo>
                <a:lnTo>
                  <a:pt x="2684" y="3156"/>
                </a:lnTo>
                <a:lnTo>
                  <a:pt x="2684" y="3157"/>
                </a:lnTo>
                <a:lnTo>
                  <a:pt x="2685" y="3157"/>
                </a:lnTo>
                <a:lnTo>
                  <a:pt x="2684" y="3157"/>
                </a:lnTo>
                <a:lnTo>
                  <a:pt x="2685" y="3157"/>
                </a:lnTo>
                <a:lnTo>
                  <a:pt x="2684" y="3157"/>
                </a:lnTo>
                <a:lnTo>
                  <a:pt x="2684" y="3158"/>
                </a:lnTo>
                <a:lnTo>
                  <a:pt x="2684" y="3159"/>
                </a:lnTo>
                <a:lnTo>
                  <a:pt x="2684" y="3160"/>
                </a:lnTo>
                <a:lnTo>
                  <a:pt x="2683" y="3160"/>
                </a:lnTo>
                <a:lnTo>
                  <a:pt x="2683" y="3161"/>
                </a:lnTo>
                <a:lnTo>
                  <a:pt x="2682" y="3161"/>
                </a:lnTo>
                <a:lnTo>
                  <a:pt x="2681" y="3161"/>
                </a:lnTo>
                <a:lnTo>
                  <a:pt x="2681" y="3162"/>
                </a:lnTo>
                <a:lnTo>
                  <a:pt x="2680" y="3162"/>
                </a:lnTo>
                <a:lnTo>
                  <a:pt x="2679" y="3162"/>
                </a:lnTo>
                <a:lnTo>
                  <a:pt x="2679" y="3163"/>
                </a:lnTo>
                <a:lnTo>
                  <a:pt x="2678" y="3163"/>
                </a:lnTo>
                <a:lnTo>
                  <a:pt x="2677" y="3163"/>
                </a:lnTo>
                <a:lnTo>
                  <a:pt x="2676" y="3163"/>
                </a:lnTo>
                <a:lnTo>
                  <a:pt x="2675" y="3163"/>
                </a:lnTo>
                <a:lnTo>
                  <a:pt x="2675" y="3164"/>
                </a:lnTo>
                <a:lnTo>
                  <a:pt x="2675" y="3165"/>
                </a:lnTo>
                <a:lnTo>
                  <a:pt x="2674" y="3165"/>
                </a:lnTo>
                <a:lnTo>
                  <a:pt x="2674" y="3166"/>
                </a:lnTo>
                <a:lnTo>
                  <a:pt x="2674" y="3167"/>
                </a:lnTo>
                <a:lnTo>
                  <a:pt x="2673" y="3167"/>
                </a:lnTo>
                <a:lnTo>
                  <a:pt x="2673" y="3168"/>
                </a:lnTo>
                <a:lnTo>
                  <a:pt x="2673" y="3169"/>
                </a:lnTo>
                <a:lnTo>
                  <a:pt x="2673" y="3170"/>
                </a:lnTo>
                <a:lnTo>
                  <a:pt x="2674" y="3170"/>
                </a:lnTo>
                <a:lnTo>
                  <a:pt x="2674" y="3171"/>
                </a:lnTo>
                <a:lnTo>
                  <a:pt x="2674" y="3172"/>
                </a:lnTo>
                <a:lnTo>
                  <a:pt x="2675" y="3172"/>
                </a:lnTo>
                <a:lnTo>
                  <a:pt x="2675" y="3173"/>
                </a:lnTo>
                <a:lnTo>
                  <a:pt x="2674" y="3173"/>
                </a:lnTo>
                <a:lnTo>
                  <a:pt x="2674" y="3174"/>
                </a:lnTo>
                <a:lnTo>
                  <a:pt x="2673" y="3174"/>
                </a:lnTo>
                <a:lnTo>
                  <a:pt x="2672" y="3174"/>
                </a:lnTo>
                <a:lnTo>
                  <a:pt x="2671" y="3174"/>
                </a:lnTo>
                <a:lnTo>
                  <a:pt x="2671" y="3175"/>
                </a:lnTo>
                <a:lnTo>
                  <a:pt x="2670" y="3175"/>
                </a:lnTo>
                <a:lnTo>
                  <a:pt x="2670" y="3176"/>
                </a:lnTo>
                <a:lnTo>
                  <a:pt x="2669" y="3176"/>
                </a:lnTo>
                <a:lnTo>
                  <a:pt x="2669" y="3177"/>
                </a:lnTo>
                <a:lnTo>
                  <a:pt x="2668" y="3177"/>
                </a:lnTo>
                <a:lnTo>
                  <a:pt x="2667" y="3177"/>
                </a:lnTo>
                <a:lnTo>
                  <a:pt x="2666" y="3177"/>
                </a:lnTo>
                <a:lnTo>
                  <a:pt x="2666" y="3178"/>
                </a:lnTo>
                <a:lnTo>
                  <a:pt x="2665" y="3178"/>
                </a:lnTo>
                <a:lnTo>
                  <a:pt x="2665" y="3179"/>
                </a:lnTo>
                <a:lnTo>
                  <a:pt x="2665" y="3180"/>
                </a:lnTo>
                <a:lnTo>
                  <a:pt x="2665" y="3181"/>
                </a:lnTo>
                <a:lnTo>
                  <a:pt x="2666" y="3181"/>
                </a:lnTo>
                <a:lnTo>
                  <a:pt x="2666" y="3182"/>
                </a:lnTo>
                <a:lnTo>
                  <a:pt x="2666" y="3183"/>
                </a:lnTo>
                <a:lnTo>
                  <a:pt x="2665" y="3183"/>
                </a:lnTo>
                <a:lnTo>
                  <a:pt x="2665" y="3184"/>
                </a:lnTo>
                <a:lnTo>
                  <a:pt x="2664" y="3184"/>
                </a:lnTo>
                <a:lnTo>
                  <a:pt x="2664" y="3183"/>
                </a:lnTo>
                <a:lnTo>
                  <a:pt x="2663" y="3183"/>
                </a:lnTo>
                <a:lnTo>
                  <a:pt x="2663" y="3184"/>
                </a:lnTo>
                <a:lnTo>
                  <a:pt x="2662" y="3184"/>
                </a:lnTo>
                <a:lnTo>
                  <a:pt x="2661" y="3184"/>
                </a:lnTo>
                <a:lnTo>
                  <a:pt x="2660" y="3184"/>
                </a:lnTo>
                <a:lnTo>
                  <a:pt x="2660" y="3183"/>
                </a:lnTo>
                <a:lnTo>
                  <a:pt x="2659" y="3182"/>
                </a:lnTo>
                <a:lnTo>
                  <a:pt x="2658" y="3182"/>
                </a:lnTo>
                <a:lnTo>
                  <a:pt x="2658" y="3181"/>
                </a:lnTo>
                <a:lnTo>
                  <a:pt x="2657" y="3181"/>
                </a:lnTo>
                <a:lnTo>
                  <a:pt x="2657" y="3180"/>
                </a:lnTo>
                <a:lnTo>
                  <a:pt x="2656" y="3180"/>
                </a:lnTo>
                <a:lnTo>
                  <a:pt x="2656" y="3181"/>
                </a:lnTo>
                <a:lnTo>
                  <a:pt x="2656" y="3180"/>
                </a:lnTo>
                <a:lnTo>
                  <a:pt x="2656" y="3181"/>
                </a:lnTo>
                <a:lnTo>
                  <a:pt x="2655" y="3181"/>
                </a:lnTo>
                <a:lnTo>
                  <a:pt x="2655" y="3180"/>
                </a:lnTo>
                <a:lnTo>
                  <a:pt x="2654" y="3180"/>
                </a:lnTo>
                <a:lnTo>
                  <a:pt x="2653" y="3180"/>
                </a:lnTo>
                <a:lnTo>
                  <a:pt x="2652" y="3180"/>
                </a:lnTo>
                <a:lnTo>
                  <a:pt x="2652" y="3179"/>
                </a:lnTo>
                <a:lnTo>
                  <a:pt x="2652" y="3178"/>
                </a:lnTo>
                <a:lnTo>
                  <a:pt x="2651" y="3178"/>
                </a:lnTo>
                <a:lnTo>
                  <a:pt x="2652" y="3178"/>
                </a:lnTo>
                <a:lnTo>
                  <a:pt x="2651" y="3178"/>
                </a:lnTo>
                <a:lnTo>
                  <a:pt x="2652" y="3178"/>
                </a:lnTo>
                <a:lnTo>
                  <a:pt x="2651" y="3178"/>
                </a:lnTo>
                <a:lnTo>
                  <a:pt x="2651" y="3177"/>
                </a:lnTo>
                <a:lnTo>
                  <a:pt x="2650" y="3177"/>
                </a:lnTo>
                <a:lnTo>
                  <a:pt x="2650" y="3176"/>
                </a:lnTo>
                <a:lnTo>
                  <a:pt x="2650" y="3175"/>
                </a:lnTo>
                <a:lnTo>
                  <a:pt x="2649" y="3175"/>
                </a:lnTo>
                <a:lnTo>
                  <a:pt x="2648" y="3175"/>
                </a:lnTo>
                <a:lnTo>
                  <a:pt x="2649" y="3175"/>
                </a:lnTo>
                <a:lnTo>
                  <a:pt x="2649" y="3174"/>
                </a:lnTo>
                <a:lnTo>
                  <a:pt x="2649" y="3173"/>
                </a:lnTo>
                <a:lnTo>
                  <a:pt x="2648" y="3173"/>
                </a:lnTo>
                <a:lnTo>
                  <a:pt x="2648" y="3172"/>
                </a:lnTo>
                <a:lnTo>
                  <a:pt x="2647" y="3172"/>
                </a:lnTo>
                <a:lnTo>
                  <a:pt x="2648" y="3172"/>
                </a:lnTo>
                <a:lnTo>
                  <a:pt x="2648" y="3171"/>
                </a:lnTo>
                <a:lnTo>
                  <a:pt x="2647" y="3171"/>
                </a:lnTo>
                <a:lnTo>
                  <a:pt x="2647" y="3170"/>
                </a:lnTo>
                <a:lnTo>
                  <a:pt x="2648" y="3170"/>
                </a:lnTo>
                <a:lnTo>
                  <a:pt x="2647" y="3169"/>
                </a:lnTo>
                <a:lnTo>
                  <a:pt x="2647" y="3168"/>
                </a:lnTo>
                <a:lnTo>
                  <a:pt x="2647" y="3169"/>
                </a:lnTo>
                <a:lnTo>
                  <a:pt x="2647" y="3168"/>
                </a:lnTo>
                <a:lnTo>
                  <a:pt x="2646" y="3168"/>
                </a:lnTo>
                <a:lnTo>
                  <a:pt x="2647" y="3168"/>
                </a:lnTo>
                <a:lnTo>
                  <a:pt x="2646" y="3168"/>
                </a:lnTo>
                <a:lnTo>
                  <a:pt x="2646" y="3167"/>
                </a:lnTo>
                <a:lnTo>
                  <a:pt x="2645" y="3167"/>
                </a:lnTo>
                <a:lnTo>
                  <a:pt x="2644" y="3167"/>
                </a:lnTo>
                <a:lnTo>
                  <a:pt x="2644" y="3166"/>
                </a:lnTo>
                <a:lnTo>
                  <a:pt x="2643" y="3166"/>
                </a:lnTo>
                <a:lnTo>
                  <a:pt x="2643" y="3165"/>
                </a:lnTo>
                <a:lnTo>
                  <a:pt x="2643" y="3166"/>
                </a:lnTo>
                <a:lnTo>
                  <a:pt x="2642" y="3166"/>
                </a:lnTo>
                <a:lnTo>
                  <a:pt x="2642" y="3165"/>
                </a:lnTo>
                <a:lnTo>
                  <a:pt x="2642" y="3166"/>
                </a:lnTo>
                <a:lnTo>
                  <a:pt x="2641" y="3166"/>
                </a:lnTo>
                <a:lnTo>
                  <a:pt x="2640" y="3166"/>
                </a:lnTo>
                <a:lnTo>
                  <a:pt x="2639" y="3165"/>
                </a:lnTo>
                <a:lnTo>
                  <a:pt x="2639" y="3166"/>
                </a:lnTo>
                <a:lnTo>
                  <a:pt x="2639" y="3165"/>
                </a:lnTo>
                <a:lnTo>
                  <a:pt x="2639" y="3164"/>
                </a:lnTo>
                <a:lnTo>
                  <a:pt x="2639" y="3163"/>
                </a:lnTo>
                <a:lnTo>
                  <a:pt x="2638" y="3163"/>
                </a:lnTo>
                <a:lnTo>
                  <a:pt x="2637" y="3163"/>
                </a:lnTo>
                <a:lnTo>
                  <a:pt x="2637" y="3162"/>
                </a:lnTo>
                <a:lnTo>
                  <a:pt x="2636" y="3162"/>
                </a:lnTo>
                <a:lnTo>
                  <a:pt x="2636" y="3161"/>
                </a:lnTo>
                <a:lnTo>
                  <a:pt x="2636" y="3162"/>
                </a:lnTo>
                <a:lnTo>
                  <a:pt x="2636" y="3161"/>
                </a:lnTo>
                <a:lnTo>
                  <a:pt x="2635" y="3161"/>
                </a:lnTo>
                <a:lnTo>
                  <a:pt x="2634" y="3161"/>
                </a:lnTo>
                <a:lnTo>
                  <a:pt x="2634" y="3160"/>
                </a:lnTo>
                <a:lnTo>
                  <a:pt x="2633" y="3160"/>
                </a:lnTo>
                <a:lnTo>
                  <a:pt x="2632" y="3160"/>
                </a:lnTo>
                <a:lnTo>
                  <a:pt x="2632" y="3159"/>
                </a:lnTo>
                <a:lnTo>
                  <a:pt x="2632" y="3158"/>
                </a:lnTo>
                <a:lnTo>
                  <a:pt x="2631" y="3158"/>
                </a:lnTo>
                <a:lnTo>
                  <a:pt x="2630" y="3158"/>
                </a:lnTo>
                <a:lnTo>
                  <a:pt x="2629" y="3158"/>
                </a:lnTo>
                <a:lnTo>
                  <a:pt x="2628" y="3158"/>
                </a:lnTo>
                <a:lnTo>
                  <a:pt x="2628" y="3159"/>
                </a:lnTo>
                <a:lnTo>
                  <a:pt x="2627" y="3159"/>
                </a:lnTo>
                <a:lnTo>
                  <a:pt x="2627" y="3158"/>
                </a:lnTo>
                <a:lnTo>
                  <a:pt x="2626" y="3158"/>
                </a:lnTo>
                <a:lnTo>
                  <a:pt x="2626" y="3157"/>
                </a:lnTo>
                <a:lnTo>
                  <a:pt x="2625" y="3157"/>
                </a:lnTo>
                <a:lnTo>
                  <a:pt x="2625" y="3156"/>
                </a:lnTo>
                <a:lnTo>
                  <a:pt x="2624" y="3156"/>
                </a:lnTo>
                <a:lnTo>
                  <a:pt x="2624" y="3155"/>
                </a:lnTo>
                <a:lnTo>
                  <a:pt x="2623" y="3155"/>
                </a:lnTo>
                <a:lnTo>
                  <a:pt x="2624" y="3155"/>
                </a:lnTo>
                <a:lnTo>
                  <a:pt x="2623" y="3155"/>
                </a:lnTo>
                <a:lnTo>
                  <a:pt x="2622" y="3155"/>
                </a:lnTo>
                <a:lnTo>
                  <a:pt x="2621" y="3155"/>
                </a:lnTo>
                <a:lnTo>
                  <a:pt x="2621" y="3156"/>
                </a:lnTo>
                <a:lnTo>
                  <a:pt x="2621" y="3157"/>
                </a:lnTo>
                <a:lnTo>
                  <a:pt x="2620" y="3157"/>
                </a:lnTo>
                <a:lnTo>
                  <a:pt x="2620" y="3158"/>
                </a:lnTo>
                <a:lnTo>
                  <a:pt x="2620" y="3157"/>
                </a:lnTo>
                <a:lnTo>
                  <a:pt x="2619" y="3157"/>
                </a:lnTo>
                <a:lnTo>
                  <a:pt x="2619" y="3156"/>
                </a:lnTo>
                <a:lnTo>
                  <a:pt x="2619" y="3155"/>
                </a:lnTo>
                <a:lnTo>
                  <a:pt x="2618" y="3155"/>
                </a:lnTo>
                <a:lnTo>
                  <a:pt x="2618" y="3154"/>
                </a:lnTo>
                <a:lnTo>
                  <a:pt x="2618" y="3153"/>
                </a:lnTo>
                <a:lnTo>
                  <a:pt x="2617" y="3153"/>
                </a:lnTo>
                <a:lnTo>
                  <a:pt x="2617" y="3152"/>
                </a:lnTo>
                <a:lnTo>
                  <a:pt x="2616" y="3152"/>
                </a:lnTo>
                <a:lnTo>
                  <a:pt x="2616" y="3151"/>
                </a:lnTo>
                <a:lnTo>
                  <a:pt x="2615" y="3151"/>
                </a:lnTo>
                <a:lnTo>
                  <a:pt x="2615" y="3150"/>
                </a:lnTo>
                <a:lnTo>
                  <a:pt x="2614" y="3150"/>
                </a:lnTo>
                <a:lnTo>
                  <a:pt x="2613" y="3150"/>
                </a:lnTo>
                <a:lnTo>
                  <a:pt x="2612" y="3150"/>
                </a:lnTo>
                <a:lnTo>
                  <a:pt x="2612" y="3151"/>
                </a:lnTo>
                <a:lnTo>
                  <a:pt x="2611" y="3151"/>
                </a:lnTo>
                <a:lnTo>
                  <a:pt x="2610" y="3151"/>
                </a:lnTo>
                <a:lnTo>
                  <a:pt x="2610" y="3152"/>
                </a:lnTo>
                <a:lnTo>
                  <a:pt x="2609" y="3152"/>
                </a:lnTo>
                <a:lnTo>
                  <a:pt x="2609" y="3153"/>
                </a:lnTo>
                <a:lnTo>
                  <a:pt x="2609" y="3154"/>
                </a:lnTo>
                <a:lnTo>
                  <a:pt x="2610" y="3154"/>
                </a:lnTo>
                <a:lnTo>
                  <a:pt x="2610" y="3155"/>
                </a:lnTo>
                <a:lnTo>
                  <a:pt x="2609" y="3155"/>
                </a:lnTo>
                <a:lnTo>
                  <a:pt x="2608" y="3155"/>
                </a:lnTo>
                <a:lnTo>
                  <a:pt x="2608" y="3156"/>
                </a:lnTo>
                <a:lnTo>
                  <a:pt x="2608" y="3157"/>
                </a:lnTo>
                <a:lnTo>
                  <a:pt x="2608" y="3158"/>
                </a:lnTo>
                <a:lnTo>
                  <a:pt x="2607" y="3158"/>
                </a:lnTo>
                <a:lnTo>
                  <a:pt x="2607" y="3159"/>
                </a:lnTo>
                <a:lnTo>
                  <a:pt x="2606" y="3159"/>
                </a:lnTo>
                <a:lnTo>
                  <a:pt x="2605" y="3159"/>
                </a:lnTo>
                <a:lnTo>
                  <a:pt x="2605" y="3160"/>
                </a:lnTo>
                <a:lnTo>
                  <a:pt x="2605" y="3159"/>
                </a:lnTo>
                <a:lnTo>
                  <a:pt x="2604" y="3159"/>
                </a:lnTo>
                <a:lnTo>
                  <a:pt x="2603" y="3159"/>
                </a:lnTo>
                <a:lnTo>
                  <a:pt x="2603" y="3160"/>
                </a:lnTo>
                <a:lnTo>
                  <a:pt x="2603" y="3161"/>
                </a:lnTo>
                <a:lnTo>
                  <a:pt x="2603" y="3162"/>
                </a:lnTo>
                <a:lnTo>
                  <a:pt x="2604" y="3162"/>
                </a:lnTo>
                <a:lnTo>
                  <a:pt x="2604" y="3163"/>
                </a:lnTo>
                <a:lnTo>
                  <a:pt x="2605" y="3163"/>
                </a:lnTo>
                <a:lnTo>
                  <a:pt x="2605" y="3164"/>
                </a:lnTo>
                <a:lnTo>
                  <a:pt x="2606" y="3164"/>
                </a:lnTo>
                <a:lnTo>
                  <a:pt x="2606" y="3165"/>
                </a:lnTo>
                <a:lnTo>
                  <a:pt x="2605" y="3165"/>
                </a:lnTo>
                <a:lnTo>
                  <a:pt x="2604" y="3165"/>
                </a:lnTo>
                <a:lnTo>
                  <a:pt x="2604" y="3166"/>
                </a:lnTo>
                <a:lnTo>
                  <a:pt x="2603" y="3166"/>
                </a:lnTo>
                <a:lnTo>
                  <a:pt x="2603" y="3167"/>
                </a:lnTo>
                <a:lnTo>
                  <a:pt x="2603" y="3168"/>
                </a:lnTo>
                <a:lnTo>
                  <a:pt x="2602" y="3168"/>
                </a:lnTo>
                <a:lnTo>
                  <a:pt x="2602" y="3169"/>
                </a:lnTo>
                <a:lnTo>
                  <a:pt x="2601" y="3169"/>
                </a:lnTo>
                <a:lnTo>
                  <a:pt x="2600" y="3169"/>
                </a:lnTo>
                <a:lnTo>
                  <a:pt x="2600" y="3170"/>
                </a:lnTo>
                <a:lnTo>
                  <a:pt x="2600" y="3171"/>
                </a:lnTo>
                <a:lnTo>
                  <a:pt x="2600" y="3172"/>
                </a:lnTo>
                <a:lnTo>
                  <a:pt x="2599" y="3172"/>
                </a:lnTo>
                <a:lnTo>
                  <a:pt x="2598" y="3172"/>
                </a:lnTo>
                <a:lnTo>
                  <a:pt x="2597" y="3173"/>
                </a:lnTo>
                <a:lnTo>
                  <a:pt x="2598" y="3173"/>
                </a:lnTo>
                <a:lnTo>
                  <a:pt x="2597" y="3174"/>
                </a:lnTo>
                <a:lnTo>
                  <a:pt x="2596" y="3174"/>
                </a:lnTo>
                <a:lnTo>
                  <a:pt x="2596" y="3175"/>
                </a:lnTo>
                <a:lnTo>
                  <a:pt x="2595" y="3175"/>
                </a:lnTo>
                <a:lnTo>
                  <a:pt x="2595" y="3176"/>
                </a:lnTo>
                <a:lnTo>
                  <a:pt x="2595" y="3177"/>
                </a:lnTo>
                <a:lnTo>
                  <a:pt x="2595" y="3178"/>
                </a:lnTo>
                <a:lnTo>
                  <a:pt x="2594" y="3178"/>
                </a:lnTo>
                <a:lnTo>
                  <a:pt x="2593" y="3178"/>
                </a:lnTo>
                <a:lnTo>
                  <a:pt x="2593" y="3179"/>
                </a:lnTo>
                <a:lnTo>
                  <a:pt x="2593" y="3180"/>
                </a:lnTo>
                <a:lnTo>
                  <a:pt x="2593" y="3181"/>
                </a:lnTo>
                <a:lnTo>
                  <a:pt x="2593" y="3180"/>
                </a:lnTo>
                <a:lnTo>
                  <a:pt x="2593" y="3181"/>
                </a:lnTo>
                <a:lnTo>
                  <a:pt x="2592" y="3181"/>
                </a:lnTo>
                <a:lnTo>
                  <a:pt x="2592" y="3182"/>
                </a:lnTo>
                <a:lnTo>
                  <a:pt x="2591" y="3182"/>
                </a:lnTo>
                <a:lnTo>
                  <a:pt x="2591" y="3183"/>
                </a:lnTo>
                <a:lnTo>
                  <a:pt x="2592" y="3183"/>
                </a:lnTo>
                <a:lnTo>
                  <a:pt x="2592" y="3184"/>
                </a:lnTo>
                <a:lnTo>
                  <a:pt x="2592" y="3185"/>
                </a:lnTo>
                <a:lnTo>
                  <a:pt x="2592" y="3186"/>
                </a:lnTo>
                <a:lnTo>
                  <a:pt x="2593" y="3186"/>
                </a:lnTo>
                <a:lnTo>
                  <a:pt x="2592" y="3186"/>
                </a:lnTo>
                <a:lnTo>
                  <a:pt x="2592" y="3187"/>
                </a:lnTo>
                <a:lnTo>
                  <a:pt x="2591" y="3187"/>
                </a:lnTo>
                <a:lnTo>
                  <a:pt x="2591" y="3186"/>
                </a:lnTo>
                <a:lnTo>
                  <a:pt x="2590" y="3186"/>
                </a:lnTo>
                <a:lnTo>
                  <a:pt x="2589" y="3186"/>
                </a:lnTo>
                <a:lnTo>
                  <a:pt x="2588" y="3186"/>
                </a:lnTo>
                <a:lnTo>
                  <a:pt x="2588" y="3185"/>
                </a:lnTo>
                <a:lnTo>
                  <a:pt x="2588" y="3186"/>
                </a:lnTo>
                <a:lnTo>
                  <a:pt x="2587" y="3186"/>
                </a:lnTo>
                <a:lnTo>
                  <a:pt x="2586" y="3186"/>
                </a:lnTo>
                <a:lnTo>
                  <a:pt x="2586" y="3185"/>
                </a:lnTo>
                <a:lnTo>
                  <a:pt x="2585" y="3185"/>
                </a:lnTo>
                <a:lnTo>
                  <a:pt x="2584" y="3185"/>
                </a:lnTo>
                <a:lnTo>
                  <a:pt x="2584" y="3186"/>
                </a:lnTo>
                <a:lnTo>
                  <a:pt x="2583" y="3186"/>
                </a:lnTo>
                <a:lnTo>
                  <a:pt x="2582" y="3186"/>
                </a:lnTo>
                <a:lnTo>
                  <a:pt x="2582" y="3187"/>
                </a:lnTo>
                <a:lnTo>
                  <a:pt x="2582" y="3188"/>
                </a:lnTo>
                <a:lnTo>
                  <a:pt x="2581" y="3188"/>
                </a:lnTo>
                <a:lnTo>
                  <a:pt x="2582" y="3188"/>
                </a:lnTo>
                <a:lnTo>
                  <a:pt x="2581" y="3188"/>
                </a:lnTo>
                <a:lnTo>
                  <a:pt x="2581" y="3189"/>
                </a:lnTo>
                <a:lnTo>
                  <a:pt x="2581" y="3188"/>
                </a:lnTo>
                <a:lnTo>
                  <a:pt x="2580" y="3188"/>
                </a:lnTo>
                <a:lnTo>
                  <a:pt x="2580" y="3187"/>
                </a:lnTo>
                <a:lnTo>
                  <a:pt x="2580" y="3186"/>
                </a:lnTo>
                <a:lnTo>
                  <a:pt x="2580" y="3185"/>
                </a:lnTo>
                <a:lnTo>
                  <a:pt x="2579" y="3185"/>
                </a:lnTo>
                <a:lnTo>
                  <a:pt x="2578" y="3185"/>
                </a:lnTo>
                <a:lnTo>
                  <a:pt x="2578" y="3184"/>
                </a:lnTo>
                <a:lnTo>
                  <a:pt x="2577" y="3184"/>
                </a:lnTo>
                <a:lnTo>
                  <a:pt x="2576" y="3184"/>
                </a:lnTo>
                <a:lnTo>
                  <a:pt x="2575" y="3184"/>
                </a:lnTo>
                <a:lnTo>
                  <a:pt x="2574" y="3184"/>
                </a:lnTo>
                <a:lnTo>
                  <a:pt x="2573" y="3184"/>
                </a:lnTo>
                <a:lnTo>
                  <a:pt x="2573" y="3183"/>
                </a:lnTo>
                <a:lnTo>
                  <a:pt x="2572" y="3183"/>
                </a:lnTo>
                <a:lnTo>
                  <a:pt x="2571" y="3183"/>
                </a:lnTo>
                <a:lnTo>
                  <a:pt x="2570" y="3183"/>
                </a:lnTo>
                <a:lnTo>
                  <a:pt x="2570" y="3184"/>
                </a:lnTo>
                <a:lnTo>
                  <a:pt x="2569" y="3184"/>
                </a:lnTo>
                <a:lnTo>
                  <a:pt x="2568" y="3184"/>
                </a:lnTo>
                <a:lnTo>
                  <a:pt x="2568" y="3185"/>
                </a:lnTo>
                <a:lnTo>
                  <a:pt x="2568" y="3186"/>
                </a:lnTo>
                <a:lnTo>
                  <a:pt x="2567" y="3186"/>
                </a:lnTo>
                <a:lnTo>
                  <a:pt x="2566" y="3186"/>
                </a:lnTo>
                <a:lnTo>
                  <a:pt x="2566" y="3185"/>
                </a:lnTo>
                <a:lnTo>
                  <a:pt x="2566" y="3186"/>
                </a:lnTo>
                <a:lnTo>
                  <a:pt x="2565" y="3186"/>
                </a:lnTo>
                <a:lnTo>
                  <a:pt x="2565" y="3185"/>
                </a:lnTo>
                <a:lnTo>
                  <a:pt x="2564" y="3185"/>
                </a:lnTo>
                <a:lnTo>
                  <a:pt x="2564" y="3184"/>
                </a:lnTo>
                <a:lnTo>
                  <a:pt x="2564" y="3185"/>
                </a:lnTo>
                <a:lnTo>
                  <a:pt x="2564" y="3184"/>
                </a:lnTo>
                <a:lnTo>
                  <a:pt x="2563" y="3184"/>
                </a:lnTo>
                <a:lnTo>
                  <a:pt x="2563" y="3185"/>
                </a:lnTo>
                <a:lnTo>
                  <a:pt x="2562" y="3185"/>
                </a:lnTo>
                <a:lnTo>
                  <a:pt x="2562" y="3184"/>
                </a:lnTo>
                <a:lnTo>
                  <a:pt x="2561" y="3184"/>
                </a:lnTo>
                <a:lnTo>
                  <a:pt x="2561" y="3185"/>
                </a:lnTo>
                <a:lnTo>
                  <a:pt x="2561" y="3184"/>
                </a:lnTo>
                <a:lnTo>
                  <a:pt x="2560" y="3185"/>
                </a:lnTo>
                <a:lnTo>
                  <a:pt x="2560" y="3186"/>
                </a:lnTo>
                <a:lnTo>
                  <a:pt x="2561" y="3186"/>
                </a:lnTo>
                <a:lnTo>
                  <a:pt x="2560" y="3186"/>
                </a:lnTo>
                <a:lnTo>
                  <a:pt x="2560" y="3187"/>
                </a:lnTo>
                <a:lnTo>
                  <a:pt x="2560" y="3188"/>
                </a:lnTo>
                <a:lnTo>
                  <a:pt x="2560" y="3189"/>
                </a:lnTo>
                <a:lnTo>
                  <a:pt x="2560" y="3190"/>
                </a:lnTo>
                <a:lnTo>
                  <a:pt x="2559" y="3190"/>
                </a:lnTo>
                <a:lnTo>
                  <a:pt x="2558" y="3190"/>
                </a:lnTo>
                <a:lnTo>
                  <a:pt x="2557" y="3190"/>
                </a:lnTo>
                <a:lnTo>
                  <a:pt x="2556" y="3190"/>
                </a:lnTo>
                <a:lnTo>
                  <a:pt x="2556" y="3189"/>
                </a:lnTo>
                <a:lnTo>
                  <a:pt x="2555" y="3189"/>
                </a:lnTo>
                <a:lnTo>
                  <a:pt x="2555" y="3188"/>
                </a:lnTo>
                <a:lnTo>
                  <a:pt x="2555" y="3187"/>
                </a:lnTo>
                <a:lnTo>
                  <a:pt x="2554" y="3187"/>
                </a:lnTo>
                <a:lnTo>
                  <a:pt x="2553" y="3187"/>
                </a:lnTo>
                <a:lnTo>
                  <a:pt x="2553" y="3186"/>
                </a:lnTo>
                <a:lnTo>
                  <a:pt x="2553" y="3185"/>
                </a:lnTo>
                <a:lnTo>
                  <a:pt x="2552" y="3185"/>
                </a:lnTo>
                <a:lnTo>
                  <a:pt x="2553" y="3185"/>
                </a:lnTo>
                <a:lnTo>
                  <a:pt x="2553" y="3184"/>
                </a:lnTo>
                <a:lnTo>
                  <a:pt x="2553" y="3183"/>
                </a:lnTo>
                <a:lnTo>
                  <a:pt x="2553" y="3182"/>
                </a:lnTo>
                <a:lnTo>
                  <a:pt x="2552" y="3182"/>
                </a:lnTo>
                <a:lnTo>
                  <a:pt x="2551" y="3182"/>
                </a:lnTo>
                <a:lnTo>
                  <a:pt x="2551" y="3181"/>
                </a:lnTo>
                <a:lnTo>
                  <a:pt x="2551" y="3180"/>
                </a:lnTo>
                <a:lnTo>
                  <a:pt x="2550" y="3180"/>
                </a:lnTo>
                <a:lnTo>
                  <a:pt x="2550" y="3179"/>
                </a:lnTo>
                <a:lnTo>
                  <a:pt x="2549" y="3179"/>
                </a:lnTo>
                <a:lnTo>
                  <a:pt x="2549" y="3178"/>
                </a:lnTo>
                <a:lnTo>
                  <a:pt x="2548" y="3178"/>
                </a:lnTo>
                <a:lnTo>
                  <a:pt x="2547" y="3178"/>
                </a:lnTo>
                <a:lnTo>
                  <a:pt x="2546" y="3178"/>
                </a:lnTo>
                <a:lnTo>
                  <a:pt x="2546" y="3179"/>
                </a:lnTo>
                <a:lnTo>
                  <a:pt x="2545" y="3179"/>
                </a:lnTo>
                <a:lnTo>
                  <a:pt x="2545" y="3178"/>
                </a:lnTo>
                <a:lnTo>
                  <a:pt x="2545" y="3179"/>
                </a:lnTo>
                <a:lnTo>
                  <a:pt x="2544" y="3179"/>
                </a:lnTo>
                <a:lnTo>
                  <a:pt x="2544" y="3178"/>
                </a:lnTo>
                <a:lnTo>
                  <a:pt x="2544" y="3179"/>
                </a:lnTo>
                <a:lnTo>
                  <a:pt x="2544" y="3180"/>
                </a:lnTo>
                <a:lnTo>
                  <a:pt x="2543" y="3180"/>
                </a:lnTo>
                <a:lnTo>
                  <a:pt x="2542" y="3180"/>
                </a:lnTo>
                <a:lnTo>
                  <a:pt x="2542" y="3181"/>
                </a:lnTo>
                <a:lnTo>
                  <a:pt x="2541" y="3181"/>
                </a:lnTo>
                <a:lnTo>
                  <a:pt x="2540" y="3181"/>
                </a:lnTo>
                <a:lnTo>
                  <a:pt x="2539" y="3181"/>
                </a:lnTo>
                <a:lnTo>
                  <a:pt x="2539" y="3182"/>
                </a:lnTo>
                <a:lnTo>
                  <a:pt x="2539" y="3183"/>
                </a:lnTo>
                <a:lnTo>
                  <a:pt x="2539" y="3184"/>
                </a:lnTo>
                <a:lnTo>
                  <a:pt x="2538" y="3184"/>
                </a:lnTo>
                <a:lnTo>
                  <a:pt x="2539" y="3184"/>
                </a:lnTo>
                <a:lnTo>
                  <a:pt x="2538" y="3184"/>
                </a:lnTo>
                <a:lnTo>
                  <a:pt x="2538" y="3185"/>
                </a:lnTo>
                <a:lnTo>
                  <a:pt x="2538" y="3186"/>
                </a:lnTo>
                <a:lnTo>
                  <a:pt x="2538" y="3187"/>
                </a:lnTo>
                <a:lnTo>
                  <a:pt x="2537" y="3187"/>
                </a:lnTo>
                <a:lnTo>
                  <a:pt x="2537" y="3188"/>
                </a:lnTo>
                <a:lnTo>
                  <a:pt x="2537" y="3189"/>
                </a:lnTo>
                <a:lnTo>
                  <a:pt x="2538" y="3189"/>
                </a:lnTo>
                <a:lnTo>
                  <a:pt x="2538" y="3190"/>
                </a:lnTo>
                <a:lnTo>
                  <a:pt x="2539" y="3190"/>
                </a:lnTo>
                <a:lnTo>
                  <a:pt x="2539" y="3191"/>
                </a:lnTo>
                <a:lnTo>
                  <a:pt x="2539" y="3192"/>
                </a:lnTo>
                <a:lnTo>
                  <a:pt x="2538" y="3192"/>
                </a:lnTo>
                <a:lnTo>
                  <a:pt x="2537" y="3192"/>
                </a:lnTo>
                <a:lnTo>
                  <a:pt x="2537" y="3193"/>
                </a:lnTo>
                <a:lnTo>
                  <a:pt x="2536" y="3193"/>
                </a:lnTo>
                <a:lnTo>
                  <a:pt x="2537" y="3193"/>
                </a:lnTo>
                <a:lnTo>
                  <a:pt x="2537" y="3194"/>
                </a:lnTo>
                <a:lnTo>
                  <a:pt x="2537" y="3195"/>
                </a:lnTo>
                <a:lnTo>
                  <a:pt x="2537" y="3196"/>
                </a:lnTo>
                <a:lnTo>
                  <a:pt x="2536" y="3196"/>
                </a:lnTo>
                <a:lnTo>
                  <a:pt x="2536" y="3197"/>
                </a:lnTo>
                <a:lnTo>
                  <a:pt x="2535" y="3197"/>
                </a:lnTo>
                <a:lnTo>
                  <a:pt x="2535" y="3198"/>
                </a:lnTo>
                <a:lnTo>
                  <a:pt x="2535" y="3199"/>
                </a:lnTo>
                <a:lnTo>
                  <a:pt x="2535" y="3200"/>
                </a:lnTo>
                <a:lnTo>
                  <a:pt x="2535" y="3201"/>
                </a:lnTo>
                <a:lnTo>
                  <a:pt x="2534" y="3201"/>
                </a:lnTo>
                <a:lnTo>
                  <a:pt x="2533" y="3201"/>
                </a:lnTo>
                <a:lnTo>
                  <a:pt x="2533" y="3202"/>
                </a:lnTo>
                <a:lnTo>
                  <a:pt x="2532" y="3202"/>
                </a:lnTo>
                <a:lnTo>
                  <a:pt x="2531" y="3202"/>
                </a:lnTo>
                <a:lnTo>
                  <a:pt x="2530" y="3202"/>
                </a:lnTo>
                <a:lnTo>
                  <a:pt x="2529" y="3202"/>
                </a:lnTo>
                <a:lnTo>
                  <a:pt x="2529" y="3201"/>
                </a:lnTo>
                <a:lnTo>
                  <a:pt x="2529" y="3202"/>
                </a:lnTo>
                <a:lnTo>
                  <a:pt x="2529" y="3203"/>
                </a:lnTo>
                <a:lnTo>
                  <a:pt x="2528" y="3203"/>
                </a:lnTo>
                <a:lnTo>
                  <a:pt x="2528" y="3204"/>
                </a:lnTo>
                <a:lnTo>
                  <a:pt x="2528" y="3205"/>
                </a:lnTo>
                <a:lnTo>
                  <a:pt x="2528" y="3206"/>
                </a:lnTo>
                <a:lnTo>
                  <a:pt x="2528" y="3207"/>
                </a:lnTo>
                <a:lnTo>
                  <a:pt x="2529" y="3207"/>
                </a:lnTo>
                <a:lnTo>
                  <a:pt x="2530" y="3208"/>
                </a:lnTo>
                <a:lnTo>
                  <a:pt x="2530" y="3209"/>
                </a:lnTo>
                <a:lnTo>
                  <a:pt x="2530" y="3210"/>
                </a:lnTo>
                <a:lnTo>
                  <a:pt x="2531" y="3210"/>
                </a:lnTo>
                <a:lnTo>
                  <a:pt x="2531" y="3211"/>
                </a:lnTo>
                <a:lnTo>
                  <a:pt x="2532" y="3211"/>
                </a:lnTo>
                <a:lnTo>
                  <a:pt x="2531" y="3211"/>
                </a:lnTo>
                <a:lnTo>
                  <a:pt x="2532" y="3211"/>
                </a:lnTo>
                <a:lnTo>
                  <a:pt x="2532" y="3212"/>
                </a:lnTo>
                <a:lnTo>
                  <a:pt x="2531" y="3212"/>
                </a:lnTo>
                <a:lnTo>
                  <a:pt x="2532" y="3212"/>
                </a:lnTo>
                <a:lnTo>
                  <a:pt x="2532" y="3213"/>
                </a:lnTo>
                <a:lnTo>
                  <a:pt x="2533" y="3213"/>
                </a:lnTo>
                <a:lnTo>
                  <a:pt x="2533" y="3214"/>
                </a:lnTo>
                <a:lnTo>
                  <a:pt x="2532" y="3214"/>
                </a:lnTo>
                <a:lnTo>
                  <a:pt x="2532" y="3215"/>
                </a:lnTo>
                <a:lnTo>
                  <a:pt x="2532" y="3216"/>
                </a:lnTo>
                <a:lnTo>
                  <a:pt x="2533" y="3216"/>
                </a:lnTo>
                <a:lnTo>
                  <a:pt x="2532" y="3216"/>
                </a:lnTo>
                <a:lnTo>
                  <a:pt x="2532" y="3217"/>
                </a:lnTo>
                <a:lnTo>
                  <a:pt x="2532" y="3216"/>
                </a:lnTo>
                <a:lnTo>
                  <a:pt x="2531" y="3216"/>
                </a:lnTo>
                <a:lnTo>
                  <a:pt x="2531" y="3217"/>
                </a:lnTo>
                <a:lnTo>
                  <a:pt x="2531" y="3216"/>
                </a:lnTo>
                <a:lnTo>
                  <a:pt x="2530" y="3216"/>
                </a:lnTo>
                <a:lnTo>
                  <a:pt x="2530" y="3217"/>
                </a:lnTo>
                <a:lnTo>
                  <a:pt x="2530" y="3218"/>
                </a:lnTo>
                <a:lnTo>
                  <a:pt x="2530" y="3219"/>
                </a:lnTo>
                <a:lnTo>
                  <a:pt x="2531" y="3219"/>
                </a:lnTo>
                <a:lnTo>
                  <a:pt x="2531" y="3220"/>
                </a:lnTo>
                <a:lnTo>
                  <a:pt x="2532" y="3221"/>
                </a:lnTo>
                <a:lnTo>
                  <a:pt x="2532" y="3222"/>
                </a:lnTo>
                <a:lnTo>
                  <a:pt x="2532" y="3223"/>
                </a:lnTo>
                <a:lnTo>
                  <a:pt x="2533" y="3223"/>
                </a:lnTo>
                <a:lnTo>
                  <a:pt x="2533" y="3224"/>
                </a:lnTo>
                <a:lnTo>
                  <a:pt x="2533" y="3225"/>
                </a:lnTo>
                <a:lnTo>
                  <a:pt x="2534" y="3225"/>
                </a:lnTo>
                <a:lnTo>
                  <a:pt x="2533" y="3225"/>
                </a:lnTo>
                <a:lnTo>
                  <a:pt x="2533" y="3226"/>
                </a:lnTo>
                <a:lnTo>
                  <a:pt x="2534" y="3226"/>
                </a:lnTo>
                <a:lnTo>
                  <a:pt x="2534" y="3227"/>
                </a:lnTo>
                <a:lnTo>
                  <a:pt x="2535" y="3227"/>
                </a:lnTo>
                <a:lnTo>
                  <a:pt x="2535" y="3228"/>
                </a:lnTo>
                <a:lnTo>
                  <a:pt x="2535" y="3229"/>
                </a:lnTo>
                <a:lnTo>
                  <a:pt x="2534" y="3229"/>
                </a:lnTo>
                <a:lnTo>
                  <a:pt x="2534" y="3230"/>
                </a:lnTo>
                <a:lnTo>
                  <a:pt x="2534" y="3231"/>
                </a:lnTo>
                <a:lnTo>
                  <a:pt x="2534" y="3232"/>
                </a:lnTo>
                <a:lnTo>
                  <a:pt x="2533" y="3232"/>
                </a:lnTo>
                <a:lnTo>
                  <a:pt x="2533" y="3233"/>
                </a:lnTo>
                <a:lnTo>
                  <a:pt x="2534" y="3233"/>
                </a:lnTo>
                <a:lnTo>
                  <a:pt x="2535" y="3233"/>
                </a:lnTo>
                <a:lnTo>
                  <a:pt x="2535" y="3234"/>
                </a:lnTo>
                <a:lnTo>
                  <a:pt x="2536" y="3234"/>
                </a:lnTo>
                <a:lnTo>
                  <a:pt x="2537" y="3234"/>
                </a:lnTo>
                <a:lnTo>
                  <a:pt x="2537" y="3235"/>
                </a:lnTo>
                <a:lnTo>
                  <a:pt x="2538" y="3235"/>
                </a:lnTo>
                <a:lnTo>
                  <a:pt x="2538" y="3236"/>
                </a:lnTo>
                <a:lnTo>
                  <a:pt x="2539" y="3236"/>
                </a:lnTo>
                <a:lnTo>
                  <a:pt x="2540" y="3236"/>
                </a:lnTo>
                <a:lnTo>
                  <a:pt x="2540" y="3235"/>
                </a:lnTo>
                <a:lnTo>
                  <a:pt x="2541" y="3235"/>
                </a:lnTo>
                <a:lnTo>
                  <a:pt x="2541" y="3236"/>
                </a:lnTo>
                <a:lnTo>
                  <a:pt x="2542" y="3236"/>
                </a:lnTo>
                <a:lnTo>
                  <a:pt x="2542" y="3237"/>
                </a:lnTo>
                <a:lnTo>
                  <a:pt x="2542" y="3238"/>
                </a:lnTo>
                <a:lnTo>
                  <a:pt x="2541" y="3238"/>
                </a:lnTo>
                <a:lnTo>
                  <a:pt x="2542" y="3238"/>
                </a:lnTo>
                <a:lnTo>
                  <a:pt x="2541" y="3238"/>
                </a:lnTo>
                <a:lnTo>
                  <a:pt x="2541" y="3239"/>
                </a:lnTo>
                <a:lnTo>
                  <a:pt x="2541" y="3240"/>
                </a:lnTo>
                <a:lnTo>
                  <a:pt x="2542" y="3240"/>
                </a:lnTo>
                <a:lnTo>
                  <a:pt x="2542" y="3241"/>
                </a:lnTo>
                <a:lnTo>
                  <a:pt x="2543" y="3241"/>
                </a:lnTo>
                <a:lnTo>
                  <a:pt x="2543" y="3242"/>
                </a:lnTo>
                <a:lnTo>
                  <a:pt x="2543" y="3241"/>
                </a:lnTo>
                <a:lnTo>
                  <a:pt x="2544" y="3241"/>
                </a:lnTo>
                <a:lnTo>
                  <a:pt x="2544" y="3242"/>
                </a:lnTo>
                <a:lnTo>
                  <a:pt x="2545" y="3242"/>
                </a:lnTo>
                <a:lnTo>
                  <a:pt x="2545" y="3243"/>
                </a:lnTo>
                <a:lnTo>
                  <a:pt x="2545" y="3244"/>
                </a:lnTo>
                <a:lnTo>
                  <a:pt x="2545" y="3245"/>
                </a:lnTo>
                <a:lnTo>
                  <a:pt x="2545" y="3246"/>
                </a:lnTo>
                <a:lnTo>
                  <a:pt x="2546" y="3246"/>
                </a:lnTo>
                <a:lnTo>
                  <a:pt x="2547" y="3246"/>
                </a:lnTo>
                <a:lnTo>
                  <a:pt x="2548" y="3246"/>
                </a:lnTo>
                <a:lnTo>
                  <a:pt x="2548" y="3247"/>
                </a:lnTo>
                <a:lnTo>
                  <a:pt x="2549" y="3247"/>
                </a:lnTo>
                <a:lnTo>
                  <a:pt x="2549" y="3248"/>
                </a:lnTo>
                <a:lnTo>
                  <a:pt x="2548" y="3248"/>
                </a:lnTo>
                <a:lnTo>
                  <a:pt x="2548" y="3249"/>
                </a:lnTo>
                <a:lnTo>
                  <a:pt x="2548" y="3250"/>
                </a:lnTo>
                <a:lnTo>
                  <a:pt x="2548" y="3251"/>
                </a:lnTo>
                <a:lnTo>
                  <a:pt x="2547" y="3251"/>
                </a:lnTo>
                <a:lnTo>
                  <a:pt x="2547" y="3252"/>
                </a:lnTo>
                <a:lnTo>
                  <a:pt x="2547" y="3253"/>
                </a:lnTo>
                <a:lnTo>
                  <a:pt x="2547" y="3254"/>
                </a:lnTo>
                <a:lnTo>
                  <a:pt x="2546" y="3254"/>
                </a:lnTo>
                <a:lnTo>
                  <a:pt x="2546" y="3255"/>
                </a:lnTo>
                <a:lnTo>
                  <a:pt x="2545" y="3255"/>
                </a:lnTo>
                <a:lnTo>
                  <a:pt x="2545" y="3256"/>
                </a:lnTo>
                <a:lnTo>
                  <a:pt x="2546" y="3256"/>
                </a:lnTo>
                <a:lnTo>
                  <a:pt x="2545" y="3256"/>
                </a:lnTo>
                <a:lnTo>
                  <a:pt x="2546" y="3256"/>
                </a:lnTo>
                <a:lnTo>
                  <a:pt x="2546" y="3257"/>
                </a:lnTo>
                <a:lnTo>
                  <a:pt x="2545" y="3257"/>
                </a:lnTo>
                <a:lnTo>
                  <a:pt x="2546" y="3257"/>
                </a:lnTo>
                <a:lnTo>
                  <a:pt x="2546" y="3258"/>
                </a:lnTo>
                <a:lnTo>
                  <a:pt x="2547" y="3258"/>
                </a:lnTo>
                <a:lnTo>
                  <a:pt x="2547" y="3259"/>
                </a:lnTo>
                <a:lnTo>
                  <a:pt x="2548" y="3259"/>
                </a:lnTo>
                <a:lnTo>
                  <a:pt x="2548" y="3260"/>
                </a:lnTo>
                <a:lnTo>
                  <a:pt x="2548" y="3261"/>
                </a:lnTo>
                <a:lnTo>
                  <a:pt x="2548" y="3262"/>
                </a:lnTo>
                <a:lnTo>
                  <a:pt x="2548" y="3263"/>
                </a:lnTo>
                <a:lnTo>
                  <a:pt x="2548" y="3264"/>
                </a:lnTo>
                <a:lnTo>
                  <a:pt x="2548" y="3265"/>
                </a:lnTo>
                <a:lnTo>
                  <a:pt x="2548" y="3264"/>
                </a:lnTo>
                <a:lnTo>
                  <a:pt x="2548" y="3265"/>
                </a:lnTo>
                <a:lnTo>
                  <a:pt x="2549" y="3265"/>
                </a:lnTo>
                <a:lnTo>
                  <a:pt x="2549" y="3266"/>
                </a:lnTo>
                <a:lnTo>
                  <a:pt x="2549" y="3267"/>
                </a:lnTo>
                <a:lnTo>
                  <a:pt x="2549" y="3266"/>
                </a:lnTo>
                <a:lnTo>
                  <a:pt x="2550" y="3266"/>
                </a:lnTo>
                <a:lnTo>
                  <a:pt x="2551" y="3266"/>
                </a:lnTo>
                <a:lnTo>
                  <a:pt x="2551" y="3267"/>
                </a:lnTo>
                <a:lnTo>
                  <a:pt x="2551" y="3268"/>
                </a:lnTo>
                <a:lnTo>
                  <a:pt x="2552" y="3268"/>
                </a:lnTo>
                <a:lnTo>
                  <a:pt x="2552" y="3267"/>
                </a:lnTo>
                <a:lnTo>
                  <a:pt x="2553" y="3267"/>
                </a:lnTo>
                <a:lnTo>
                  <a:pt x="2553" y="3268"/>
                </a:lnTo>
                <a:lnTo>
                  <a:pt x="2554" y="3268"/>
                </a:lnTo>
                <a:lnTo>
                  <a:pt x="2553" y="3268"/>
                </a:lnTo>
                <a:lnTo>
                  <a:pt x="2553" y="3269"/>
                </a:lnTo>
                <a:lnTo>
                  <a:pt x="2553" y="3270"/>
                </a:lnTo>
                <a:lnTo>
                  <a:pt x="2553" y="3271"/>
                </a:lnTo>
                <a:lnTo>
                  <a:pt x="2552" y="3271"/>
                </a:lnTo>
                <a:lnTo>
                  <a:pt x="2552" y="3272"/>
                </a:lnTo>
                <a:lnTo>
                  <a:pt x="2551" y="3272"/>
                </a:lnTo>
                <a:lnTo>
                  <a:pt x="2551" y="3273"/>
                </a:lnTo>
                <a:lnTo>
                  <a:pt x="2550" y="3273"/>
                </a:lnTo>
                <a:lnTo>
                  <a:pt x="2549" y="3273"/>
                </a:lnTo>
                <a:lnTo>
                  <a:pt x="2549" y="3272"/>
                </a:lnTo>
                <a:lnTo>
                  <a:pt x="2548" y="3272"/>
                </a:lnTo>
                <a:lnTo>
                  <a:pt x="2547" y="3272"/>
                </a:lnTo>
                <a:lnTo>
                  <a:pt x="2546" y="3272"/>
                </a:lnTo>
                <a:lnTo>
                  <a:pt x="2546" y="3274"/>
                </a:lnTo>
                <a:lnTo>
                  <a:pt x="2547" y="3274"/>
                </a:lnTo>
                <a:lnTo>
                  <a:pt x="2547" y="3275"/>
                </a:lnTo>
                <a:lnTo>
                  <a:pt x="2546" y="3275"/>
                </a:lnTo>
                <a:lnTo>
                  <a:pt x="2546" y="3276"/>
                </a:lnTo>
                <a:lnTo>
                  <a:pt x="2546" y="3277"/>
                </a:lnTo>
                <a:lnTo>
                  <a:pt x="2547" y="3277"/>
                </a:lnTo>
                <a:lnTo>
                  <a:pt x="2547" y="3278"/>
                </a:lnTo>
                <a:lnTo>
                  <a:pt x="2548" y="3278"/>
                </a:lnTo>
                <a:lnTo>
                  <a:pt x="2548" y="3279"/>
                </a:lnTo>
                <a:lnTo>
                  <a:pt x="2547" y="3279"/>
                </a:lnTo>
                <a:lnTo>
                  <a:pt x="2547" y="3280"/>
                </a:lnTo>
                <a:lnTo>
                  <a:pt x="2547" y="3281"/>
                </a:lnTo>
                <a:lnTo>
                  <a:pt x="2546" y="3281"/>
                </a:lnTo>
                <a:lnTo>
                  <a:pt x="2546" y="3282"/>
                </a:lnTo>
                <a:lnTo>
                  <a:pt x="2545" y="3282"/>
                </a:lnTo>
                <a:lnTo>
                  <a:pt x="2545" y="3283"/>
                </a:lnTo>
                <a:lnTo>
                  <a:pt x="2545" y="3284"/>
                </a:lnTo>
                <a:lnTo>
                  <a:pt x="2546" y="3284"/>
                </a:lnTo>
                <a:lnTo>
                  <a:pt x="2545" y="3284"/>
                </a:lnTo>
                <a:lnTo>
                  <a:pt x="2545" y="3285"/>
                </a:lnTo>
                <a:lnTo>
                  <a:pt x="2546" y="3285"/>
                </a:lnTo>
                <a:lnTo>
                  <a:pt x="2546" y="3286"/>
                </a:lnTo>
                <a:lnTo>
                  <a:pt x="2546" y="3287"/>
                </a:lnTo>
                <a:lnTo>
                  <a:pt x="2546" y="3288"/>
                </a:lnTo>
                <a:lnTo>
                  <a:pt x="2545" y="3288"/>
                </a:lnTo>
                <a:lnTo>
                  <a:pt x="2546" y="3288"/>
                </a:lnTo>
                <a:lnTo>
                  <a:pt x="2546" y="3289"/>
                </a:lnTo>
                <a:lnTo>
                  <a:pt x="2546" y="3290"/>
                </a:lnTo>
                <a:lnTo>
                  <a:pt x="2545" y="3290"/>
                </a:lnTo>
                <a:lnTo>
                  <a:pt x="2545" y="3291"/>
                </a:lnTo>
                <a:lnTo>
                  <a:pt x="2545" y="3292"/>
                </a:lnTo>
                <a:lnTo>
                  <a:pt x="2545" y="3293"/>
                </a:lnTo>
                <a:lnTo>
                  <a:pt x="2545" y="3294"/>
                </a:lnTo>
                <a:lnTo>
                  <a:pt x="2545" y="3295"/>
                </a:lnTo>
                <a:lnTo>
                  <a:pt x="2544" y="3295"/>
                </a:lnTo>
                <a:lnTo>
                  <a:pt x="2544" y="3296"/>
                </a:lnTo>
                <a:lnTo>
                  <a:pt x="2544" y="3297"/>
                </a:lnTo>
                <a:lnTo>
                  <a:pt x="2544" y="3298"/>
                </a:lnTo>
                <a:lnTo>
                  <a:pt x="2544" y="3299"/>
                </a:lnTo>
                <a:lnTo>
                  <a:pt x="2545" y="3299"/>
                </a:lnTo>
                <a:lnTo>
                  <a:pt x="2545" y="3300"/>
                </a:lnTo>
                <a:lnTo>
                  <a:pt x="2545" y="3301"/>
                </a:lnTo>
                <a:lnTo>
                  <a:pt x="2546" y="3301"/>
                </a:lnTo>
                <a:lnTo>
                  <a:pt x="2546" y="3302"/>
                </a:lnTo>
                <a:lnTo>
                  <a:pt x="2547" y="3302"/>
                </a:lnTo>
                <a:lnTo>
                  <a:pt x="2548" y="3302"/>
                </a:lnTo>
                <a:lnTo>
                  <a:pt x="2549" y="3302"/>
                </a:lnTo>
                <a:lnTo>
                  <a:pt x="2550" y="3302"/>
                </a:lnTo>
                <a:lnTo>
                  <a:pt x="2550" y="3303"/>
                </a:lnTo>
                <a:lnTo>
                  <a:pt x="2550" y="3304"/>
                </a:lnTo>
                <a:lnTo>
                  <a:pt x="2551" y="3304"/>
                </a:lnTo>
                <a:lnTo>
                  <a:pt x="2551" y="3305"/>
                </a:lnTo>
                <a:lnTo>
                  <a:pt x="2552" y="3305"/>
                </a:lnTo>
                <a:lnTo>
                  <a:pt x="2553" y="3305"/>
                </a:lnTo>
                <a:lnTo>
                  <a:pt x="2554" y="3306"/>
                </a:lnTo>
                <a:lnTo>
                  <a:pt x="2554" y="3307"/>
                </a:lnTo>
                <a:lnTo>
                  <a:pt x="2554" y="3308"/>
                </a:lnTo>
                <a:lnTo>
                  <a:pt x="2553" y="3308"/>
                </a:lnTo>
                <a:lnTo>
                  <a:pt x="2553" y="3309"/>
                </a:lnTo>
                <a:lnTo>
                  <a:pt x="2554" y="3309"/>
                </a:lnTo>
                <a:lnTo>
                  <a:pt x="2553" y="3309"/>
                </a:lnTo>
                <a:lnTo>
                  <a:pt x="2554" y="3309"/>
                </a:lnTo>
                <a:lnTo>
                  <a:pt x="2554" y="3310"/>
                </a:lnTo>
                <a:lnTo>
                  <a:pt x="2554" y="3311"/>
                </a:lnTo>
                <a:lnTo>
                  <a:pt x="2553" y="3311"/>
                </a:lnTo>
                <a:lnTo>
                  <a:pt x="2553" y="3310"/>
                </a:lnTo>
                <a:lnTo>
                  <a:pt x="2552" y="3310"/>
                </a:lnTo>
                <a:lnTo>
                  <a:pt x="2551" y="3310"/>
                </a:lnTo>
                <a:lnTo>
                  <a:pt x="2551" y="3311"/>
                </a:lnTo>
                <a:lnTo>
                  <a:pt x="2550" y="3311"/>
                </a:lnTo>
                <a:lnTo>
                  <a:pt x="2549" y="3311"/>
                </a:lnTo>
                <a:lnTo>
                  <a:pt x="2549" y="3312"/>
                </a:lnTo>
                <a:lnTo>
                  <a:pt x="2549" y="3313"/>
                </a:lnTo>
                <a:lnTo>
                  <a:pt x="2549" y="3314"/>
                </a:lnTo>
                <a:lnTo>
                  <a:pt x="2549" y="3315"/>
                </a:lnTo>
                <a:lnTo>
                  <a:pt x="2548" y="3315"/>
                </a:lnTo>
                <a:lnTo>
                  <a:pt x="2548" y="3316"/>
                </a:lnTo>
                <a:lnTo>
                  <a:pt x="2547" y="3316"/>
                </a:lnTo>
                <a:lnTo>
                  <a:pt x="2547" y="3317"/>
                </a:lnTo>
                <a:lnTo>
                  <a:pt x="2546" y="3317"/>
                </a:lnTo>
                <a:lnTo>
                  <a:pt x="2545" y="3317"/>
                </a:lnTo>
                <a:lnTo>
                  <a:pt x="2544" y="3317"/>
                </a:lnTo>
                <a:lnTo>
                  <a:pt x="2543" y="3317"/>
                </a:lnTo>
                <a:lnTo>
                  <a:pt x="2542" y="3317"/>
                </a:lnTo>
                <a:lnTo>
                  <a:pt x="2541" y="3317"/>
                </a:lnTo>
                <a:lnTo>
                  <a:pt x="2541" y="3316"/>
                </a:lnTo>
                <a:lnTo>
                  <a:pt x="2541" y="3315"/>
                </a:lnTo>
                <a:lnTo>
                  <a:pt x="2541" y="3314"/>
                </a:lnTo>
                <a:lnTo>
                  <a:pt x="2540" y="3314"/>
                </a:lnTo>
                <a:lnTo>
                  <a:pt x="2540" y="3313"/>
                </a:lnTo>
                <a:lnTo>
                  <a:pt x="2540" y="3312"/>
                </a:lnTo>
                <a:lnTo>
                  <a:pt x="2539" y="3312"/>
                </a:lnTo>
                <a:lnTo>
                  <a:pt x="2539" y="3311"/>
                </a:lnTo>
                <a:lnTo>
                  <a:pt x="2538" y="3311"/>
                </a:lnTo>
                <a:lnTo>
                  <a:pt x="2537" y="3311"/>
                </a:lnTo>
                <a:lnTo>
                  <a:pt x="2537" y="3312"/>
                </a:lnTo>
                <a:lnTo>
                  <a:pt x="2536" y="3312"/>
                </a:lnTo>
                <a:lnTo>
                  <a:pt x="2536" y="3311"/>
                </a:lnTo>
                <a:lnTo>
                  <a:pt x="2535" y="3311"/>
                </a:lnTo>
                <a:lnTo>
                  <a:pt x="2535" y="3312"/>
                </a:lnTo>
                <a:lnTo>
                  <a:pt x="2534" y="3312"/>
                </a:lnTo>
                <a:lnTo>
                  <a:pt x="2534" y="3313"/>
                </a:lnTo>
                <a:lnTo>
                  <a:pt x="2533" y="3314"/>
                </a:lnTo>
                <a:lnTo>
                  <a:pt x="2532" y="3314"/>
                </a:lnTo>
                <a:lnTo>
                  <a:pt x="2532" y="3313"/>
                </a:lnTo>
                <a:lnTo>
                  <a:pt x="2531" y="3313"/>
                </a:lnTo>
                <a:lnTo>
                  <a:pt x="2531" y="3312"/>
                </a:lnTo>
                <a:lnTo>
                  <a:pt x="2532" y="3312"/>
                </a:lnTo>
                <a:lnTo>
                  <a:pt x="2532" y="3311"/>
                </a:lnTo>
                <a:lnTo>
                  <a:pt x="2533" y="3311"/>
                </a:lnTo>
                <a:lnTo>
                  <a:pt x="2533" y="3310"/>
                </a:lnTo>
                <a:lnTo>
                  <a:pt x="2532" y="3310"/>
                </a:lnTo>
                <a:lnTo>
                  <a:pt x="2532" y="3309"/>
                </a:lnTo>
                <a:lnTo>
                  <a:pt x="2533" y="3309"/>
                </a:lnTo>
                <a:lnTo>
                  <a:pt x="2534" y="3309"/>
                </a:lnTo>
                <a:lnTo>
                  <a:pt x="2533" y="3309"/>
                </a:lnTo>
                <a:lnTo>
                  <a:pt x="2533" y="3308"/>
                </a:lnTo>
                <a:lnTo>
                  <a:pt x="2533" y="3307"/>
                </a:lnTo>
                <a:lnTo>
                  <a:pt x="2532" y="3307"/>
                </a:lnTo>
                <a:lnTo>
                  <a:pt x="2532" y="3308"/>
                </a:lnTo>
                <a:lnTo>
                  <a:pt x="2531" y="3308"/>
                </a:lnTo>
                <a:lnTo>
                  <a:pt x="2531" y="3307"/>
                </a:lnTo>
                <a:lnTo>
                  <a:pt x="2530" y="3307"/>
                </a:lnTo>
                <a:lnTo>
                  <a:pt x="2529" y="3307"/>
                </a:lnTo>
                <a:lnTo>
                  <a:pt x="2528" y="3307"/>
                </a:lnTo>
                <a:lnTo>
                  <a:pt x="2528" y="3306"/>
                </a:lnTo>
                <a:lnTo>
                  <a:pt x="2527" y="3306"/>
                </a:lnTo>
                <a:lnTo>
                  <a:pt x="2526" y="3306"/>
                </a:lnTo>
                <a:lnTo>
                  <a:pt x="2525" y="3306"/>
                </a:lnTo>
                <a:lnTo>
                  <a:pt x="2524" y="3306"/>
                </a:lnTo>
                <a:lnTo>
                  <a:pt x="2524" y="3307"/>
                </a:lnTo>
                <a:lnTo>
                  <a:pt x="2523" y="3307"/>
                </a:lnTo>
                <a:lnTo>
                  <a:pt x="2523" y="3306"/>
                </a:lnTo>
                <a:lnTo>
                  <a:pt x="2522" y="3306"/>
                </a:lnTo>
                <a:lnTo>
                  <a:pt x="2522" y="3307"/>
                </a:lnTo>
                <a:lnTo>
                  <a:pt x="2521" y="3307"/>
                </a:lnTo>
                <a:lnTo>
                  <a:pt x="2522" y="3307"/>
                </a:lnTo>
                <a:lnTo>
                  <a:pt x="2521" y="3307"/>
                </a:lnTo>
                <a:lnTo>
                  <a:pt x="2520" y="3307"/>
                </a:lnTo>
                <a:lnTo>
                  <a:pt x="2520" y="3308"/>
                </a:lnTo>
                <a:lnTo>
                  <a:pt x="2519" y="3308"/>
                </a:lnTo>
                <a:lnTo>
                  <a:pt x="2519" y="3309"/>
                </a:lnTo>
                <a:lnTo>
                  <a:pt x="2519" y="3308"/>
                </a:lnTo>
                <a:lnTo>
                  <a:pt x="2517" y="3308"/>
                </a:lnTo>
                <a:lnTo>
                  <a:pt x="2516" y="3308"/>
                </a:lnTo>
                <a:lnTo>
                  <a:pt x="2516" y="3309"/>
                </a:lnTo>
                <a:lnTo>
                  <a:pt x="2515" y="3309"/>
                </a:lnTo>
                <a:lnTo>
                  <a:pt x="2515" y="3308"/>
                </a:lnTo>
                <a:lnTo>
                  <a:pt x="2514" y="3308"/>
                </a:lnTo>
                <a:lnTo>
                  <a:pt x="2514" y="3309"/>
                </a:lnTo>
                <a:lnTo>
                  <a:pt x="2514" y="3308"/>
                </a:lnTo>
                <a:lnTo>
                  <a:pt x="2513" y="3308"/>
                </a:lnTo>
                <a:lnTo>
                  <a:pt x="2513" y="3309"/>
                </a:lnTo>
                <a:lnTo>
                  <a:pt x="2512" y="3309"/>
                </a:lnTo>
                <a:lnTo>
                  <a:pt x="2512" y="3310"/>
                </a:lnTo>
                <a:lnTo>
                  <a:pt x="2512" y="3309"/>
                </a:lnTo>
                <a:lnTo>
                  <a:pt x="2511" y="3309"/>
                </a:lnTo>
                <a:lnTo>
                  <a:pt x="2511" y="3310"/>
                </a:lnTo>
                <a:lnTo>
                  <a:pt x="2511" y="3311"/>
                </a:lnTo>
                <a:lnTo>
                  <a:pt x="2510" y="3311"/>
                </a:lnTo>
                <a:lnTo>
                  <a:pt x="2510" y="3310"/>
                </a:lnTo>
                <a:lnTo>
                  <a:pt x="2510" y="3311"/>
                </a:lnTo>
                <a:lnTo>
                  <a:pt x="2509" y="3311"/>
                </a:lnTo>
                <a:lnTo>
                  <a:pt x="2509" y="3312"/>
                </a:lnTo>
                <a:lnTo>
                  <a:pt x="2508" y="3312"/>
                </a:lnTo>
                <a:lnTo>
                  <a:pt x="2507" y="3312"/>
                </a:lnTo>
                <a:lnTo>
                  <a:pt x="2506" y="3312"/>
                </a:lnTo>
                <a:lnTo>
                  <a:pt x="2506" y="3313"/>
                </a:lnTo>
                <a:lnTo>
                  <a:pt x="2505" y="3313"/>
                </a:lnTo>
                <a:lnTo>
                  <a:pt x="2505" y="3314"/>
                </a:lnTo>
                <a:lnTo>
                  <a:pt x="2504" y="3314"/>
                </a:lnTo>
                <a:lnTo>
                  <a:pt x="2504" y="3313"/>
                </a:lnTo>
                <a:lnTo>
                  <a:pt x="2503" y="3313"/>
                </a:lnTo>
                <a:lnTo>
                  <a:pt x="2503" y="3312"/>
                </a:lnTo>
                <a:lnTo>
                  <a:pt x="2502" y="3312"/>
                </a:lnTo>
                <a:lnTo>
                  <a:pt x="2502" y="3311"/>
                </a:lnTo>
                <a:lnTo>
                  <a:pt x="2502" y="3312"/>
                </a:lnTo>
                <a:lnTo>
                  <a:pt x="2502" y="3311"/>
                </a:lnTo>
                <a:lnTo>
                  <a:pt x="2501" y="3311"/>
                </a:lnTo>
                <a:lnTo>
                  <a:pt x="2500" y="3311"/>
                </a:lnTo>
                <a:lnTo>
                  <a:pt x="2501" y="3311"/>
                </a:lnTo>
                <a:lnTo>
                  <a:pt x="2501" y="3310"/>
                </a:lnTo>
                <a:lnTo>
                  <a:pt x="2501" y="3309"/>
                </a:lnTo>
                <a:lnTo>
                  <a:pt x="2500" y="3309"/>
                </a:lnTo>
                <a:lnTo>
                  <a:pt x="2499" y="3309"/>
                </a:lnTo>
                <a:lnTo>
                  <a:pt x="2499" y="3308"/>
                </a:lnTo>
                <a:lnTo>
                  <a:pt x="2498" y="3308"/>
                </a:lnTo>
                <a:lnTo>
                  <a:pt x="2498" y="3307"/>
                </a:lnTo>
                <a:lnTo>
                  <a:pt x="2499" y="3307"/>
                </a:lnTo>
                <a:lnTo>
                  <a:pt x="2499" y="3306"/>
                </a:lnTo>
                <a:lnTo>
                  <a:pt x="2498" y="3306"/>
                </a:lnTo>
                <a:lnTo>
                  <a:pt x="2499" y="3306"/>
                </a:lnTo>
                <a:lnTo>
                  <a:pt x="2499" y="3305"/>
                </a:lnTo>
                <a:lnTo>
                  <a:pt x="2500" y="3305"/>
                </a:lnTo>
                <a:lnTo>
                  <a:pt x="2500" y="3304"/>
                </a:lnTo>
                <a:lnTo>
                  <a:pt x="2500" y="3303"/>
                </a:lnTo>
                <a:lnTo>
                  <a:pt x="2501" y="3303"/>
                </a:lnTo>
                <a:lnTo>
                  <a:pt x="2501" y="3302"/>
                </a:lnTo>
                <a:lnTo>
                  <a:pt x="2501" y="3301"/>
                </a:lnTo>
                <a:lnTo>
                  <a:pt x="2500" y="3301"/>
                </a:lnTo>
                <a:lnTo>
                  <a:pt x="2500" y="3300"/>
                </a:lnTo>
                <a:lnTo>
                  <a:pt x="2499" y="3300"/>
                </a:lnTo>
                <a:lnTo>
                  <a:pt x="2498" y="3300"/>
                </a:lnTo>
                <a:lnTo>
                  <a:pt x="2498" y="3299"/>
                </a:lnTo>
                <a:lnTo>
                  <a:pt x="2497" y="3299"/>
                </a:lnTo>
                <a:lnTo>
                  <a:pt x="2496" y="3299"/>
                </a:lnTo>
                <a:lnTo>
                  <a:pt x="2495" y="3299"/>
                </a:lnTo>
                <a:lnTo>
                  <a:pt x="2495" y="3298"/>
                </a:lnTo>
                <a:lnTo>
                  <a:pt x="2495" y="3297"/>
                </a:lnTo>
                <a:lnTo>
                  <a:pt x="2494" y="3297"/>
                </a:lnTo>
                <a:lnTo>
                  <a:pt x="2495" y="3297"/>
                </a:lnTo>
                <a:lnTo>
                  <a:pt x="2495" y="3296"/>
                </a:lnTo>
                <a:lnTo>
                  <a:pt x="2494" y="3296"/>
                </a:lnTo>
                <a:lnTo>
                  <a:pt x="2494" y="3295"/>
                </a:lnTo>
                <a:lnTo>
                  <a:pt x="2493" y="3295"/>
                </a:lnTo>
                <a:lnTo>
                  <a:pt x="2493" y="3294"/>
                </a:lnTo>
                <a:lnTo>
                  <a:pt x="2493" y="3293"/>
                </a:lnTo>
                <a:lnTo>
                  <a:pt x="2492" y="3293"/>
                </a:lnTo>
                <a:lnTo>
                  <a:pt x="2492" y="3292"/>
                </a:lnTo>
                <a:lnTo>
                  <a:pt x="2492" y="3291"/>
                </a:lnTo>
                <a:lnTo>
                  <a:pt x="2491" y="3291"/>
                </a:lnTo>
                <a:lnTo>
                  <a:pt x="2491" y="3290"/>
                </a:lnTo>
                <a:lnTo>
                  <a:pt x="2492" y="3290"/>
                </a:lnTo>
                <a:lnTo>
                  <a:pt x="2492" y="3289"/>
                </a:lnTo>
                <a:lnTo>
                  <a:pt x="2493" y="3289"/>
                </a:lnTo>
                <a:lnTo>
                  <a:pt x="2494" y="3289"/>
                </a:lnTo>
                <a:lnTo>
                  <a:pt x="2495" y="3289"/>
                </a:lnTo>
                <a:lnTo>
                  <a:pt x="2495" y="3288"/>
                </a:lnTo>
                <a:lnTo>
                  <a:pt x="2496" y="3288"/>
                </a:lnTo>
                <a:lnTo>
                  <a:pt x="2496" y="3287"/>
                </a:lnTo>
                <a:lnTo>
                  <a:pt x="2496" y="3286"/>
                </a:lnTo>
                <a:lnTo>
                  <a:pt x="2496" y="3285"/>
                </a:lnTo>
                <a:lnTo>
                  <a:pt x="2496" y="3284"/>
                </a:lnTo>
                <a:lnTo>
                  <a:pt x="2496" y="3283"/>
                </a:lnTo>
                <a:lnTo>
                  <a:pt x="2495" y="3283"/>
                </a:lnTo>
                <a:lnTo>
                  <a:pt x="2496" y="3283"/>
                </a:lnTo>
                <a:lnTo>
                  <a:pt x="2496" y="3282"/>
                </a:lnTo>
                <a:lnTo>
                  <a:pt x="2497" y="3282"/>
                </a:lnTo>
                <a:lnTo>
                  <a:pt x="2498" y="3282"/>
                </a:lnTo>
                <a:lnTo>
                  <a:pt x="2498" y="3281"/>
                </a:lnTo>
                <a:lnTo>
                  <a:pt x="2498" y="3280"/>
                </a:lnTo>
                <a:lnTo>
                  <a:pt x="2498" y="3281"/>
                </a:lnTo>
                <a:lnTo>
                  <a:pt x="2497" y="3281"/>
                </a:lnTo>
                <a:lnTo>
                  <a:pt x="2497" y="3280"/>
                </a:lnTo>
                <a:lnTo>
                  <a:pt x="2497" y="3279"/>
                </a:lnTo>
                <a:lnTo>
                  <a:pt x="2497" y="3278"/>
                </a:lnTo>
                <a:lnTo>
                  <a:pt x="2497" y="3277"/>
                </a:lnTo>
                <a:lnTo>
                  <a:pt x="2498" y="3277"/>
                </a:lnTo>
                <a:lnTo>
                  <a:pt x="2497" y="3276"/>
                </a:lnTo>
                <a:lnTo>
                  <a:pt x="2498" y="3276"/>
                </a:lnTo>
                <a:lnTo>
                  <a:pt x="2497" y="3276"/>
                </a:lnTo>
                <a:lnTo>
                  <a:pt x="2497" y="3275"/>
                </a:lnTo>
                <a:lnTo>
                  <a:pt x="2497" y="3274"/>
                </a:lnTo>
                <a:lnTo>
                  <a:pt x="2497" y="3275"/>
                </a:lnTo>
                <a:lnTo>
                  <a:pt x="2496" y="3275"/>
                </a:lnTo>
                <a:lnTo>
                  <a:pt x="2495" y="3275"/>
                </a:lnTo>
                <a:lnTo>
                  <a:pt x="2494" y="3275"/>
                </a:lnTo>
                <a:lnTo>
                  <a:pt x="2494" y="3274"/>
                </a:lnTo>
                <a:lnTo>
                  <a:pt x="2493" y="3274"/>
                </a:lnTo>
                <a:lnTo>
                  <a:pt x="2492" y="3274"/>
                </a:lnTo>
                <a:lnTo>
                  <a:pt x="2491" y="3274"/>
                </a:lnTo>
                <a:lnTo>
                  <a:pt x="2491" y="3273"/>
                </a:lnTo>
                <a:lnTo>
                  <a:pt x="2491" y="3272"/>
                </a:lnTo>
                <a:lnTo>
                  <a:pt x="2492" y="3272"/>
                </a:lnTo>
                <a:lnTo>
                  <a:pt x="2492" y="3271"/>
                </a:lnTo>
                <a:lnTo>
                  <a:pt x="2493" y="3271"/>
                </a:lnTo>
                <a:lnTo>
                  <a:pt x="2494" y="3271"/>
                </a:lnTo>
                <a:lnTo>
                  <a:pt x="2494" y="3270"/>
                </a:lnTo>
                <a:lnTo>
                  <a:pt x="2493" y="3270"/>
                </a:lnTo>
                <a:lnTo>
                  <a:pt x="2493" y="3269"/>
                </a:lnTo>
                <a:lnTo>
                  <a:pt x="2493" y="3268"/>
                </a:lnTo>
                <a:lnTo>
                  <a:pt x="2493" y="3267"/>
                </a:lnTo>
                <a:lnTo>
                  <a:pt x="2493" y="3266"/>
                </a:lnTo>
                <a:lnTo>
                  <a:pt x="2492" y="3265"/>
                </a:lnTo>
                <a:lnTo>
                  <a:pt x="2492" y="3264"/>
                </a:lnTo>
                <a:lnTo>
                  <a:pt x="2492" y="3263"/>
                </a:lnTo>
                <a:lnTo>
                  <a:pt x="2491" y="3263"/>
                </a:lnTo>
                <a:lnTo>
                  <a:pt x="2490" y="3263"/>
                </a:lnTo>
                <a:lnTo>
                  <a:pt x="2490" y="3262"/>
                </a:lnTo>
                <a:lnTo>
                  <a:pt x="2490" y="3261"/>
                </a:lnTo>
                <a:lnTo>
                  <a:pt x="2489" y="3261"/>
                </a:lnTo>
                <a:lnTo>
                  <a:pt x="2489" y="3260"/>
                </a:lnTo>
                <a:lnTo>
                  <a:pt x="2489" y="3258"/>
                </a:lnTo>
                <a:lnTo>
                  <a:pt x="2489" y="3257"/>
                </a:lnTo>
                <a:lnTo>
                  <a:pt x="2489" y="3256"/>
                </a:lnTo>
                <a:lnTo>
                  <a:pt x="2488" y="3256"/>
                </a:lnTo>
                <a:lnTo>
                  <a:pt x="2488" y="3255"/>
                </a:lnTo>
                <a:lnTo>
                  <a:pt x="2488" y="3254"/>
                </a:lnTo>
                <a:lnTo>
                  <a:pt x="2489" y="3254"/>
                </a:lnTo>
                <a:lnTo>
                  <a:pt x="2489" y="3253"/>
                </a:lnTo>
                <a:lnTo>
                  <a:pt x="2489" y="3252"/>
                </a:lnTo>
                <a:lnTo>
                  <a:pt x="2489" y="3253"/>
                </a:lnTo>
                <a:lnTo>
                  <a:pt x="2488" y="3253"/>
                </a:lnTo>
                <a:lnTo>
                  <a:pt x="2488" y="3252"/>
                </a:lnTo>
                <a:lnTo>
                  <a:pt x="2488" y="3253"/>
                </a:lnTo>
                <a:lnTo>
                  <a:pt x="2488" y="3252"/>
                </a:lnTo>
                <a:lnTo>
                  <a:pt x="2487" y="3252"/>
                </a:lnTo>
                <a:lnTo>
                  <a:pt x="2487" y="3253"/>
                </a:lnTo>
                <a:lnTo>
                  <a:pt x="2487" y="3252"/>
                </a:lnTo>
                <a:lnTo>
                  <a:pt x="2486" y="3252"/>
                </a:lnTo>
                <a:lnTo>
                  <a:pt x="2486" y="3253"/>
                </a:lnTo>
                <a:lnTo>
                  <a:pt x="2485" y="3253"/>
                </a:lnTo>
                <a:lnTo>
                  <a:pt x="2485" y="3254"/>
                </a:lnTo>
                <a:lnTo>
                  <a:pt x="2484" y="3254"/>
                </a:lnTo>
                <a:lnTo>
                  <a:pt x="2484" y="3255"/>
                </a:lnTo>
                <a:lnTo>
                  <a:pt x="2483" y="3255"/>
                </a:lnTo>
                <a:lnTo>
                  <a:pt x="2483" y="3256"/>
                </a:lnTo>
                <a:lnTo>
                  <a:pt x="2483" y="3255"/>
                </a:lnTo>
                <a:lnTo>
                  <a:pt x="2482" y="3256"/>
                </a:lnTo>
                <a:lnTo>
                  <a:pt x="2482" y="3257"/>
                </a:lnTo>
                <a:lnTo>
                  <a:pt x="2481" y="3257"/>
                </a:lnTo>
                <a:lnTo>
                  <a:pt x="2481" y="3258"/>
                </a:lnTo>
                <a:lnTo>
                  <a:pt x="2480" y="3258"/>
                </a:lnTo>
                <a:lnTo>
                  <a:pt x="2480" y="3259"/>
                </a:lnTo>
                <a:lnTo>
                  <a:pt x="2479" y="3259"/>
                </a:lnTo>
                <a:lnTo>
                  <a:pt x="2480" y="3259"/>
                </a:lnTo>
                <a:lnTo>
                  <a:pt x="2479" y="3259"/>
                </a:lnTo>
                <a:lnTo>
                  <a:pt x="2479" y="3260"/>
                </a:lnTo>
                <a:lnTo>
                  <a:pt x="2479" y="3259"/>
                </a:lnTo>
                <a:lnTo>
                  <a:pt x="2478" y="3259"/>
                </a:lnTo>
                <a:lnTo>
                  <a:pt x="2478" y="3260"/>
                </a:lnTo>
                <a:lnTo>
                  <a:pt x="2477" y="3260"/>
                </a:lnTo>
                <a:lnTo>
                  <a:pt x="2476" y="3260"/>
                </a:lnTo>
                <a:lnTo>
                  <a:pt x="2475" y="3260"/>
                </a:lnTo>
                <a:lnTo>
                  <a:pt x="2474" y="3260"/>
                </a:lnTo>
                <a:lnTo>
                  <a:pt x="2473" y="3260"/>
                </a:lnTo>
                <a:lnTo>
                  <a:pt x="2473" y="3261"/>
                </a:lnTo>
                <a:lnTo>
                  <a:pt x="2472" y="3261"/>
                </a:lnTo>
                <a:lnTo>
                  <a:pt x="2471" y="3261"/>
                </a:lnTo>
                <a:lnTo>
                  <a:pt x="2470" y="3261"/>
                </a:lnTo>
                <a:lnTo>
                  <a:pt x="2470" y="3262"/>
                </a:lnTo>
                <a:lnTo>
                  <a:pt x="2471" y="3262"/>
                </a:lnTo>
                <a:lnTo>
                  <a:pt x="2470" y="3262"/>
                </a:lnTo>
                <a:lnTo>
                  <a:pt x="2470" y="3261"/>
                </a:lnTo>
                <a:lnTo>
                  <a:pt x="2470" y="3262"/>
                </a:lnTo>
                <a:lnTo>
                  <a:pt x="2469" y="3262"/>
                </a:lnTo>
                <a:lnTo>
                  <a:pt x="2469" y="3261"/>
                </a:lnTo>
                <a:lnTo>
                  <a:pt x="2469" y="3262"/>
                </a:lnTo>
                <a:lnTo>
                  <a:pt x="2468" y="3262"/>
                </a:lnTo>
                <a:lnTo>
                  <a:pt x="2468" y="3261"/>
                </a:lnTo>
                <a:lnTo>
                  <a:pt x="2468" y="3262"/>
                </a:lnTo>
                <a:lnTo>
                  <a:pt x="2467" y="3262"/>
                </a:lnTo>
                <a:lnTo>
                  <a:pt x="2467" y="3263"/>
                </a:lnTo>
                <a:lnTo>
                  <a:pt x="2466" y="3263"/>
                </a:lnTo>
                <a:lnTo>
                  <a:pt x="2467" y="3263"/>
                </a:lnTo>
                <a:lnTo>
                  <a:pt x="2466" y="3263"/>
                </a:lnTo>
                <a:lnTo>
                  <a:pt x="2466" y="3264"/>
                </a:lnTo>
                <a:lnTo>
                  <a:pt x="2465" y="3265"/>
                </a:lnTo>
                <a:lnTo>
                  <a:pt x="2466" y="3265"/>
                </a:lnTo>
                <a:lnTo>
                  <a:pt x="2465" y="3265"/>
                </a:lnTo>
                <a:lnTo>
                  <a:pt x="2465" y="3266"/>
                </a:lnTo>
                <a:lnTo>
                  <a:pt x="2464" y="3266"/>
                </a:lnTo>
                <a:lnTo>
                  <a:pt x="2464" y="3267"/>
                </a:lnTo>
                <a:lnTo>
                  <a:pt x="2463" y="3267"/>
                </a:lnTo>
                <a:lnTo>
                  <a:pt x="2462" y="3268"/>
                </a:lnTo>
                <a:lnTo>
                  <a:pt x="2462" y="3269"/>
                </a:lnTo>
                <a:lnTo>
                  <a:pt x="2461" y="3269"/>
                </a:lnTo>
                <a:lnTo>
                  <a:pt x="2461" y="3268"/>
                </a:lnTo>
                <a:lnTo>
                  <a:pt x="2461" y="3269"/>
                </a:lnTo>
                <a:lnTo>
                  <a:pt x="2461" y="3270"/>
                </a:lnTo>
                <a:lnTo>
                  <a:pt x="2460" y="3270"/>
                </a:lnTo>
                <a:lnTo>
                  <a:pt x="2460" y="3271"/>
                </a:lnTo>
                <a:lnTo>
                  <a:pt x="2460" y="3272"/>
                </a:lnTo>
                <a:lnTo>
                  <a:pt x="2460" y="3273"/>
                </a:lnTo>
                <a:lnTo>
                  <a:pt x="2459" y="3273"/>
                </a:lnTo>
                <a:lnTo>
                  <a:pt x="2459" y="3274"/>
                </a:lnTo>
                <a:lnTo>
                  <a:pt x="2458" y="3274"/>
                </a:lnTo>
                <a:lnTo>
                  <a:pt x="2458" y="3273"/>
                </a:lnTo>
                <a:lnTo>
                  <a:pt x="2458" y="3274"/>
                </a:lnTo>
                <a:lnTo>
                  <a:pt x="2457" y="3274"/>
                </a:lnTo>
                <a:lnTo>
                  <a:pt x="2457" y="3275"/>
                </a:lnTo>
                <a:lnTo>
                  <a:pt x="2458" y="3275"/>
                </a:lnTo>
                <a:lnTo>
                  <a:pt x="2457" y="3275"/>
                </a:lnTo>
                <a:lnTo>
                  <a:pt x="2456" y="3275"/>
                </a:lnTo>
                <a:lnTo>
                  <a:pt x="2456" y="3276"/>
                </a:lnTo>
                <a:lnTo>
                  <a:pt x="2455" y="3276"/>
                </a:lnTo>
                <a:lnTo>
                  <a:pt x="2455" y="3277"/>
                </a:lnTo>
                <a:lnTo>
                  <a:pt x="2455" y="3278"/>
                </a:lnTo>
                <a:lnTo>
                  <a:pt x="2454" y="3278"/>
                </a:lnTo>
                <a:lnTo>
                  <a:pt x="2454" y="3279"/>
                </a:lnTo>
                <a:lnTo>
                  <a:pt x="2453" y="3279"/>
                </a:lnTo>
                <a:lnTo>
                  <a:pt x="2453" y="3280"/>
                </a:lnTo>
                <a:lnTo>
                  <a:pt x="2452" y="3280"/>
                </a:lnTo>
                <a:lnTo>
                  <a:pt x="2452" y="3279"/>
                </a:lnTo>
                <a:lnTo>
                  <a:pt x="2451" y="3279"/>
                </a:lnTo>
                <a:lnTo>
                  <a:pt x="2451" y="3280"/>
                </a:lnTo>
                <a:lnTo>
                  <a:pt x="2450" y="3280"/>
                </a:lnTo>
                <a:lnTo>
                  <a:pt x="2450" y="3281"/>
                </a:lnTo>
                <a:lnTo>
                  <a:pt x="2450" y="3282"/>
                </a:lnTo>
                <a:lnTo>
                  <a:pt x="2449" y="3282"/>
                </a:lnTo>
                <a:lnTo>
                  <a:pt x="2449" y="3283"/>
                </a:lnTo>
                <a:lnTo>
                  <a:pt x="2448" y="3283"/>
                </a:lnTo>
                <a:lnTo>
                  <a:pt x="2447" y="3283"/>
                </a:lnTo>
                <a:lnTo>
                  <a:pt x="2447" y="3282"/>
                </a:lnTo>
                <a:lnTo>
                  <a:pt x="2446" y="3282"/>
                </a:lnTo>
                <a:lnTo>
                  <a:pt x="2446" y="3283"/>
                </a:lnTo>
                <a:lnTo>
                  <a:pt x="2445" y="3283"/>
                </a:lnTo>
                <a:lnTo>
                  <a:pt x="2444" y="3283"/>
                </a:lnTo>
                <a:lnTo>
                  <a:pt x="2444" y="3284"/>
                </a:lnTo>
                <a:lnTo>
                  <a:pt x="2443" y="3284"/>
                </a:lnTo>
                <a:lnTo>
                  <a:pt x="2442" y="3284"/>
                </a:lnTo>
                <a:lnTo>
                  <a:pt x="2442" y="3285"/>
                </a:lnTo>
                <a:lnTo>
                  <a:pt x="2441" y="3285"/>
                </a:lnTo>
                <a:lnTo>
                  <a:pt x="2441" y="3286"/>
                </a:lnTo>
                <a:lnTo>
                  <a:pt x="2441" y="3285"/>
                </a:lnTo>
                <a:lnTo>
                  <a:pt x="2441" y="3286"/>
                </a:lnTo>
                <a:lnTo>
                  <a:pt x="2440" y="3286"/>
                </a:lnTo>
                <a:lnTo>
                  <a:pt x="2439" y="3286"/>
                </a:lnTo>
                <a:lnTo>
                  <a:pt x="2439" y="3285"/>
                </a:lnTo>
                <a:lnTo>
                  <a:pt x="2438" y="3285"/>
                </a:lnTo>
                <a:lnTo>
                  <a:pt x="2437" y="3285"/>
                </a:lnTo>
                <a:lnTo>
                  <a:pt x="2437" y="3284"/>
                </a:lnTo>
                <a:lnTo>
                  <a:pt x="2437" y="3283"/>
                </a:lnTo>
                <a:lnTo>
                  <a:pt x="2436" y="3283"/>
                </a:lnTo>
                <a:lnTo>
                  <a:pt x="2436" y="3284"/>
                </a:lnTo>
                <a:lnTo>
                  <a:pt x="2436" y="3283"/>
                </a:lnTo>
                <a:lnTo>
                  <a:pt x="2435" y="3283"/>
                </a:lnTo>
                <a:lnTo>
                  <a:pt x="2435" y="3284"/>
                </a:lnTo>
                <a:lnTo>
                  <a:pt x="2435" y="3283"/>
                </a:lnTo>
                <a:lnTo>
                  <a:pt x="2435" y="3284"/>
                </a:lnTo>
                <a:lnTo>
                  <a:pt x="2434" y="3284"/>
                </a:lnTo>
                <a:lnTo>
                  <a:pt x="2433" y="3284"/>
                </a:lnTo>
                <a:lnTo>
                  <a:pt x="2433" y="3285"/>
                </a:lnTo>
                <a:lnTo>
                  <a:pt x="2433" y="3284"/>
                </a:lnTo>
                <a:lnTo>
                  <a:pt x="2433" y="3285"/>
                </a:lnTo>
                <a:lnTo>
                  <a:pt x="2433" y="3284"/>
                </a:lnTo>
                <a:lnTo>
                  <a:pt x="2432" y="3284"/>
                </a:lnTo>
                <a:lnTo>
                  <a:pt x="2432" y="3285"/>
                </a:lnTo>
                <a:lnTo>
                  <a:pt x="2431" y="3285"/>
                </a:lnTo>
                <a:lnTo>
                  <a:pt x="2431" y="3284"/>
                </a:lnTo>
                <a:lnTo>
                  <a:pt x="2431" y="3283"/>
                </a:lnTo>
                <a:lnTo>
                  <a:pt x="2430" y="3283"/>
                </a:lnTo>
                <a:lnTo>
                  <a:pt x="2431" y="3283"/>
                </a:lnTo>
                <a:lnTo>
                  <a:pt x="2430" y="3283"/>
                </a:lnTo>
                <a:lnTo>
                  <a:pt x="2430" y="3282"/>
                </a:lnTo>
                <a:lnTo>
                  <a:pt x="2429" y="3282"/>
                </a:lnTo>
                <a:lnTo>
                  <a:pt x="2430" y="3282"/>
                </a:lnTo>
                <a:lnTo>
                  <a:pt x="2430" y="3281"/>
                </a:lnTo>
                <a:lnTo>
                  <a:pt x="2430" y="3280"/>
                </a:lnTo>
                <a:lnTo>
                  <a:pt x="2429" y="3280"/>
                </a:lnTo>
                <a:lnTo>
                  <a:pt x="2429" y="3279"/>
                </a:lnTo>
                <a:lnTo>
                  <a:pt x="2428" y="3279"/>
                </a:lnTo>
                <a:lnTo>
                  <a:pt x="2428" y="3278"/>
                </a:lnTo>
                <a:lnTo>
                  <a:pt x="2427" y="3278"/>
                </a:lnTo>
                <a:lnTo>
                  <a:pt x="2427" y="3277"/>
                </a:lnTo>
                <a:lnTo>
                  <a:pt x="2427" y="3276"/>
                </a:lnTo>
                <a:lnTo>
                  <a:pt x="2427" y="3277"/>
                </a:lnTo>
                <a:lnTo>
                  <a:pt x="2426" y="3277"/>
                </a:lnTo>
                <a:lnTo>
                  <a:pt x="2425" y="3277"/>
                </a:lnTo>
                <a:lnTo>
                  <a:pt x="2424" y="3277"/>
                </a:lnTo>
                <a:lnTo>
                  <a:pt x="2424" y="3278"/>
                </a:lnTo>
                <a:lnTo>
                  <a:pt x="2423" y="3278"/>
                </a:lnTo>
                <a:lnTo>
                  <a:pt x="2422" y="3278"/>
                </a:lnTo>
                <a:lnTo>
                  <a:pt x="2421" y="3278"/>
                </a:lnTo>
                <a:lnTo>
                  <a:pt x="2420" y="3278"/>
                </a:lnTo>
                <a:lnTo>
                  <a:pt x="2420" y="3277"/>
                </a:lnTo>
                <a:lnTo>
                  <a:pt x="2420" y="3278"/>
                </a:lnTo>
                <a:lnTo>
                  <a:pt x="2419" y="3278"/>
                </a:lnTo>
                <a:lnTo>
                  <a:pt x="2419" y="3279"/>
                </a:lnTo>
                <a:lnTo>
                  <a:pt x="2418" y="3279"/>
                </a:lnTo>
                <a:lnTo>
                  <a:pt x="2418" y="3280"/>
                </a:lnTo>
                <a:lnTo>
                  <a:pt x="2417" y="3280"/>
                </a:lnTo>
                <a:lnTo>
                  <a:pt x="2417" y="3281"/>
                </a:lnTo>
                <a:lnTo>
                  <a:pt x="2416" y="3281"/>
                </a:lnTo>
                <a:lnTo>
                  <a:pt x="2417" y="3281"/>
                </a:lnTo>
                <a:lnTo>
                  <a:pt x="2416" y="3281"/>
                </a:lnTo>
                <a:lnTo>
                  <a:pt x="2416" y="3282"/>
                </a:lnTo>
                <a:lnTo>
                  <a:pt x="2415" y="3282"/>
                </a:lnTo>
                <a:lnTo>
                  <a:pt x="2415" y="3283"/>
                </a:lnTo>
                <a:lnTo>
                  <a:pt x="2414" y="3283"/>
                </a:lnTo>
                <a:lnTo>
                  <a:pt x="2414" y="3282"/>
                </a:lnTo>
                <a:lnTo>
                  <a:pt x="2413" y="3282"/>
                </a:lnTo>
                <a:lnTo>
                  <a:pt x="2413" y="3283"/>
                </a:lnTo>
                <a:lnTo>
                  <a:pt x="2412" y="3283"/>
                </a:lnTo>
                <a:lnTo>
                  <a:pt x="2412" y="3284"/>
                </a:lnTo>
                <a:lnTo>
                  <a:pt x="2412" y="3283"/>
                </a:lnTo>
                <a:lnTo>
                  <a:pt x="2412" y="3284"/>
                </a:lnTo>
                <a:lnTo>
                  <a:pt x="2412" y="3283"/>
                </a:lnTo>
                <a:lnTo>
                  <a:pt x="2412" y="3284"/>
                </a:lnTo>
                <a:lnTo>
                  <a:pt x="2411" y="3284"/>
                </a:lnTo>
                <a:lnTo>
                  <a:pt x="2411" y="3283"/>
                </a:lnTo>
                <a:lnTo>
                  <a:pt x="2411" y="3284"/>
                </a:lnTo>
                <a:lnTo>
                  <a:pt x="2410" y="3284"/>
                </a:lnTo>
                <a:lnTo>
                  <a:pt x="2409" y="3284"/>
                </a:lnTo>
                <a:lnTo>
                  <a:pt x="2409" y="3283"/>
                </a:lnTo>
                <a:lnTo>
                  <a:pt x="2409" y="3282"/>
                </a:lnTo>
                <a:lnTo>
                  <a:pt x="2408" y="3282"/>
                </a:lnTo>
                <a:lnTo>
                  <a:pt x="2408" y="3281"/>
                </a:lnTo>
                <a:lnTo>
                  <a:pt x="2407" y="3281"/>
                </a:lnTo>
                <a:lnTo>
                  <a:pt x="2408" y="3281"/>
                </a:lnTo>
                <a:lnTo>
                  <a:pt x="2407" y="3281"/>
                </a:lnTo>
                <a:lnTo>
                  <a:pt x="2407" y="3280"/>
                </a:lnTo>
                <a:lnTo>
                  <a:pt x="2407" y="3279"/>
                </a:lnTo>
                <a:lnTo>
                  <a:pt x="2406" y="3279"/>
                </a:lnTo>
                <a:lnTo>
                  <a:pt x="2405" y="3279"/>
                </a:lnTo>
                <a:lnTo>
                  <a:pt x="2404" y="3279"/>
                </a:lnTo>
                <a:lnTo>
                  <a:pt x="2404" y="3280"/>
                </a:lnTo>
                <a:lnTo>
                  <a:pt x="2404" y="3281"/>
                </a:lnTo>
                <a:lnTo>
                  <a:pt x="2404" y="3282"/>
                </a:lnTo>
                <a:lnTo>
                  <a:pt x="2403" y="3282"/>
                </a:lnTo>
                <a:lnTo>
                  <a:pt x="2403" y="3281"/>
                </a:lnTo>
                <a:lnTo>
                  <a:pt x="2402" y="3281"/>
                </a:lnTo>
                <a:lnTo>
                  <a:pt x="2401" y="3281"/>
                </a:lnTo>
                <a:lnTo>
                  <a:pt x="2401" y="3280"/>
                </a:lnTo>
                <a:lnTo>
                  <a:pt x="2400" y="3280"/>
                </a:lnTo>
                <a:lnTo>
                  <a:pt x="2400" y="3279"/>
                </a:lnTo>
                <a:lnTo>
                  <a:pt x="2399" y="3279"/>
                </a:lnTo>
                <a:lnTo>
                  <a:pt x="2399" y="3278"/>
                </a:lnTo>
                <a:lnTo>
                  <a:pt x="2399" y="3277"/>
                </a:lnTo>
                <a:lnTo>
                  <a:pt x="2399" y="3276"/>
                </a:lnTo>
                <a:lnTo>
                  <a:pt x="2399" y="3275"/>
                </a:lnTo>
                <a:lnTo>
                  <a:pt x="2399" y="3274"/>
                </a:lnTo>
                <a:lnTo>
                  <a:pt x="2399" y="3273"/>
                </a:lnTo>
                <a:lnTo>
                  <a:pt x="2399" y="3272"/>
                </a:lnTo>
                <a:lnTo>
                  <a:pt x="2398" y="3272"/>
                </a:lnTo>
                <a:lnTo>
                  <a:pt x="2398" y="3271"/>
                </a:lnTo>
                <a:lnTo>
                  <a:pt x="2398" y="3270"/>
                </a:lnTo>
                <a:lnTo>
                  <a:pt x="2399" y="3270"/>
                </a:lnTo>
                <a:lnTo>
                  <a:pt x="2399" y="3269"/>
                </a:lnTo>
                <a:lnTo>
                  <a:pt x="2400" y="3269"/>
                </a:lnTo>
                <a:lnTo>
                  <a:pt x="2400" y="3268"/>
                </a:lnTo>
                <a:lnTo>
                  <a:pt x="2400" y="3267"/>
                </a:lnTo>
                <a:lnTo>
                  <a:pt x="2401" y="3267"/>
                </a:lnTo>
                <a:lnTo>
                  <a:pt x="2401" y="3266"/>
                </a:lnTo>
                <a:lnTo>
                  <a:pt x="2402" y="3266"/>
                </a:lnTo>
                <a:lnTo>
                  <a:pt x="2402" y="3265"/>
                </a:lnTo>
                <a:lnTo>
                  <a:pt x="2403" y="3265"/>
                </a:lnTo>
                <a:lnTo>
                  <a:pt x="2404" y="3265"/>
                </a:lnTo>
                <a:lnTo>
                  <a:pt x="2404" y="3264"/>
                </a:lnTo>
                <a:lnTo>
                  <a:pt x="2403" y="3264"/>
                </a:lnTo>
                <a:lnTo>
                  <a:pt x="2403" y="3263"/>
                </a:lnTo>
                <a:lnTo>
                  <a:pt x="2402" y="3263"/>
                </a:lnTo>
                <a:lnTo>
                  <a:pt x="2402" y="3262"/>
                </a:lnTo>
                <a:lnTo>
                  <a:pt x="2401" y="3262"/>
                </a:lnTo>
                <a:lnTo>
                  <a:pt x="2401" y="3261"/>
                </a:lnTo>
                <a:lnTo>
                  <a:pt x="2400" y="3261"/>
                </a:lnTo>
                <a:lnTo>
                  <a:pt x="2401" y="3260"/>
                </a:lnTo>
                <a:lnTo>
                  <a:pt x="2400" y="3260"/>
                </a:lnTo>
                <a:lnTo>
                  <a:pt x="2399" y="3260"/>
                </a:lnTo>
                <a:lnTo>
                  <a:pt x="2398" y="3260"/>
                </a:lnTo>
                <a:lnTo>
                  <a:pt x="2397" y="3260"/>
                </a:lnTo>
                <a:lnTo>
                  <a:pt x="2396" y="3260"/>
                </a:lnTo>
                <a:lnTo>
                  <a:pt x="2396" y="3261"/>
                </a:lnTo>
                <a:lnTo>
                  <a:pt x="2395" y="3261"/>
                </a:lnTo>
                <a:lnTo>
                  <a:pt x="2394" y="3261"/>
                </a:lnTo>
                <a:lnTo>
                  <a:pt x="2394" y="3262"/>
                </a:lnTo>
                <a:lnTo>
                  <a:pt x="2393" y="3262"/>
                </a:lnTo>
                <a:lnTo>
                  <a:pt x="2393" y="3263"/>
                </a:lnTo>
                <a:lnTo>
                  <a:pt x="2393" y="3264"/>
                </a:lnTo>
                <a:lnTo>
                  <a:pt x="2393" y="3263"/>
                </a:lnTo>
                <a:lnTo>
                  <a:pt x="2392" y="3263"/>
                </a:lnTo>
                <a:lnTo>
                  <a:pt x="2391" y="3263"/>
                </a:lnTo>
                <a:lnTo>
                  <a:pt x="2391" y="3262"/>
                </a:lnTo>
                <a:lnTo>
                  <a:pt x="2391" y="3261"/>
                </a:lnTo>
                <a:lnTo>
                  <a:pt x="2391" y="3260"/>
                </a:lnTo>
                <a:lnTo>
                  <a:pt x="2390" y="3260"/>
                </a:lnTo>
                <a:lnTo>
                  <a:pt x="2390" y="3261"/>
                </a:lnTo>
                <a:lnTo>
                  <a:pt x="2389" y="3261"/>
                </a:lnTo>
                <a:lnTo>
                  <a:pt x="2389" y="3260"/>
                </a:lnTo>
                <a:lnTo>
                  <a:pt x="2388" y="3260"/>
                </a:lnTo>
                <a:lnTo>
                  <a:pt x="2387" y="3260"/>
                </a:lnTo>
                <a:lnTo>
                  <a:pt x="2387" y="3259"/>
                </a:lnTo>
                <a:lnTo>
                  <a:pt x="2387" y="3258"/>
                </a:lnTo>
                <a:lnTo>
                  <a:pt x="2387" y="3257"/>
                </a:lnTo>
                <a:lnTo>
                  <a:pt x="2386" y="3257"/>
                </a:lnTo>
                <a:lnTo>
                  <a:pt x="2386" y="3256"/>
                </a:lnTo>
                <a:lnTo>
                  <a:pt x="2386" y="3255"/>
                </a:lnTo>
                <a:lnTo>
                  <a:pt x="2386" y="3254"/>
                </a:lnTo>
                <a:lnTo>
                  <a:pt x="2385" y="3254"/>
                </a:lnTo>
                <a:lnTo>
                  <a:pt x="2385" y="3253"/>
                </a:lnTo>
                <a:lnTo>
                  <a:pt x="2385" y="3252"/>
                </a:lnTo>
                <a:lnTo>
                  <a:pt x="2385" y="3251"/>
                </a:lnTo>
                <a:lnTo>
                  <a:pt x="2385" y="3250"/>
                </a:lnTo>
                <a:lnTo>
                  <a:pt x="2384" y="3250"/>
                </a:lnTo>
                <a:lnTo>
                  <a:pt x="2384" y="3249"/>
                </a:lnTo>
                <a:lnTo>
                  <a:pt x="2383" y="3249"/>
                </a:lnTo>
                <a:lnTo>
                  <a:pt x="2383" y="3248"/>
                </a:lnTo>
                <a:lnTo>
                  <a:pt x="2383" y="3247"/>
                </a:lnTo>
                <a:lnTo>
                  <a:pt x="2383" y="3246"/>
                </a:lnTo>
                <a:lnTo>
                  <a:pt x="2383" y="3245"/>
                </a:lnTo>
                <a:lnTo>
                  <a:pt x="2383" y="3244"/>
                </a:lnTo>
                <a:lnTo>
                  <a:pt x="2383" y="3243"/>
                </a:lnTo>
                <a:lnTo>
                  <a:pt x="2384" y="3243"/>
                </a:lnTo>
                <a:lnTo>
                  <a:pt x="2384" y="3242"/>
                </a:lnTo>
                <a:lnTo>
                  <a:pt x="2385" y="3242"/>
                </a:lnTo>
                <a:lnTo>
                  <a:pt x="2385" y="3241"/>
                </a:lnTo>
                <a:lnTo>
                  <a:pt x="2385" y="3239"/>
                </a:lnTo>
                <a:lnTo>
                  <a:pt x="2386" y="3238"/>
                </a:lnTo>
                <a:lnTo>
                  <a:pt x="2386" y="3237"/>
                </a:lnTo>
                <a:lnTo>
                  <a:pt x="2387" y="3237"/>
                </a:lnTo>
                <a:lnTo>
                  <a:pt x="2386" y="3237"/>
                </a:lnTo>
                <a:lnTo>
                  <a:pt x="2386" y="3236"/>
                </a:lnTo>
                <a:lnTo>
                  <a:pt x="2387" y="3236"/>
                </a:lnTo>
                <a:lnTo>
                  <a:pt x="2387" y="3235"/>
                </a:lnTo>
                <a:lnTo>
                  <a:pt x="2387" y="3234"/>
                </a:lnTo>
                <a:lnTo>
                  <a:pt x="2387" y="3233"/>
                </a:lnTo>
                <a:lnTo>
                  <a:pt x="2388" y="3233"/>
                </a:lnTo>
                <a:lnTo>
                  <a:pt x="2388" y="3232"/>
                </a:lnTo>
                <a:lnTo>
                  <a:pt x="2388" y="3231"/>
                </a:lnTo>
                <a:lnTo>
                  <a:pt x="2387" y="3231"/>
                </a:lnTo>
                <a:lnTo>
                  <a:pt x="2387" y="3230"/>
                </a:lnTo>
                <a:lnTo>
                  <a:pt x="2386" y="3230"/>
                </a:lnTo>
                <a:lnTo>
                  <a:pt x="2386" y="3229"/>
                </a:lnTo>
                <a:lnTo>
                  <a:pt x="2385" y="3229"/>
                </a:lnTo>
                <a:lnTo>
                  <a:pt x="2385" y="3228"/>
                </a:lnTo>
                <a:lnTo>
                  <a:pt x="2385" y="3227"/>
                </a:lnTo>
                <a:lnTo>
                  <a:pt x="2385" y="3226"/>
                </a:lnTo>
                <a:lnTo>
                  <a:pt x="2384" y="3226"/>
                </a:lnTo>
                <a:lnTo>
                  <a:pt x="2384" y="3225"/>
                </a:lnTo>
                <a:lnTo>
                  <a:pt x="2385" y="3225"/>
                </a:lnTo>
                <a:lnTo>
                  <a:pt x="2385" y="3224"/>
                </a:lnTo>
                <a:lnTo>
                  <a:pt x="2386" y="3224"/>
                </a:lnTo>
                <a:lnTo>
                  <a:pt x="2386" y="3223"/>
                </a:lnTo>
                <a:lnTo>
                  <a:pt x="2385" y="3223"/>
                </a:lnTo>
                <a:lnTo>
                  <a:pt x="2385" y="3224"/>
                </a:lnTo>
                <a:lnTo>
                  <a:pt x="2384" y="3224"/>
                </a:lnTo>
                <a:lnTo>
                  <a:pt x="2383" y="3224"/>
                </a:lnTo>
                <a:lnTo>
                  <a:pt x="2383" y="3223"/>
                </a:lnTo>
                <a:lnTo>
                  <a:pt x="2382" y="3223"/>
                </a:lnTo>
                <a:lnTo>
                  <a:pt x="2381" y="3223"/>
                </a:lnTo>
                <a:lnTo>
                  <a:pt x="2381" y="3224"/>
                </a:lnTo>
                <a:lnTo>
                  <a:pt x="2381" y="3223"/>
                </a:lnTo>
                <a:lnTo>
                  <a:pt x="2380" y="3223"/>
                </a:lnTo>
                <a:lnTo>
                  <a:pt x="2380" y="3222"/>
                </a:lnTo>
                <a:lnTo>
                  <a:pt x="2378" y="3222"/>
                </a:lnTo>
                <a:lnTo>
                  <a:pt x="2377" y="3222"/>
                </a:lnTo>
                <a:lnTo>
                  <a:pt x="2377" y="3223"/>
                </a:lnTo>
                <a:lnTo>
                  <a:pt x="2376" y="3223"/>
                </a:lnTo>
                <a:lnTo>
                  <a:pt x="2376" y="3224"/>
                </a:lnTo>
                <a:lnTo>
                  <a:pt x="2376" y="3225"/>
                </a:lnTo>
                <a:lnTo>
                  <a:pt x="2377" y="3225"/>
                </a:lnTo>
                <a:lnTo>
                  <a:pt x="2377" y="3226"/>
                </a:lnTo>
                <a:lnTo>
                  <a:pt x="2377" y="3225"/>
                </a:lnTo>
                <a:lnTo>
                  <a:pt x="2377" y="3226"/>
                </a:lnTo>
                <a:lnTo>
                  <a:pt x="2376" y="3226"/>
                </a:lnTo>
                <a:lnTo>
                  <a:pt x="2376" y="3227"/>
                </a:lnTo>
                <a:lnTo>
                  <a:pt x="2375" y="3227"/>
                </a:lnTo>
                <a:lnTo>
                  <a:pt x="2374" y="3227"/>
                </a:lnTo>
                <a:lnTo>
                  <a:pt x="2373" y="3227"/>
                </a:lnTo>
                <a:lnTo>
                  <a:pt x="2373" y="3226"/>
                </a:lnTo>
                <a:lnTo>
                  <a:pt x="2373" y="3225"/>
                </a:lnTo>
                <a:lnTo>
                  <a:pt x="2372" y="3225"/>
                </a:lnTo>
                <a:lnTo>
                  <a:pt x="2371" y="3225"/>
                </a:lnTo>
                <a:lnTo>
                  <a:pt x="2371" y="3224"/>
                </a:lnTo>
                <a:lnTo>
                  <a:pt x="2369" y="3224"/>
                </a:lnTo>
                <a:lnTo>
                  <a:pt x="2368" y="3224"/>
                </a:lnTo>
                <a:lnTo>
                  <a:pt x="2368" y="3223"/>
                </a:lnTo>
                <a:lnTo>
                  <a:pt x="2367" y="3223"/>
                </a:lnTo>
                <a:lnTo>
                  <a:pt x="2367" y="3222"/>
                </a:lnTo>
                <a:lnTo>
                  <a:pt x="2366" y="3222"/>
                </a:lnTo>
                <a:lnTo>
                  <a:pt x="2365" y="3222"/>
                </a:lnTo>
                <a:lnTo>
                  <a:pt x="2364" y="3222"/>
                </a:lnTo>
                <a:lnTo>
                  <a:pt x="2364" y="3223"/>
                </a:lnTo>
                <a:lnTo>
                  <a:pt x="2364" y="3222"/>
                </a:lnTo>
                <a:lnTo>
                  <a:pt x="2364" y="3223"/>
                </a:lnTo>
                <a:lnTo>
                  <a:pt x="2363" y="3223"/>
                </a:lnTo>
                <a:lnTo>
                  <a:pt x="2363" y="3224"/>
                </a:lnTo>
                <a:lnTo>
                  <a:pt x="2363" y="3225"/>
                </a:lnTo>
                <a:lnTo>
                  <a:pt x="2362" y="3225"/>
                </a:lnTo>
                <a:lnTo>
                  <a:pt x="2361" y="3225"/>
                </a:lnTo>
                <a:lnTo>
                  <a:pt x="2360" y="3225"/>
                </a:lnTo>
                <a:lnTo>
                  <a:pt x="2360" y="3224"/>
                </a:lnTo>
                <a:lnTo>
                  <a:pt x="2361" y="3224"/>
                </a:lnTo>
                <a:lnTo>
                  <a:pt x="2361" y="3223"/>
                </a:lnTo>
                <a:lnTo>
                  <a:pt x="2361" y="3222"/>
                </a:lnTo>
                <a:lnTo>
                  <a:pt x="2360" y="3222"/>
                </a:lnTo>
                <a:lnTo>
                  <a:pt x="2360" y="3221"/>
                </a:lnTo>
                <a:lnTo>
                  <a:pt x="2360" y="3222"/>
                </a:lnTo>
                <a:lnTo>
                  <a:pt x="2359" y="3222"/>
                </a:lnTo>
                <a:lnTo>
                  <a:pt x="2358" y="3222"/>
                </a:lnTo>
                <a:lnTo>
                  <a:pt x="2358" y="3221"/>
                </a:lnTo>
                <a:lnTo>
                  <a:pt x="2358" y="3220"/>
                </a:lnTo>
                <a:lnTo>
                  <a:pt x="2357" y="3220"/>
                </a:lnTo>
                <a:lnTo>
                  <a:pt x="2357" y="3219"/>
                </a:lnTo>
                <a:lnTo>
                  <a:pt x="2356" y="3219"/>
                </a:lnTo>
                <a:lnTo>
                  <a:pt x="2355" y="3219"/>
                </a:lnTo>
                <a:lnTo>
                  <a:pt x="2354" y="3219"/>
                </a:lnTo>
                <a:lnTo>
                  <a:pt x="2354" y="3220"/>
                </a:lnTo>
                <a:lnTo>
                  <a:pt x="2353" y="3220"/>
                </a:lnTo>
                <a:lnTo>
                  <a:pt x="2353" y="3219"/>
                </a:lnTo>
                <a:lnTo>
                  <a:pt x="2352" y="3219"/>
                </a:lnTo>
                <a:lnTo>
                  <a:pt x="2352" y="3218"/>
                </a:lnTo>
                <a:lnTo>
                  <a:pt x="2351" y="3218"/>
                </a:lnTo>
                <a:lnTo>
                  <a:pt x="2351" y="3219"/>
                </a:lnTo>
                <a:lnTo>
                  <a:pt x="2350" y="3219"/>
                </a:lnTo>
                <a:lnTo>
                  <a:pt x="2349" y="3219"/>
                </a:lnTo>
                <a:lnTo>
                  <a:pt x="2349" y="3218"/>
                </a:lnTo>
                <a:lnTo>
                  <a:pt x="2349" y="3217"/>
                </a:lnTo>
                <a:lnTo>
                  <a:pt x="2349" y="3218"/>
                </a:lnTo>
                <a:lnTo>
                  <a:pt x="2348" y="3218"/>
                </a:lnTo>
                <a:lnTo>
                  <a:pt x="2347" y="3218"/>
                </a:lnTo>
                <a:lnTo>
                  <a:pt x="2346" y="3218"/>
                </a:lnTo>
                <a:lnTo>
                  <a:pt x="2346" y="3219"/>
                </a:lnTo>
                <a:lnTo>
                  <a:pt x="2345" y="3219"/>
                </a:lnTo>
                <a:lnTo>
                  <a:pt x="2346" y="3219"/>
                </a:lnTo>
                <a:lnTo>
                  <a:pt x="2346" y="3220"/>
                </a:lnTo>
                <a:lnTo>
                  <a:pt x="2345" y="3220"/>
                </a:lnTo>
                <a:lnTo>
                  <a:pt x="2345" y="3219"/>
                </a:lnTo>
                <a:lnTo>
                  <a:pt x="2344" y="3219"/>
                </a:lnTo>
                <a:lnTo>
                  <a:pt x="2344" y="3218"/>
                </a:lnTo>
                <a:lnTo>
                  <a:pt x="2343" y="3218"/>
                </a:lnTo>
                <a:lnTo>
                  <a:pt x="2343" y="3217"/>
                </a:lnTo>
                <a:lnTo>
                  <a:pt x="2342" y="3217"/>
                </a:lnTo>
                <a:lnTo>
                  <a:pt x="2342" y="3216"/>
                </a:lnTo>
                <a:lnTo>
                  <a:pt x="2341" y="3216"/>
                </a:lnTo>
                <a:lnTo>
                  <a:pt x="2340" y="3216"/>
                </a:lnTo>
                <a:lnTo>
                  <a:pt x="2340" y="3217"/>
                </a:lnTo>
                <a:lnTo>
                  <a:pt x="2339" y="3217"/>
                </a:lnTo>
                <a:lnTo>
                  <a:pt x="2339" y="3218"/>
                </a:lnTo>
                <a:lnTo>
                  <a:pt x="2338" y="3218"/>
                </a:lnTo>
                <a:lnTo>
                  <a:pt x="2337" y="3218"/>
                </a:lnTo>
                <a:lnTo>
                  <a:pt x="2337" y="3219"/>
                </a:lnTo>
                <a:lnTo>
                  <a:pt x="2336" y="3218"/>
                </a:lnTo>
                <a:lnTo>
                  <a:pt x="2335" y="3218"/>
                </a:lnTo>
                <a:lnTo>
                  <a:pt x="2335" y="3219"/>
                </a:lnTo>
                <a:lnTo>
                  <a:pt x="2334" y="3219"/>
                </a:lnTo>
                <a:lnTo>
                  <a:pt x="2333" y="3219"/>
                </a:lnTo>
                <a:lnTo>
                  <a:pt x="2332" y="3219"/>
                </a:lnTo>
                <a:lnTo>
                  <a:pt x="2331" y="3219"/>
                </a:lnTo>
                <a:lnTo>
                  <a:pt x="2331" y="3220"/>
                </a:lnTo>
                <a:lnTo>
                  <a:pt x="2330" y="3220"/>
                </a:lnTo>
                <a:lnTo>
                  <a:pt x="2329" y="3220"/>
                </a:lnTo>
                <a:lnTo>
                  <a:pt x="2329" y="3219"/>
                </a:lnTo>
                <a:lnTo>
                  <a:pt x="2329" y="3220"/>
                </a:lnTo>
                <a:lnTo>
                  <a:pt x="2328" y="3220"/>
                </a:lnTo>
                <a:lnTo>
                  <a:pt x="2328" y="3219"/>
                </a:lnTo>
                <a:lnTo>
                  <a:pt x="2328" y="3220"/>
                </a:lnTo>
                <a:lnTo>
                  <a:pt x="2327" y="3220"/>
                </a:lnTo>
                <a:lnTo>
                  <a:pt x="2327" y="3219"/>
                </a:lnTo>
                <a:lnTo>
                  <a:pt x="2326" y="3219"/>
                </a:lnTo>
                <a:lnTo>
                  <a:pt x="2325" y="3219"/>
                </a:lnTo>
                <a:lnTo>
                  <a:pt x="2325" y="3218"/>
                </a:lnTo>
                <a:lnTo>
                  <a:pt x="2324" y="3218"/>
                </a:lnTo>
                <a:lnTo>
                  <a:pt x="2323" y="3218"/>
                </a:lnTo>
                <a:lnTo>
                  <a:pt x="2323" y="3219"/>
                </a:lnTo>
                <a:lnTo>
                  <a:pt x="2322" y="3219"/>
                </a:lnTo>
                <a:lnTo>
                  <a:pt x="2322" y="3218"/>
                </a:lnTo>
                <a:lnTo>
                  <a:pt x="2321" y="3218"/>
                </a:lnTo>
                <a:lnTo>
                  <a:pt x="2320" y="3218"/>
                </a:lnTo>
                <a:lnTo>
                  <a:pt x="2319" y="3218"/>
                </a:lnTo>
                <a:lnTo>
                  <a:pt x="2319" y="3217"/>
                </a:lnTo>
                <a:lnTo>
                  <a:pt x="2318" y="3217"/>
                </a:lnTo>
                <a:lnTo>
                  <a:pt x="2317" y="3217"/>
                </a:lnTo>
                <a:lnTo>
                  <a:pt x="2317" y="3216"/>
                </a:lnTo>
                <a:lnTo>
                  <a:pt x="2316" y="3216"/>
                </a:lnTo>
                <a:lnTo>
                  <a:pt x="2315" y="3216"/>
                </a:lnTo>
                <a:lnTo>
                  <a:pt x="2315" y="3215"/>
                </a:lnTo>
                <a:lnTo>
                  <a:pt x="2314" y="3215"/>
                </a:lnTo>
                <a:lnTo>
                  <a:pt x="2314" y="3214"/>
                </a:lnTo>
                <a:lnTo>
                  <a:pt x="2313" y="3214"/>
                </a:lnTo>
                <a:lnTo>
                  <a:pt x="2313" y="3213"/>
                </a:lnTo>
                <a:lnTo>
                  <a:pt x="2312" y="3213"/>
                </a:lnTo>
                <a:lnTo>
                  <a:pt x="2312" y="3212"/>
                </a:lnTo>
                <a:lnTo>
                  <a:pt x="2313" y="3212"/>
                </a:lnTo>
                <a:lnTo>
                  <a:pt x="2314" y="3212"/>
                </a:lnTo>
                <a:lnTo>
                  <a:pt x="2314" y="3213"/>
                </a:lnTo>
                <a:lnTo>
                  <a:pt x="2315" y="3213"/>
                </a:lnTo>
                <a:lnTo>
                  <a:pt x="2315" y="3212"/>
                </a:lnTo>
                <a:lnTo>
                  <a:pt x="2316" y="3212"/>
                </a:lnTo>
                <a:lnTo>
                  <a:pt x="2315" y="3212"/>
                </a:lnTo>
                <a:lnTo>
                  <a:pt x="2315" y="3211"/>
                </a:lnTo>
                <a:lnTo>
                  <a:pt x="2315" y="3212"/>
                </a:lnTo>
                <a:lnTo>
                  <a:pt x="2314" y="3212"/>
                </a:lnTo>
                <a:lnTo>
                  <a:pt x="2314" y="3211"/>
                </a:lnTo>
                <a:lnTo>
                  <a:pt x="2314" y="3210"/>
                </a:lnTo>
                <a:lnTo>
                  <a:pt x="2315" y="3209"/>
                </a:lnTo>
                <a:lnTo>
                  <a:pt x="2315" y="3208"/>
                </a:lnTo>
                <a:lnTo>
                  <a:pt x="2316" y="3208"/>
                </a:lnTo>
                <a:lnTo>
                  <a:pt x="2316" y="3207"/>
                </a:lnTo>
                <a:lnTo>
                  <a:pt x="2317" y="3207"/>
                </a:lnTo>
                <a:lnTo>
                  <a:pt x="2316" y="3207"/>
                </a:lnTo>
                <a:lnTo>
                  <a:pt x="2316" y="3206"/>
                </a:lnTo>
                <a:lnTo>
                  <a:pt x="2317" y="3206"/>
                </a:lnTo>
                <a:lnTo>
                  <a:pt x="2317" y="3205"/>
                </a:lnTo>
                <a:lnTo>
                  <a:pt x="2318" y="3205"/>
                </a:lnTo>
                <a:lnTo>
                  <a:pt x="2319" y="3205"/>
                </a:lnTo>
                <a:lnTo>
                  <a:pt x="2319" y="3204"/>
                </a:lnTo>
                <a:lnTo>
                  <a:pt x="2319" y="3203"/>
                </a:lnTo>
                <a:lnTo>
                  <a:pt x="2319" y="3202"/>
                </a:lnTo>
                <a:lnTo>
                  <a:pt x="2319" y="3201"/>
                </a:lnTo>
                <a:lnTo>
                  <a:pt x="2319" y="3200"/>
                </a:lnTo>
                <a:lnTo>
                  <a:pt x="2319" y="3199"/>
                </a:lnTo>
                <a:lnTo>
                  <a:pt x="2319" y="3198"/>
                </a:lnTo>
                <a:lnTo>
                  <a:pt x="2320" y="3198"/>
                </a:lnTo>
                <a:lnTo>
                  <a:pt x="2320" y="3197"/>
                </a:lnTo>
                <a:lnTo>
                  <a:pt x="2321" y="3197"/>
                </a:lnTo>
                <a:lnTo>
                  <a:pt x="2321" y="3196"/>
                </a:lnTo>
                <a:lnTo>
                  <a:pt x="2321" y="3195"/>
                </a:lnTo>
                <a:lnTo>
                  <a:pt x="2322" y="3195"/>
                </a:lnTo>
                <a:lnTo>
                  <a:pt x="2322" y="3194"/>
                </a:lnTo>
                <a:lnTo>
                  <a:pt x="2323" y="3194"/>
                </a:lnTo>
                <a:lnTo>
                  <a:pt x="2323" y="3192"/>
                </a:lnTo>
                <a:lnTo>
                  <a:pt x="2322" y="3192"/>
                </a:lnTo>
                <a:lnTo>
                  <a:pt x="2322" y="3191"/>
                </a:lnTo>
                <a:lnTo>
                  <a:pt x="2321" y="3191"/>
                </a:lnTo>
                <a:lnTo>
                  <a:pt x="2321" y="3190"/>
                </a:lnTo>
                <a:lnTo>
                  <a:pt x="2320" y="3190"/>
                </a:lnTo>
                <a:lnTo>
                  <a:pt x="2320" y="3189"/>
                </a:lnTo>
                <a:lnTo>
                  <a:pt x="2321" y="3189"/>
                </a:lnTo>
                <a:lnTo>
                  <a:pt x="2322" y="3189"/>
                </a:lnTo>
                <a:lnTo>
                  <a:pt x="2323" y="3189"/>
                </a:lnTo>
                <a:lnTo>
                  <a:pt x="2323" y="3188"/>
                </a:lnTo>
                <a:lnTo>
                  <a:pt x="2324" y="3188"/>
                </a:lnTo>
                <a:lnTo>
                  <a:pt x="2324" y="3187"/>
                </a:lnTo>
                <a:lnTo>
                  <a:pt x="2325" y="3187"/>
                </a:lnTo>
                <a:lnTo>
                  <a:pt x="2325" y="3186"/>
                </a:lnTo>
                <a:lnTo>
                  <a:pt x="2326" y="3186"/>
                </a:lnTo>
                <a:lnTo>
                  <a:pt x="2326" y="3185"/>
                </a:lnTo>
                <a:lnTo>
                  <a:pt x="2326" y="3184"/>
                </a:lnTo>
                <a:lnTo>
                  <a:pt x="2327" y="3184"/>
                </a:lnTo>
                <a:lnTo>
                  <a:pt x="2328" y="3184"/>
                </a:lnTo>
                <a:lnTo>
                  <a:pt x="2328" y="3183"/>
                </a:lnTo>
                <a:lnTo>
                  <a:pt x="2329" y="3183"/>
                </a:lnTo>
                <a:lnTo>
                  <a:pt x="2329" y="3182"/>
                </a:lnTo>
                <a:lnTo>
                  <a:pt x="2330" y="3182"/>
                </a:lnTo>
                <a:lnTo>
                  <a:pt x="2330" y="3181"/>
                </a:lnTo>
                <a:lnTo>
                  <a:pt x="2331" y="3181"/>
                </a:lnTo>
                <a:lnTo>
                  <a:pt x="2331" y="3180"/>
                </a:lnTo>
                <a:lnTo>
                  <a:pt x="2331" y="3179"/>
                </a:lnTo>
                <a:lnTo>
                  <a:pt x="2332" y="3179"/>
                </a:lnTo>
                <a:lnTo>
                  <a:pt x="2332" y="3178"/>
                </a:lnTo>
                <a:lnTo>
                  <a:pt x="2332" y="3177"/>
                </a:lnTo>
                <a:lnTo>
                  <a:pt x="2331" y="3177"/>
                </a:lnTo>
                <a:lnTo>
                  <a:pt x="2331" y="3176"/>
                </a:lnTo>
                <a:lnTo>
                  <a:pt x="2330" y="3176"/>
                </a:lnTo>
                <a:lnTo>
                  <a:pt x="2330" y="3174"/>
                </a:lnTo>
                <a:lnTo>
                  <a:pt x="2331" y="3174"/>
                </a:lnTo>
                <a:lnTo>
                  <a:pt x="2331" y="3173"/>
                </a:lnTo>
                <a:lnTo>
                  <a:pt x="2332" y="3173"/>
                </a:lnTo>
                <a:lnTo>
                  <a:pt x="2332" y="3172"/>
                </a:lnTo>
                <a:lnTo>
                  <a:pt x="2332" y="3171"/>
                </a:lnTo>
                <a:lnTo>
                  <a:pt x="2333" y="3171"/>
                </a:lnTo>
                <a:lnTo>
                  <a:pt x="2333" y="3170"/>
                </a:lnTo>
                <a:lnTo>
                  <a:pt x="2333" y="3169"/>
                </a:lnTo>
                <a:lnTo>
                  <a:pt x="2332" y="3169"/>
                </a:lnTo>
                <a:lnTo>
                  <a:pt x="2332" y="3168"/>
                </a:lnTo>
                <a:lnTo>
                  <a:pt x="2331" y="3168"/>
                </a:lnTo>
                <a:lnTo>
                  <a:pt x="2331" y="3167"/>
                </a:lnTo>
                <a:lnTo>
                  <a:pt x="2332" y="3167"/>
                </a:lnTo>
                <a:lnTo>
                  <a:pt x="2331" y="3167"/>
                </a:lnTo>
                <a:lnTo>
                  <a:pt x="2331" y="3166"/>
                </a:lnTo>
                <a:lnTo>
                  <a:pt x="2331" y="3165"/>
                </a:lnTo>
                <a:lnTo>
                  <a:pt x="2331" y="3164"/>
                </a:lnTo>
                <a:lnTo>
                  <a:pt x="2330" y="3163"/>
                </a:lnTo>
                <a:lnTo>
                  <a:pt x="2330" y="3162"/>
                </a:lnTo>
                <a:lnTo>
                  <a:pt x="2330" y="3161"/>
                </a:lnTo>
                <a:lnTo>
                  <a:pt x="2329" y="3161"/>
                </a:lnTo>
                <a:lnTo>
                  <a:pt x="2329" y="3160"/>
                </a:lnTo>
                <a:lnTo>
                  <a:pt x="2330" y="3160"/>
                </a:lnTo>
                <a:lnTo>
                  <a:pt x="2329" y="3160"/>
                </a:lnTo>
                <a:lnTo>
                  <a:pt x="2329" y="3159"/>
                </a:lnTo>
                <a:lnTo>
                  <a:pt x="2329" y="3158"/>
                </a:lnTo>
                <a:lnTo>
                  <a:pt x="2329" y="3157"/>
                </a:lnTo>
                <a:lnTo>
                  <a:pt x="2328" y="3157"/>
                </a:lnTo>
                <a:lnTo>
                  <a:pt x="2328" y="3156"/>
                </a:lnTo>
                <a:lnTo>
                  <a:pt x="2327" y="3156"/>
                </a:lnTo>
                <a:lnTo>
                  <a:pt x="2327" y="3155"/>
                </a:lnTo>
                <a:lnTo>
                  <a:pt x="2326" y="3154"/>
                </a:lnTo>
                <a:lnTo>
                  <a:pt x="2327" y="3154"/>
                </a:lnTo>
                <a:lnTo>
                  <a:pt x="2327" y="3153"/>
                </a:lnTo>
                <a:lnTo>
                  <a:pt x="2327" y="3152"/>
                </a:lnTo>
                <a:lnTo>
                  <a:pt x="2328" y="3152"/>
                </a:lnTo>
                <a:lnTo>
                  <a:pt x="2328" y="3153"/>
                </a:lnTo>
                <a:lnTo>
                  <a:pt x="2328" y="3152"/>
                </a:lnTo>
                <a:lnTo>
                  <a:pt x="2329" y="3152"/>
                </a:lnTo>
                <a:lnTo>
                  <a:pt x="2330" y="3152"/>
                </a:lnTo>
                <a:lnTo>
                  <a:pt x="2331" y="3151"/>
                </a:lnTo>
                <a:lnTo>
                  <a:pt x="2332" y="3151"/>
                </a:lnTo>
                <a:lnTo>
                  <a:pt x="2333" y="3151"/>
                </a:lnTo>
                <a:lnTo>
                  <a:pt x="2333" y="3150"/>
                </a:lnTo>
                <a:lnTo>
                  <a:pt x="2333" y="3149"/>
                </a:lnTo>
                <a:lnTo>
                  <a:pt x="2333" y="3148"/>
                </a:lnTo>
                <a:lnTo>
                  <a:pt x="2333" y="3147"/>
                </a:lnTo>
                <a:lnTo>
                  <a:pt x="2333" y="3145"/>
                </a:lnTo>
                <a:lnTo>
                  <a:pt x="2334" y="3145"/>
                </a:lnTo>
                <a:lnTo>
                  <a:pt x="2334" y="3144"/>
                </a:lnTo>
                <a:lnTo>
                  <a:pt x="2335" y="3144"/>
                </a:lnTo>
                <a:lnTo>
                  <a:pt x="2336" y="3144"/>
                </a:lnTo>
                <a:lnTo>
                  <a:pt x="2336" y="3143"/>
                </a:lnTo>
                <a:lnTo>
                  <a:pt x="2337" y="3143"/>
                </a:lnTo>
                <a:lnTo>
                  <a:pt x="2337" y="3142"/>
                </a:lnTo>
                <a:lnTo>
                  <a:pt x="2338" y="3142"/>
                </a:lnTo>
                <a:lnTo>
                  <a:pt x="2339" y="3142"/>
                </a:lnTo>
                <a:lnTo>
                  <a:pt x="2340" y="3142"/>
                </a:lnTo>
                <a:lnTo>
                  <a:pt x="2340" y="3141"/>
                </a:lnTo>
                <a:lnTo>
                  <a:pt x="2339" y="3141"/>
                </a:lnTo>
                <a:lnTo>
                  <a:pt x="2339" y="3140"/>
                </a:lnTo>
                <a:lnTo>
                  <a:pt x="2339" y="3139"/>
                </a:lnTo>
                <a:lnTo>
                  <a:pt x="2338" y="3139"/>
                </a:lnTo>
                <a:lnTo>
                  <a:pt x="2338" y="3138"/>
                </a:lnTo>
                <a:lnTo>
                  <a:pt x="2338" y="3137"/>
                </a:lnTo>
                <a:lnTo>
                  <a:pt x="2338" y="3136"/>
                </a:lnTo>
                <a:lnTo>
                  <a:pt x="2338" y="3135"/>
                </a:lnTo>
                <a:lnTo>
                  <a:pt x="2337" y="3135"/>
                </a:lnTo>
                <a:lnTo>
                  <a:pt x="2338" y="3135"/>
                </a:lnTo>
                <a:lnTo>
                  <a:pt x="2338" y="3134"/>
                </a:lnTo>
                <a:lnTo>
                  <a:pt x="2337" y="3134"/>
                </a:lnTo>
                <a:lnTo>
                  <a:pt x="2338" y="3134"/>
                </a:lnTo>
                <a:lnTo>
                  <a:pt x="2337" y="3134"/>
                </a:lnTo>
                <a:lnTo>
                  <a:pt x="2337" y="3133"/>
                </a:lnTo>
                <a:lnTo>
                  <a:pt x="2338" y="3133"/>
                </a:lnTo>
                <a:lnTo>
                  <a:pt x="2337" y="3133"/>
                </a:lnTo>
                <a:lnTo>
                  <a:pt x="2338" y="3133"/>
                </a:lnTo>
                <a:lnTo>
                  <a:pt x="2338" y="3132"/>
                </a:lnTo>
                <a:lnTo>
                  <a:pt x="2338" y="3133"/>
                </a:lnTo>
                <a:lnTo>
                  <a:pt x="2339" y="3133"/>
                </a:lnTo>
                <a:lnTo>
                  <a:pt x="2340" y="3133"/>
                </a:lnTo>
                <a:lnTo>
                  <a:pt x="2341" y="3133"/>
                </a:lnTo>
                <a:lnTo>
                  <a:pt x="2341" y="3134"/>
                </a:lnTo>
                <a:lnTo>
                  <a:pt x="2342" y="3134"/>
                </a:lnTo>
                <a:lnTo>
                  <a:pt x="2342" y="3135"/>
                </a:lnTo>
                <a:lnTo>
                  <a:pt x="2343" y="3135"/>
                </a:lnTo>
                <a:lnTo>
                  <a:pt x="2343" y="3136"/>
                </a:lnTo>
                <a:lnTo>
                  <a:pt x="2344" y="3136"/>
                </a:lnTo>
                <a:lnTo>
                  <a:pt x="2345" y="3136"/>
                </a:lnTo>
                <a:lnTo>
                  <a:pt x="2346" y="3136"/>
                </a:lnTo>
                <a:lnTo>
                  <a:pt x="2347" y="3136"/>
                </a:lnTo>
                <a:lnTo>
                  <a:pt x="2348" y="3136"/>
                </a:lnTo>
                <a:lnTo>
                  <a:pt x="2348" y="3135"/>
                </a:lnTo>
                <a:lnTo>
                  <a:pt x="2349" y="3135"/>
                </a:lnTo>
                <a:lnTo>
                  <a:pt x="2349" y="3134"/>
                </a:lnTo>
                <a:lnTo>
                  <a:pt x="2349" y="3133"/>
                </a:lnTo>
                <a:lnTo>
                  <a:pt x="2349" y="3132"/>
                </a:lnTo>
                <a:lnTo>
                  <a:pt x="2349" y="3131"/>
                </a:lnTo>
                <a:lnTo>
                  <a:pt x="2348" y="3131"/>
                </a:lnTo>
                <a:lnTo>
                  <a:pt x="2348" y="3130"/>
                </a:lnTo>
                <a:lnTo>
                  <a:pt x="2347" y="3130"/>
                </a:lnTo>
                <a:lnTo>
                  <a:pt x="2346" y="3130"/>
                </a:lnTo>
                <a:lnTo>
                  <a:pt x="2346" y="3129"/>
                </a:lnTo>
                <a:lnTo>
                  <a:pt x="2346" y="3128"/>
                </a:lnTo>
                <a:lnTo>
                  <a:pt x="2345" y="3128"/>
                </a:lnTo>
                <a:lnTo>
                  <a:pt x="2345" y="3127"/>
                </a:lnTo>
                <a:lnTo>
                  <a:pt x="2345" y="3126"/>
                </a:lnTo>
                <a:lnTo>
                  <a:pt x="2345" y="3125"/>
                </a:lnTo>
                <a:lnTo>
                  <a:pt x="2345" y="3124"/>
                </a:lnTo>
                <a:lnTo>
                  <a:pt x="2345" y="3123"/>
                </a:lnTo>
                <a:lnTo>
                  <a:pt x="2345" y="3122"/>
                </a:lnTo>
                <a:lnTo>
                  <a:pt x="2346" y="3122"/>
                </a:lnTo>
                <a:lnTo>
                  <a:pt x="2345" y="3122"/>
                </a:lnTo>
                <a:lnTo>
                  <a:pt x="2345" y="3121"/>
                </a:lnTo>
                <a:lnTo>
                  <a:pt x="2346" y="3121"/>
                </a:lnTo>
                <a:lnTo>
                  <a:pt x="2346" y="3120"/>
                </a:lnTo>
                <a:lnTo>
                  <a:pt x="2346" y="3119"/>
                </a:lnTo>
                <a:lnTo>
                  <a:pt x="2345" y="3119"/>
                </a:lnTo>
                <a:lnTo>
                  <a:pt x="2345" y="3118"/>
                </a:lnTo>
                <a:lnTo>
                  <a:pt x="2344" y="3118"/>
                </a:lnTo>
                <a:lnTo>
                  <a:pt x="2342" y="3118"/>
                </a:lnTo>
                <a:lnTo>
                  <a:pt x="2342" y="3117"/>
                </a:lnTo>
                <a:lnTo>
                  <a:pt x="2341" y="3117"/>
                </a:lnTo>
                <a:lnTo>
                  <a:pt x="2341" y="3118"/>
                </a:lnTo>
                <a:lnTo>
                  <a:pt x="2340" y="3118"/>
                </a:lnTo>
                <a:lnTo>
                  <a:pt x="2340" y="3117"/>
                </a:lnTo>
                <a:lnTo>
                  <a:pt x="2340" y="3118"/>
                </a:lnTo>
                <a:lnTo>
                  <a:pt x="2339" y="3118"/>
                </a:lnTo>
                <a:lnTo>
                  <a:pt x="2339" y="3117"/>
                </a:lnTo>
                <a:lnTo>
                  <a:pt x="2339" y="3118"/>
                </a:lnTo>
                <a:lnTo>
                  <a:pt x="2338" y="3118"/>
                </a:lnTo>
                <a:lnTo>
                  <a:pt x="2338" y="3117"/>
                </a:lnTo>
                <a:lnTo>
                  <a:pt x="2338" y="3118"/>
                </a:lnTo>
                <a:lnTo>
                  <a:pt x="2337" y="3118"/>
                </a:lnTo>
                <a:lnTo>
                  <a:pt x="2337" y="3117"/>
                </a:lnTo>
                <a:lnTo>
                  <a:pt x="2336" y="3117"/>
                </a:lnTo>
                <a:lnTo>
                  <a:pt x="2336" y="3116"/>
                </a:lnTo>
                <a:lnTo>
                  <a:pt x="2335" y="3116"/>
                </a:lnTo>
                <a:lnTo>
                  <a:pt x="2334" y="3116"/>
                </a:lnTo>
                <a:lnTo>
                  <a:pt x="2333" y="3116"/>
                </a:lnTo>
                <a:lnTo>
                  <a:pt x="2333" y="3115"/>
                </a:lnTo>
                <a:lnTo>
                  <a:pt x="2332" y="3115"/>
                </a:lnTo>
                <a:lnTo>
                  <a:pt x="2331" y="3115"/>
                </a:lnTo>
                <a:lnTo>
                  <a:pt x="2331" y="3114"/>
                </a:lnTo>
                <a:lnTo>
                  <a:pt x="2331" y="3113"/>
                </a:lnTo>
                <a:lnTo>
                  <a:pt x="2330" y="3113"/>
                </a:lnTo>
                <a:lnTo>
                  <a:pt x="2330" y="3112"/>
                </a:lnTo>
                <a:lnTo>
                  <a:pt x="2329" y="3112"/>
                </a:lnTo>
                <a:lnTo>
                  <a:pt x="2329" y="3113"/>
                </a:lnTo>
                <a:lnTo>
                  <a:pt x="2328" y="3113"/>
                </a:lnTo>
                <a:lnTo>
                  <a:pt x="2328" y="3112"/>
                </a:lnTo>
                <a:lnTo>
                  <a:pt x="2328" y="3113"/>
                </a:lnTo>
                <a:lnTo>
                  <a:pt x="2327" y="3113"/>
                </a:lnTo>
                <a:lnTo>
                  <a:pt x="2327" y="3114"/>
                </a:lnTo>
                <a:lnTo>
                  <a:pt x="2327" y="3115"/>
                </a:lnTo>
                <a:lnTo>
                  <a:pt x="2326" y="3115"/>
                </a:lnTo>
                <a:lnTo>
                  <a:pt x="2326" y="3116"/>
                </a:lnTo>
                <a:lnTo>
                  <a:pt x="2325" y="3116"/>
                </a:lnTo>
                <a:lnTo>
                  <a:pt x="2325" y="3115"/>
                </a:lnTo>
                <a:lnTo>
                  <a:pt x="2324" y="3115"/>
                </a:lnTo>
                <a:lnTo>
                  <a:pt x="2323" y="3115"/>
                </a:lnTo>
                <a:lnTo>
                  <a:pt x="2323" y="3116"/>
                </a:lnTo>
                <a:lnTo>
                  <a:pt x="2322" y="3116"/>
                </a:lnTo>
                <a:lnTo>
                  <a:pt x="2322" y="3117"/>
                </a:lnTo>
                <a:lnTo>
                  <a:pt x="2322" y="3118"/>
                </a:lnTo>
                <a:lnTo>
                  <a:pt x="2321" y="3118"/>
                </a:lnTo>
                <a:lnTo>
                  <a:pt x="2320" y="3118"/>
                </a:lnTo>
                <a:lnTo>
                  <a:pt x="2320" y="3117"/>
                </a:lnTo>
                <a:lnTo>
                  <a:pt x="2319" y="3117"/>
                </a:lnTo>
                <a:lnTo>
                  <a:pt x="2318" y="3117"/>
                </a:lnTo>
                <a:lnTo>
                  <a:pt x="2317" y="3117"/>
                </a:lnTo>
                <a:lnTo>
                  <a:pt x="2317" y="3116"/>
                </a:lnTo>
                <a:lnTo>
                  <a:pt x="2317" y="3115"/>
                </a:lnTo>
                <a:lnTo>
                  <a:pt x="2316" y="3115"/>
                </a:lnTo>
                <a:lnTo>
                  <a:pt x="2315" y="3115"/>
                </a:lnTo>
                <a:lnTo>
                  <a:pt x="2315" y="3116"/>
                </a:lnTo>
                <a:lnTo>
                  <a:pt x="2315" y="3115"/>
                </a:lnTo>
                <a:lnTo>
                  <a:pt x="2314" y="3115"/>
                </a:lnTo>
                <a:lnTo>
                  <a:pt x="2313" y="3115"/>
                </a:lnTo>
                <a:lnTo>
                  <a:pt x="2312" y="3115"/>
                </a:lnTo>
                <a:lnTo>
                  <a:pt x="2311" y="3115"/>
                </a:lnTo>
                <a:lnTo>
                  <a:pt x="2310" y="3115"/>
                </a:lnTo>
                <a:lnTo>
                  <a:pt x="2310" y="3116"/>
                </a:lnTo>
                <a:lnTo>
                  <a:pt x="2309" y="3116"/>
                </a:lnTo>
                <a:lnTo>
                  <a:pt x="2309" y="3115"/>
                </a:lnTo>
                <a:lnTo>
                  <a:pt x="2308" y="3115"/>
                </a:lnTo>
                <a:lnTo>
                  <a:pt x="2308" y="3116"/>
                </a:lnTo>
                <a:lnTo>
                  <a:pt x="2308" y="3117"/>
                </a:lnTo>
                <a:lnTo>
                  <a:pt x="2307" y="3117"/>
                </a:lnTo>
                <a:lnTo>
                  <a:pt x="2307" y="3116"/>
                </a:lnTo>
                <a:lnTo>
                  <a:pt x="2307" y="3115"/>
                </a:lnTo>
                <a:lnTo>
                  <a:pt x="2306" y="3115"/>
                </a:lnTo>
                <a:lnTo>
                  <a:pt x="2305" y="3115"/>
                </a:lnTo>
                <a:lnTo>
                  <a:pt x="2304" y="3115"/>
                </a:lnTo>
                <a:lnTo>
                  <a:pt x="2304" y="3114"/>
                </a:lnTo>
                <a:lnTo>
                  <a:pt x="2303" y="3114"/>
                </a:lnTo>
                <a:lnTo>
                  <a:pt x="2302" y="3114"/>
                </a:lnTo>
                <a:lnTo>
                  <a:pt x="2302" y="3113"/>
                </a:lnTo>
                <a:lnTo>
                  <a:pt x="2303" y="3113"/>
                </a:lnTo>
                <a:lnTo>
                  <a:pt x="2303" y="3112"/>
                </a:lnTo>
                <a:lnTo>
                  <a:pt x="2302" y="3112"/>
                </a:lnTo>
                <a:lnTo>
                  <a:pt x="2303" y="3112"/>
                </a:lnTo>
                <a:lnTo>
                  <a:pt x="2303" y="3111"/>
                </a:lnTo>
                <a:lnTo>
                  <a:pt x="2302" y="3111"/>
                </a:lnTo>
                <a:lnTo>
                  <a:pt x="2303" y="3111"/>
                </a:lnTo>
                <a:lnTo>
                  <a:pt x="2303" y="3110"/>
                </a:lnTo>
                <a:lnTo>
                  <a:pt x="2303" y="3109"/>
                </a:lnTo>
                <a:lnTo>
                  <a:pt x="2304" y="3109"/>
                </a:lnTo>
                <a:lnTo>
                  <a:pt x="2303" y="3109"/>
                </a:lnTo>
                <a:lnTo>
                  <a:pt x="2303" y="3110"/>
                </a:lnTo>
                <a:lnTo>
                  <a:pt x="2303" y="3109"/>
                </a:lnTo>
                <a:lnTo>
                  <a:pt x="2302" y="3109"/>
                </a:lnTo>
                <a:lnTo>
                  <a:pt x="2302" y="3110"/>
                </a:lnTo>
                <a:lnTo>
                  <a:pt x="2301" y="3110"/>
                </a:lnTo>
                <a:lnTo>
                  <a:pt x="2300" y="3110"/>
                </a:lnTo>
                <a:lnTo>
                  <a:pt x="2300" y="3109"/>
                </a:lnTo>
                <a:lnTo>
                  <a:pt x="2299" y="3109"/>
                </a:lnTo>
                <a:lnTo>
                  <a:pt x="2299" y="3110"/>
                </a:lnTo>
                <a:lnTo>
                  <a:pt x="2298" y="3110"/>
                </a:lnTo>
                <a:lnTo>
                  <a:pt x="2298" y="3109"/>
                </a:lnTo>
                <a:lnTo>
                  <a:pt x="2297" y="3109"/>
                </a:lnTo>
                <a:lnTo>
                  <a:pt x="2296" y="3109"/>
                </a:lnTo>
                <a:lnTo>
                  <a:pt x="2295" y="3109"/>
                </a:lnTo>
                <a:lnTo>
                  <a:pt x="2294" y="3109"/>
                </a:lnTo>
                <a:lnTo>
                  <a:pt x="2294" y="3108"/>
                </a:lnTo>
                <a:lnTo>
                  <a:pt x="2293" y="3108"/>
                </a:lnTo>
                <a:lnTo>
                  <a:pt x="2293" y="3107"/>
                </a:lnTo>
                <a:lnTo>
                  <a:pt x="2292" y="3107"/>
                </a:lnTo>
                <a:lnTo>
                  <a:pt x="2292" y="3108"/>
                </a:lnTo>
                <a:lnTo>
                  <a:pt x="2292" y="3107"/>
                </a:lnTo>
                <a:lnTo>
                  <a:pt x="2291" y="3107"/>
                </a:lnTo>
                <a:lnTo>
                  <a:pt x="2290" y="3107"/>
                </a:lnTo>
                <a:lnTo>
                  <a:pt x="2289" y="3107"/>
                </a:lnTo>
                <a:lnTo>
                  <a:pt x="2289" y="3108"/>
                </a:lnTo>
                <a:lnTo>
                  <a:pt x="2288" y="3108"/>
                </a:lnTo>
                <a:lnTo>
                  <a:pt x="2288" y="3107"/>
                </a:lnTo>
                <a:lnTo>
                  <a:pt x="2288" y="3106"/>
                </a:lnTo>
                <a:lnTo>
                  <a:pt x="2288" y="3105"/>
                </a:lnTo>
                <a:lnTo>
                  <a:pt x="2289" y="3105"/>
                </a:lnTo>
                <a:lnTo>
                  <a:pt x="2288" y="3105"/>
                </a:lnTo>
                <a:lnTo>
                  <a:pt x="2288" y="3104"/>
                </a:lnTo>
                <a:lnTo>
                  <a:pt x="2289" y="3104"/>
                </a:lnTo>
                <a:lnTo>
                  <a:pt x="2289" y="3103"/>
                </a:lnTo>
                <a:lnTo>
                  <a:pt x="2290" y="3103"/>
                </a:lnTo>
                <a:lnTo>
                  <a:pt x="2290" y="3102"/>
                </a:lnTo>
                <a:lnTo>
                  <a:pt x="2290" y="3100"/>
                </a:lnTo>
                <a:lnTo>
                  <a:pt x="2291" y="3100"/>
                </a:lnTo>
                <a:lnTo>
                  <a:pt x="2291" y="3099"/>
                </a:lnTo>
                <a:lnTo>
                  <a:pt x="2292" y="3099"/>
                </a:lnTo>
                <a:lnTo>
                  <a:pt x="2292" y="3098"/>
                </a:lnTo>
                <a:lnTo>
                  <a:pt x="2291" y="3098"/>
                </a:lnTo>
                <a:lnTo>
                  <a:pt x="2291" y="3097"/>
                </a:lnTo>
                <a:lnTo>
                  <a:pt x="2291" y="3096"/>
                </a:lnTo>
                <a:lnTo>
                  <a:pt x="2292" y="3096"/>
                </a:lnTo>
                <a:lnTo>
                  <a:pt x="2292" y="3095"/>
                </a:lnTo>
                <a:lnTo>
                  <a:pt x="2293" y="3095"/>
                </a:lnTo>
                <a:lnTo>
                  <a:pt x="2293" y="3094"/>
                </a:lnTo>
                <a:lnTo>
                  <a:pt x="2292" y="3094"/>
                </a:lnTo>
                <a:lnTo>
                  <a:pt x="2292" y="3093"/>
                </a:lnTo>
                <a:lnTo>
                  <a:pt x="2291" y="3093"/>
                </a:lnTo>
                <a:lnTo>
                  <a:pt x="2290" y="3093"/>
                </a:lnTo>
                <a:lnTo>
                  <a:pt x="2290" y="3092"/>
                </a:lnTo>
                <a:lnTo>
                  <a:pt x="2289" y="3092"/>
                </a:lnTo>
                <a:lnTo>
                  <a:pt x="2288" y="3092"/>
                </a:lnTo>
                <a:lnTo>
                  <a:pt x="2287" y="3092"/>
                </a:lnTo>
                <a:lnTo>
                  <a:pt x="2287" y="3093"/>
                </a:lnTo>
                <a:lnTo>
                  <a:pt x="2287" y="3092"/>
                </a:lnTo>
                <a:lnTo>
                  <a:pt x="2288" y="3092"/>
                </a:lnTo>
                <a:lnTo>
                  <a:pt x="2288" y="3091"/>
                </a:lnTo>
                <a:lnTo>
                  <a:pt x="2289" y="3091"/>
                </a:lnTo>
                <a:lnTo>
                  <a:pt x="2289" y="3090"/>
                </a:lnTo>
                <a:lnTo>
                  <a:pt x="2290" y="3090"/>
                </a:lnTo>
                <a:lnTo>
                  <a:pt x="2291" y="3090"/>
                </a:lnTo>
                <a:lnTo>
                  <a:pt x="2291" y="3089"/>
                </a:lnTo>
                <a:lnTo>
                  <a:pt x="2291" y="3088"/>
                </a:lnTo>
                <a:lnTo>
                  <a:pt x="2291" y="3087"/>
                </a:lnTo>
                <a:lnTo>
                  <a:pt x="2290" y="3087"/>
                </a:lnTo>
                <a:lnTo>
                  <a:pt x="2290" y="3086"/>
                </a:lnTo>
                <a:lnTo>
                  <a:pt x="2290" y="3085"/>
                </a:lnTo>
                <a:lnTo>
                  <a:pt x="2290" y="3084"/>
                </a:lnTo>
                <a:lnTo>
                  <a:pt x="2291" y="3084"/>
                </a:lnTo>
                <a:lnTo>
                  <a:pt x="2291" y="3083"/>
                </a:lnTo>
                <a:lnTo>
                  <a:pt x="2290" y="3083"/>
                </a:lnTo>
                <a:lnTo>
                  <a:pt x="2290" y="3082"/>
                </a:lnTo>
                <a:lnTo>
                  <a:pt x="2290" y="3081"/>
                </a:lnTo>
                <a:lnTo>
                  <a:pt x="2289" y="3081"/>
                </a:lnTo>
                <a:lnTo>
                  <a:pt x="2289" y="3080"/>
                </a:lnTo>
                <a:lnTo>
                  <a:pt x="2289" y="3079"/>
                </a:lnTo>
                <a:lnTo>
                  <a:pt x="2288" y="3079"/>
                </a:lnTo>
                <a:lnTo>
                  <a:pt x="2288" y="3078"/>
                </a:lnTo>
                <a:lnTo>
                  <a:pt x="2288" y="3077"/>
                </a:lnTo>
                <a:lnTo>
                  <a:pt x="2287" y="3077"/>
                </a:lnTo>
                <a:lnTo>
                  <a:pt x="2287" y="3076"/>
                </a:lnTo>
                <a:lnTo>
                  <a:pt x="2286" y="3076"/>
                </a:lnTo>
                <a:lnTo>
                  <a:pt x="2286" y="3077"/>
                </a:lnTo>
                <a:lnTo>
                  <a:pt x="2285" y="3077"/>
                </a:lnTo>
                <a:lnTo>
                  <a:pt x="2284" y="3077"/>
                </a:lnTo>
                <a:lnTo>
                  <a:pt x="2283" y="3077"/>
                </a:lnTo>
                <a:lnTo>
                  <a:pt x="2282" y="3077"/>
                </a:lnTo>
                <a:lnTo>
                  <a:pt x="2282" y="3076"/>
                </a:lnTo>
                <a:lnTo>
                  <a:pt x="2282" y="3075"/>
                </a:lnTo>
                <a:lnTo>
                  <a:pt x="2281" y="3075"/>
                </a:lnTo>
                <a:lnTo>
                  <a:pt x="2281" y="3074"/>
                </a:lnTo>
                <a:lnTo>
                  <a:pt x="2281" y="3073"/>
                </a:lnTo>
                <a:lnTo>
                  <a:pt x="2281" y="3072"/>
                </a:lnTo>
                <a:lnTo>
                  <a:pt x="2280" y="3072"/>
                </a:lnTo>
                <a:lnTo>
                  <a:pt x="2280" y="3071"/>
                </a:lnTo>
                <a:lnTo>
                  <a:pt x="2281" y="3071"/>
                </a:lnTo>
                <a:lnTo>
                  <a:pt x="2281" y="3070"/>
                </a:lnTo>
                <a:lnTo>
                  <a:pt x="2281" y="3069"/>
                </a:lnTo>
                <a:lnTo>
                  <a:pt x="2282" y="3069"/>
                </a:lnTo>
                <a:lnTo>
                  <a:pt x="2283" y="3069"/>
                </a:lnTo>
                <a:lnTo>
                  <a:pt x="2283" y="3068"/>
                </a:lnTo>
                <a:lnTo>
                  <a:pt x="2283" y="3067"/>
                </a:lnTo>
                <a:lnTo>
                  <a:pt x="2284" y="3067"/>
                </a:lnTo>
                <a:lnTo>
                  <a:pt x="2285" y="3067"/>
                </a:lnTo>
                <a:lnTo>
                  <a:pt x="2286" y="3067"/>
                </a:lnTo>
                <a:lnTo>
                  <a:pt x="2286" y="3066"/>
                </a:lnTo>
                <a:lnTo>
                  <a:pt x="2287" y="3066"/>
                </a:lnTo>
                <a:lnTo>
                  <a:pt x="2288" y="3065"/>
                </a:lnTo>
                <a:lnTo>
                  <a:pt x="2288" y="3064"/>
                </a:lnTo>
                <a:lnTo>
                  <a:pt x="2288" y="3063"/>
                </a:lnTo>
                <a:lnTo>
                  <a:pt x="2287" y="3062"/>
                </a:lnTo>
                <a:lnTo>
                  <a:pt x="2286" y="3062"/>
                </a:lnTo>
                <a:lnTo>
                  <a:pt x="2285" y="3062"/>
                </a:lnTo>
                <a:lnTo>
                  <a:pt x="2285" y="3061"/>
                </a:lnTo>
                <a:lnTo>
                  <a:pt x="2284" y="3061"/>
                </a:lnTo>
                <a:lnTo>
                  <a:pt x="2284" y="3060"/>
                </a:lnTo>
                <a:lnTo>
                  <a:pt x="2284" y="3059"/>
                </a:lnTo>
                <a:lnTo>
                  <a:pt x="2284" y="3058"/>
                </a:lnTo>
                <a:lnTo>
                  <a:pt x="2284" y="3057"/>
                </a:lnTo>
                <a:lnTo>
                  <a:pt x="2283" y="3057"/>
                </a:lnTo>
                <a:lnTo>
                  <a:pt x="2284" y="3057"/>
                </a:lnTo>
                <a:lnTo>
                  <a:pt x="2284" y="3056"/>
                </a:lnTo>
                <a:lnTo>
                  <a:pt x="2283" y="3056"/>
                </a:lnTo>
                <a:lnTo>
                  <a:pt x="2284" y="3056"/>
                </a:lnTo>
                <a:lnTo>
                  <a:pt x="2283" y="3056"/>
                </a:lnTo>
                <a:lnTo>
                  <a:pt x="2283" y="3055"/>
                </a:lnTo>
                <a:lnTo>
                  <a:pt x="2283" y="3056"/>
                </a:lnTo>
                <a:lnTo>
                  <a:pt x="2283" y="3055"/>
                </a:lnTo>
                <a:lnTo>
                  <a:pt x="2282" y="3055"/>
                </a:lnTo>
                <a:lnTo>
                  <a:pt x="2282" y="3056"/>
                </a:lnTo>
                <a:lnTo>
                  <a:pt x="2282" y="3055"/>
                </a:lnTo>
                <a:lnTo>
                  <a:pt x="2282" y="3054"/>
                </a:lnTo>
                <a:lnTo>
                  <a:pt x="2282" y="3053"/>
                </a:lnTo>
                <a:lnTo>
                  <a:pt x="2282" y="3052"/>
                </a:lnTo>
                <a:lnTo>
                  <a:pt x="2283" y="3052"/>
                </a:lnTo>
                <a:lnTo>
                  <a:pt x="2282" y="3051"/>
                </a:lnTo>
                <a:lnTo>
                  <a:pt x="2282" y="3050"/>
                </a:lnTo>
                <a:lnTo>
                  <a:pt x="2282" y="3049"/>
                </a:lnTo>
                <a:lnTo>
                  <a:pt x="2281" y="3049"/>
                </a:lnTo>
                <a:lnTo>
                  <a:pt x="2281" y="3048"/>
                </a:lnTo>
                <a:lnTo>
                  <a:pt x="2280" y="3048"/>
                </a:lnTo>
                <a:lnTo>
                  <a:pt x="2281" y="3048"/>
                </a:lnTo>
                <a:lnTo>
                  <a:pt x="2280" y="3048"/>
                </a:lnTo>
                <a:lnTo>
                  <a:pt x="2281" y="3048"/>
                </a:lnTo>
                <a:lnTo>
                  <a:pt x="2281" y="3047"/>
                </a:lnTo>
                <a:lnTo>
                  <a:pt x="2280" y="3047"/>
                </a:lnTo>
                <a:lnTo>
                  <a:pt x="2280" y="3046"/>
                </a:lnTo>
                <a:lnTo>
                  <a:pt x="2279" y="3046"/>
                </a:lnTo>
                <a:lnTo>
                  <a:pt x="2278" y="3046"/>
                </a:lnTo>
                <a:lnTo>
                  <a:pt x="2278" y="3047"/>
                </a:lnTo>
                <a:lnTo>
                  <a:pt x="2276" y="3047"/>
                </a:lnTo>
                <a:lnTo>
                  <a:pt x="2275" y="3047"/>
                </a:lnTo>
                <a:lnTo>
                  <a:pt x="2275" y="3046"/>
                </a:lnTo>
                <a:lnTo>
                  <a:pt x="2275" y="3045"/>
                </a:lnTo>
                <a:lnTo>
                  <a:pt x="2274" y="3045"/>
                </a:lnTo>
                <a:lnTo>
                  <a:pt x="2273" y="3045"/>
                </a:lnTo>
                <a:lnTo>
                  <a:pt x="2272" y="3045"/>
                </a:lnTo>
                <a:lnTo>
                  <a:pt x="2272" y="3046"/>
                </a:lnTo>
                <a:lnTo>
                  <a:pt x="2271" y="3046"/>
                </a:lnTo>
                <a:lnTo>
                  <a:pt x="2271" y="3045"/>
                </a:lnTo>
                <a:lnTo>
                  <a:pt x="2270" y="3045"/>
                </a:lnTo>
                <a:lnTo>
                  <a:pt x="2270" y="3044"/>
                </a:lnTo>
                <a:lnTo>
                  <a:pt x="2269" y="3044"/>
                </a:lnTo>
                <a:lnTo>
                  <a:pt x="2269" y="3043"/>
                </a:lnTo>
                <a:lnTo>
                  <a:pt x="2270" y="3043"/>
                </a:lnTo>
                <a:lnTo>
                  <a:pt x="2271" y="3043"/>
                </a:lnTo>
                <a:lnTo>
                  <a:pt x="2271" y="3042"/>
                </a:lnTo>
                <a:lnTo>
                  <a:pt x="2271" y="3041"/>
                </a:lnTo>
                <a:lnTo>
                  <a:pt x="2271" y="3040"/>
                </a:lnTo>
                <a:lnTo>
                  <a:pt x="2270" y="3040"/>
                </a:lnTo>
                <a:lnTo>
                  <a:pt x="2270" y="3039"/>
                </a:lnTo>
                <a:lnTo>
                  <a:pt x="2271" y="3039"/>
                </a:lnTo>
                <a:lnTo>
                  <a:pt x="2271" y="3038"/>
                </a:lnTo>
                <a:lnTo>
                  <a:pt x="2271" y="3037"/>
                </a:lnTo>
                <a:lnTo>
                  <a:pt x="2271" y="3036"/>
                </a:lnTo>
                <a:lnTo>
                  <a:pt x="2271" y="3035"/>
                </a:lnTo>
                <a:lnTo>
                  <a:pt x="2270" y="3035"/>
                </a:lnTo>
                <a:lnTo>
                  <a:pt x="2270" y="3034"/>
                </a:lnTo>
                <a:lnTo>
                  <a:pt x="2270" y="3033"/>
                </a:lnTo>
                <a:lnTo>
                  <a:pt x="2269" y="3033"/>
                </a:lnTo>
                <a:lnTo>
                  <a:pt x="2269" y="3032"/>
                </a:lnTo>
                <a:lnTo>
                  <a:pt x="2270" y="3032"/>
                </a:lnTo>
                <a:lnTo>
                  <a:pt x="2270" y="3031"/>
                </a:lnTo>
                <a:lnTo>
                  <a:pt x="2271" y="3031"/>
                </a:lnTo>
                <a:lnTo>
                  <a:pt x="2271" y="3030"/>
                </a:lnTo>
                <a:lnTo>
                  <a:pt x="2272" y="3030"/>
                </a:lnTo>
                <a:lnTo>
                  <a:pt x="2271" y="3030"/>
                </a:lnTo>
                <a:lnTo>
                  <a:pt x="2271" y="3029"/>
                </a:lnTo>
                <a:lnTo>
                  <a:pt x="2270" y="3029"/>
                </a:lnTo>
                <a:lnTo>
                  <a:pt x="2269" y="3028"/>
                </a:lnTo>
                <a:lnTo>
                  <a:pt x="2269" y="3029"/>
                </a:lnTo>
                <a:lnTo>
                  <a:pt x="2269" y="3028"/>
                </a:lnTo>
                <a:lnTo>
                  <a:pt x="2269" y="3027"/>
                </a:lnTo>
                <a:lnTo>
                  <a:pt x="2270" y="3027"/>
                </a:lnTo>
                <a:lnTo>
                  <a:pt x="2270" y="3026"/>
                </a:lnTo>
                <a:lnTo>
                  <a:pt x="2271" y="3026"/>
                </a:lnTo>
                <a:lnTo>
                  <a:pt x="2271" y="3025"/>
                </a:lnTo>
                <a:lnTo>
                  <a:pt x="2272" y="3025"/>
                </a:lnTo>
                <a:lnTo>
                  <a:pt x="2272" y="3026"/>
                </a:lnTo>
                <a:lnTo>
                  <a:pt x="2273" y="3026"/>
                </a:lnTo>
                <a:lnTo>
                  <a:pt x="2272" y="3026"/>
                </a:lnTo>
                <a:lnTo>
                  <a:pt x="2273" y="3026"/>
                </a:lnTo>
                <a:lnTo>
                  <a:pt x="2273" y="3027"/>
                </a:lnTo>
                <a:lnTo>
                  <a:pt x="2274" y="3027"/>
                </a:lnTo>
                <a:lnTo>
                  <a:pt x="2275" y="3027"/>
                </a:lnTo>
                <a:lnTo>
                  <a:pt x="2275" y="3026"/>
                </a:lnTo>
                <a:lnTo>
                  <a:pt x="2276" y="3026"/>
                </a:lnTo>
                <a:lnTo>
                  <a:pt x="2276" y="3025"/>
                </a:lnTo>
                <a:lnTo>
                  <a:pt x="2276" y="3024"/>
                </a:lnTo>
                <a:lnTo>
                  <a:pt x="2277" y="3024"/>
                </a:lnTo>
                <a:lnTo>
                  <a:pt x="2277" y="3023"/>
                </a:lnTo>
                <a:lnTo>
                  <a:pt x="2277" y="3022"/>
                </a:lnTo>
                <a:lnTo>
                  <a:pt x="2278" y="3022"/>
                </a:lnTo>
                <a:lnTo>
                  <a:pt x="2278" y="3021"/>
                </a:lnTo>
                <a:lnTo>
                  <a:pt x="2279" y="3021"/>
                </a:lnTo>
                <a:lnTo>
                  <a:pt x="2280" y="3021"/>
                </a:lnTo>
                <a:lnTo>
                  <a:pt x="2280" y="3022"/>
                </a:lnTo>
                <a:lnTo>
                  <a:pt x="2280" y="3021"/>
                </a:lnTo>
                <a:lnTo>
                  <a:pt x="2281" y="3021"/>
                </a:lnTo>
                <a:lnTo>
                  <a:pt x="2280" y="3021"/>
                </a:lnTo>
                <a:lnTo>
                  <a:pt x="2281" y="3021"/>
                </a:lnTo>
                <a:lnTo>
                  <a:pt x="2281" y="3020"/>
                </a:lnTo>
                <a:lnTo>
                  <a:pt x="2282" y="3020"/>
                </a:lnTo>
                <a:lnTo>
                  <a:pt x="2282" y="3019"/>
                </a:lnTo>
                <a:lnTo>
                  <a:pt x="2283" y="3019"/>
                </a:lnTo>
                <a:lnTo>
                  <a:pt x="2284" y="3019"/>
                </a:lnTo>
                <a:lnTo>
                  <a:pt x="2284" y="3018"/>
                </a:lnTo>
                <a:lnTo>
                  <a:pt x="2284" y="3019"/>
                </a:lnTo>
                <a:lnTo>
                  <a:pt x="2284" y="3018"/>
                </a:lnTo>
                <a:lnTo>
                  <a:pt x="2285" y="3018"/>
                </a:lnTo>
                <a:lnTo>
                  <a:pt x="2285" y="3017"/>
                </a:lnTo>
                <a:lnTo>
                  <a:pt x="2286" y="3017"/>
                </a:lnTo>
                <a:lnTo>
                  <a:pt x="2286" y="3016"/>
                </a:lnTo>
                <a:lnTo>
                  <a:pt x="2286" y="3015"/>
                </a:lnTo>
                <a:lnTo>
                  <a:pt x="2287" y="3015"/>
                </a:lnTo>
                <a:lnTo>
                  <a:pt x="2288" y="3015"/>
                </a:lnTo>
                <a:lnTo>
                  <a:pt x="2288" y="3014"/>
                </a:lnTo>
                <a:lnTo>
                  <a:pt x="2288" y="3013"/>
                </a:lnTo>
                <a:lnTo>
                  <a:pt x="2289" y="3013"/>
                </a:lnTo>
                <a:lnTo>
                  <a:pt x="2289" y="3012"/>
                </a:lnTo>
                <a:lnTo>
                  <a:pt x="2288" y="3012"/>
                </a:lnTo>
                <a:lnTo>
                  <a:pt x="2288" y="3011"/>
                </a:lnTo>
                <a:lnTo>
                  <a:pt x="2288" y="3010"/>
                </a:lnTo>
                <a:lnTo>
                  <a:pt x="2288" y="3009"/>
                </a:lnTo>
                <a:lnTo>
                  <a:pt x="2287" y="3009"/>
                </a:lnTo>
                <a:lnTo>
                  <a:pt x="2287" y="3008"/>
                </a:lnTo>
                <a:lnTo>
                  <a:pt x="2287" y="3009"/>
                </a:lnTo>
                <a:lnTo>
                  <a:pt x="2286" y="3009"/>
                </a:lnTo>
                <a:lnTo>
                  <a:pt x="2286" y="3010"/>
                </a:lnTo>
                <a:lnTo>
                  <a:pt x="2285" y="3010"/>
                </a:lnTo>
                <a:lnTo>
                  <a:pt x="2284" y="3010"/>
                </a:lnTo>
                <a:lnTo>
                  <a:pt x="2284" y="3011"/>
                </a:lnTo>
                <a:lnTo>
                  <a:pt x="2283" y="3011"/>
                </a:lnTo>
                <a:lnTo>
                  <a:pt x="2283" y="3010"/>
                </a:lnTo>
                <a:lnTo>
                  <a:pt x="2282" y="3010"/>
                </a:lnTo>
                <a:lnTo>
                  <a:pt x="2281" y="3010"/>
                </a:lnTo>
                <a:lnTo>
                  <a:pt x="2280" y="3010"/>
                </a:lnTo>
                <a:lnTo>
                  <a:pt x="2278" y="3010"/>
                </a:lnTo>
                <a:lnTo>
                  <a:pt x="2277" y="3010"/>
                </a:lnTo>
                <a:lnTo>
                  <a:pt x="2277" y="3011"/>
                </a:lnTo>
                <a:lnTo>
                  <a:pt x="2276" y="3011"/>
                </a:lnTo>
                <a:lnTo>
                  <a:pt x="2275" y="3011"/>
                </a:lnTo>
                <a:lnTo>
                  <a:pt x="2274" y="3011"/>
                </a:lnTo>
                <a:lnTo>
                  <a:pt x="2273" y="3011"/>
                </a:lnTo>
                <a:lnTo>
                  <a:pt x="2272" y="3011"/>
                </a:lnTo>
                <a:lnTo>
                  <a:pt x="2272" y="3012"/>
                </a:lnTo>
                <a:lnTo>
                  <a:pt x="2271" y="3012"/>
                </a:lnTo>
                <a:lnTo>
                  <a:pt x="2271" y="3013"/>
                </a:lnTo>
                <a:lnTo>
                  <a:pt x="2270" y="3013"/>
                </a:lnTo>
                <a:lnTo>
                  <a:pt x="2269" y="3013"/>
                </a:lnTo>
                <a:lnTo>
                  <a:pt x="2268" y="3013"/>
                </a:lnTo>
                <a:lnTo>
                  <a:pt x="2267" y="3013"/>
                </a:lnTo>
                <a:lnTo>
                  <a:pt x="2266" y="3013"/>
                </a:lnTo>
                <a:lnTo>
                  <a:pt x="2265" y="3013"/>
                </a:lnTo>
                <a:lnTo>
                  <a:pt x="2265" y="3014"/>
                </a:lnTo>
                <a:lnTo>
                  <a:pt x="2264" y="3014"/>
                </a:lnTo>
                <a:lnTo>
                  <a:pt x="2264" y="3015"/>
                </a:lnTo>
                <a:lnTo>
                  <a:pt x="2263" y="3015"/>
                </a:lnTo>
                <a:lnTo>
                  <a:pt x="2262" y="3015"/>
                </a:lnTo>
                <a:lnTo>
                  <a:pt x="2261" y="3015"/>
                </a:lnTo>
                <a:lnTo>
                  <a:pt x="2261" y="3014"/>
                </a:lnTo>
                <a:lnTo>
                  <a:pt x="2260" y="3014"/>
                </a:lnTo>
                <a:lnTo>
                  <a:pt x="2259" y="3013"/>
                </a:lnTo>
                <a:lnTo>
                  <a:pt x="2258" y="3013"/>
                </a:lnTo>
                <a:lnTo>
                  <a:pt x="2258" y="3012"/>
                </a:lnTo>
                <a:lnTo>
                  <a:pt x="2258" y="3011"/>
                </a:lnTo>
                <a:lnTo>
                  <a:pt x="2257" y="3011"/>
                </a:lnTo>
                <a:lnTo>
                  <a:pt x="2256" y="3011"/>
                </a:lnTo>
                <a:lnTo>
                  <a:pt x="2255" y="3011"/>
                </a:lnTo>
                <a:lnTo>
                  <a:pt x="2254" y="3011"/>
                </a:lnTo>
                <a:lnTo>
                  <a:pt x="2253" y="3011"/>
                </a:lnTo>
                <a:lnTo>
                  <a:pt x="2252" y="3011"/>
                </a:lnTo>
                <a:lnTo>
                  <a:pt x="2251" y="3011"/>
                </a:lnTo>
                <a:lnTo>
                  <a:pt x="2250" y="3011"/>
                </a:lnTo>
                <a:lnTo>
                  <a:pt x="2249" y="3011"/>
                </a:lnTo>
                <a:lnTo>
                  <a:pt x="2248" y="3011"/>
                </a:lnTo>
                <a:lnTo>
                  <a:pt x="2247" y="3011"/>
                </a:lnTo>
                <a:lnTo>
                  <a:pt x="2246" y="3011"/>
                </a:lnTo>
                <a:lnTo>
                  <a:pt x="2245" y="3012"/>
                </a:lnTo>
                <a:lnTo>
                  <a:pt x="2244" y="3012"/>
                </a:lnTo>
                <a:lnTo>
                  <a:pt x="2243" y="3012"/>
                </a:lnTo>
                <a:lnTo>
                  <a:pt x="2241" y="3012"/>
                </a:lnTo>
                <a:lnTo>
                  <a:pt x="2241" y="3013"/>
                </a:lnTo>
                <a:lnTo>
                  <a:pt x="2240" y="3013"/>
                </a:lnTo>
                <a:lnTo>
                  <a:pt x="2241" y="3013"/>
                </a:lnTo>
                <a:lnTo>
                  <a:pt x="2240" y="3013"/>
                </a:lnTo>
                <a:lnTo>
                  <a:pt x="2241" y="3013"/>
                </a:lnTo>
                <a:lnTo>
                  <a:pt x="2240" y="3013"/>
                </a:lnTo>
                <a:lnTo>
                  <a:pt x="2240" y="3014"/>
                </a:lnTo>
                <a:lnTo>
                  <a:pt x="2240" y="3013"/>
                </a:lnTo>
                <a:lnTo>
                  <a:pt x="2239" y="3013"/>
                </a:lnTo>
                <a:lnTo>
                  <a:pt x="2239" y="3014"/>
                </a:lnTo>
                <a:lnTo>
                  <a:pt x="2239" y="3013"/>
                </a:lnTo>
                <a:lnTo>
                  <a:pt x="2239" y="3014"/>
                </a:lnTo>
                <a:lnTo>
                  <a:pt x="2239" y="3013"/>
                </a:lnTo>
                <a:lnTo>
                  <a:pt x="2238" y="3013"/>
                </a:lnTo>
                <a:lnTo>
                  <a:pt x="2237" y="3013"/>
                </a:lnTo>
                <a:lnTo>
                  <a:pt x="2236" y="3013"/>
                </a:lnTo>
                <a:lnTo>
                  <a:pt x="2235" y="3013"/>
                </a:lnTo>
                <a:lnTo>
                  <a:pt x="2235" y="3014"/>
                </a:lnTo>
                <a:lnTo>
                  <a:pt x="2235" y="3013"/>
                </a:lnTo>
                <a:lnTo>
                  <a:pt x="2234" y="3013"/>
                </a:lnTo>
                <a:lnTo>
                  <a:pt x="2233" y="3013"/>
                </a:lnTo>
                <a:lnTo>
                  <a:pt x="2232" y="3013"/>
                </a:lnTo>
                <a:lnTo>
                  <a:pt x="2231" y="3013"/>
                </a:lnTo>
                <a:lnTo>
                  <a:pt x="2230" y="3013"/>
                </a:lnTo>
                <a:lnTo>
                  <a:pt x="2230" y="3012"/>
                </a:lnTo>
                <a:lnTo>
                  <a:pt x="2229" y="3012"/>
                </a:lnTo>
                <a:lnTo>
                  <a:pt x="2228" y="3012"/>
                </a:lnTo>
                <a:lnTo>
                  <a:pt x="2227" y="3012"/>
                </a:lnTo>
                <a:lnTo>
                  <a:pt x="2227" y="3013"/>
                </a:lnTo>
                <a:lnTo>
                  <a:pt x="2226" y="3013"/>
                </a:lnTo>
                <a:lnTo>
                  <a:pt x="2225" y="3013"/>
                </a:lnTo>
                <a:lnTo>
                  <a:pt x="2224" y="3013"/>
                </a:lnTo>
                <a:lnTo>
                  <a:pt x="2223" y="3013"/>
                </a:lnTo>
                <a:lnTo>
                  <a:pt x="2223" y="3014"/>
                </a:lnTo>
                <a:lnTo>
                  <a:pt x="2222" y="3014"/>
                </a:lnTo>
                <a:lnTo>
                  <a:pt x="2220" y="3014"/>
                </a:lnTo>
                <a:lnTo>
                  <a:pt x="2219" y="3014"/>
                </a:lnTo>
                <a:lnTo>
                  <a:pt x="2218" y="3014"/>
                </a:lnTo>
                <a:lnTo>
                  <a:pt x="2217" y="3014"/>
                </a:lnTo>
                <a:lnTo>
                  <a:pt x="2217" y="3015"/>
                </a:lnTo>
                <a:lnTo>
                  <a:pt x="2216" y="3015"/>
                </a:lnTo>
                <a:lnTo>
                  <a:pt x="2216" y="3016"/>
                </a:lnTo>
                <a:lnTo>
                  <a:pt x="2216" y="3015"/>
                </a:lnTo>
                <a:lnTo>
                  <a:pt x="2215" y="3015"/>
                </a:lnTo>
                <a:lnTo>
                  <a:pt x="2215" y="3016"/>
                </a:lnTo>
                <a:lnTo>
                  <a:pt x="2214" y="3016"/>
                </a:lnTo>
                <a:lnTo>
                  <a:pt x="2213" y="3016"/>
                </a:lnTo>
                <a:lnTo>
                  <a:pt x="2212" y="3016"/>
                </a:lnTo>
                <a:lnTo>
                  <a:pt x="2211" y="3016"/>
                </a:lnTo>
                <a:lnTo>
                  <a:pt x="2211" y="3017"/>
                </a:lnTo>
                <a:lnTo>
                  <a:pt x="2210" y="3017"/>
                </a:lnTo>
                <a:lnTo>
                  <a:pt x="2210" y="3018"/>
                </a:lnTo>
                <a:lnTo>
                  <a:pt x="2209" y="3018"/>
                </a:lnTo>
                <a:lnTo>
                  <a:pt x="2209" y="3019"/>
                </a:lnTo>
                <a:lnTo>
                  <a:pt x="2208" y="3019"/>
                </a:lnTo>
                <a:lnTo>
                  <a:pt x="2207" y="3019"/>
                </a:lnTo>
                <a:lnTo>
                  <a:pt x="2208" y="3019"/>
                </a:lnTo>
                <a:lnTo>
                  <a:pt x="2207" y="3019"/>
                </a:lnTo>
                <a:lnTo>
                  <a:pt x="2207" y="3020"/>
                </a:lnTo>
                <a:lnTo>
                  <a:pt x="2206" y="3020"/>
                </a:lnTo>
                <a:lnTo>
                  <a:pt x="2206" y="3021"/>
                </a:lnTo>
                <a:lnTo>
                  <a:pt x="2205" y="3021"/>
                </a:lnTo>
                <a:lnTo>
                  <a:pt x="2204" y="3021"/>
                </a:lnTo>
                <a:lnTo>
                  <a:pt x="2203" y="3021"/>
                </a:lnTo>
                <a:lnTo>
                  <a:pt x="2203" y="3022"/>
                </a:lnTo>
                <a:lnTo>
                  <a:pt x="2202" y="3022"/>
                </a:lnTo>
                <a:lnTo>
                  <a:pt x="2200" y="3022"/>
                </a:lnTo>
                <a:lnTo>
                  <a:pt x="2199" y="3022"/>
                </a:lnTo>
                <a:lnTo>
                  <a:pt x="2199" y="3023"/>
                </a:lnTo>
                <a:lnTo>
                  <a:pt x="2198" y="3023"/>
                </a:lnTo>
                <a:lnTo>
                  <a:pt x="2198" y="3024"/>
                </a:lnTo>
                <a:lnTo>
                  <a:pt x="2197" y="3024"/>
                </a:lnTo>
                <a:lnTo>
                  <a:pt x="2198" y="3024"/>
                </a:lnTo>
                <a:lnTo>
                  <a:pt x="2198" y="3025"/>
                </a:lnTo>
                <a:lnTo>
                  <a:pt x="2198" y="3026"/>
                </a:lnTo>
                <a:lnTo>
                  <a:pt x="2199" y="3026"/>
                </a:lnTo>
                <a:lnTo>
                  <a:pt x="2198" y="3026"/>
                </a:lnTo>
                <a:lnTo>
                  <a:pt x="2198" y="3027"/>
                </a:lnTo>
                <a:lnTo>
                  <a:pt x="2198" y="3026"/>
                </a:lnTo>
                <a:lnTo>
                  <a:pt x="2198" y="3027"/>
                </a:lnTo>
                <a:lnTo>
                  <a:pt x="2197" y="3027"/>
                </a:lnTo>
                <a:lnTo>
                  <a:pt x="2197" y="3026"/>
                </a:lnTo>
                <a:lnTo>
                  <a:pt x="2197" y="3027"/>
                </a:lnTo>
                <a:lnTo>
                  <a:pt x="2197" y="3026"/>
                </a:lnTo>
                <a:lnTo>
                  <a:pt x="2196" y="3026"/>
                </a:lnTo>
                <a:lnTo>
                  <a:pt x="2195" y="3026"/>
                </a:lnTo>
                <a:lnTo>
                  <a:pt x="2194" y="3026"/>
                </a:lnTo>
                <a:lnTo>
                  <a:pt x="2194" y="3027"/>
                </a:lnTo>
                <a:lnTo>
                  <a:pt x="2194" y="3026"/>
                </a:lnTo>
                <a:lnTo>
                  <a:pt x="2194" y="3027"/>
                </a:lnTo>
                <a:lnTo>
                  <a:pt x="2193" y="3027"/>
                </a:lnTo>
                <a:lnTo>
                  <a:pt x="2194" y="3027"/>
                </a:lnTo>
                <a:lnTo>
                  <a:pt x="2194" y="3028"/>
                </a:lnTo>
                <a:lnTo>
                  <a:pt x="2193" y="3028"/>
                </a:lnTo>
                <a:lnTo>
                  <a:pt x="2193" y="3027"/>
                </a:lnTo>
                <a:lnTo>
                  <a:pt x="2192" y="3027"/>
                </a:lnTo>
                <a:lnTo>
                  <a:pt x="2192" y="3028"/>
                </a:lnTo>
                <a:lnTo>
                  <a:pt x="2192" y="3029"/>
                </a:lnTo>
                <a:lnTo>
                  <a:pt x="2191" y="3029"/>
                </a:lnTo>
                <a:lnTo>
                  <a:pt x="2191" y="3030"/>
                </a:lnTo>
                <a:lnTo>
                  <a:pt x="2191" y="3029"/>
                </a:lnTo>
                <a:lnTo>
                  <a:pt x="2191" y="3028"/>
                </a:lnTo>
                <a:lnTo>
                  <a:pt x="2191" y="3029"/>
                </a:lnTo>
                <a:lnTo>
                  <a:pt x="2190" y="3029"/>
                </a:lnTo>
                <a:lnTo>
                  <a:pt x="2190" y="3028"/>
                </a:lnTo>
                <a:lnTo>
                  <a:pt x="2189" y="3028"/>
                </a:lnTo>
                <a:lnTo>
                  <a:pt x="2189" y="3029"/>
                </a:lnTo>
                <a:lnTo>
                  <a:pt x="2190" y="3029"/>
                </a:lnTo>
                <a:lnTo>
                  <a:pt x="2189" y="3029"/>
                </a:lnTo>
                <a:lnTo>
                  <a:pt x="2189" y="3030"/>
                </a:lnTo>
                <a:lnTo>
                  <a:pt x="2188" y="3030"/>
                </a:lnTo>
                <a:lnTo>
                  <a:pt x="2187" y="3030"/>
                </a:lnTo>
                <a:lnTo>
                  <a:pt x="2187" y="3031"/>
                </a:lnTo>
                <a:lnTo>
                  <a:pt x="2187" y="3032"/>
                </a:lnTo>
                <a:lnTo>
                  <a:pt x="2186" y="3032"/>
                </a:lnTo>
                <a:lnTo>
                  <a:pt x="2187" y="3032"/>
                </a:lnTo>
                <a:lnTo>
                  <a:pt x="2187" y="3033"/>
                </a:lnTo>
                <a:lnTo>
                  <a:pt x="2186" y="3033"/>
                </a:lnTo>
                <a:lnTo>
                  <a:pt x="2185" y="3033"/>
                </a:lnTo>
                <a:lnTo>
                  <a:pt x="2185" y="3034"/>
                </a:lnTo>
                <a:lnTo>
                  <a:pt x="2184" y="3034"/>
                </a:lnTo>
                <a:lnTo>
                  <a:pt x="2183" y="3034"/>
                </a:lnTo>
                <a:lnTo>
                  <a:pt x="2183" y="3035"/>
                </a:lnTo>
                <a:lnTo>
                  <a:pt x="2183" y="3036"/>
                </a:lnTo>
                <a:lnTo>
                  <a:pt x="2182" y="3036"/>
                </a:lnTo>
                <a:lnTo>
                  <a:pt x="2181" y="3036"/>
                </a:lnTo>
                <a:lnTo>
                  <a:pt x="2181" y="3037"/>
                </a:lnTo>
                <a:lnTo>
                  <a:pt x="2182" y="3037"/>
                </a:lnTo>
                <a:lnTo>
                  <a:pt x="2182" y="3038"/>
                </a:lnTo>
                <a:lnTo>
                  <a:pt x="2181" y="3038"/>
                </a:lnTo>
                <a:lnTo>
                  <a:pt x="2181" y="3037"/>
                </a:lnTo>
                <a:lnTo>
                  <a:pt x="2180" y="3037"/>
                </a:lnTo>
                <a:lnTo>
                  <a:pt x="2180" y="3036"/>
                </a:lnTo>
                <a:lnTo>
                  <a:pt x="2179" y="3036"/>
                </a:lnTo>
                <a:lnTo>
                  <a:pt x="2179" y="3037"/>
                </a:lnTo>
                <a:lnTo>
                  <a:pt x="2179" y="3038"/>
                </a:lnTo>
                <a:lnTo>
                  <a:pt x="2178" y="3038"/>
                </a:lnTo>
                <a:lnTo>
                  <a:pt x="2178" y="3039"/>
                </a:lnTo>
                <a:lnTo>
                  <a:pt x="2178" y="3038"/>
                </a:lnTo>
                <a:lnTo>
                  <a:pt x="2177" y="3038"/>
                </a:lnTo>
                <a:lnTo>
                  <a:pt x="2178" y="3038"/>
                </a:lnTo>
                <a:lnTo>
                  <a:pt x="2178" y="3037"/>
                </a:lnTo>
                <a:lnTo>
                  <a:pt x="2177" y="3037"/>
                </a:lnTo>
                <a:lnTo>
                  <a:pt x="2177" y="3038"/>
                </a:lnTo>
                <a:lnTo>
                  <a:pt x="2176" y="3039"/>
                </a:lnTo>
                <a:lnTo>
                  <a:pt x="2176" y="3040"/>
                </a:lnTo>
                <a:lnTo>
                  <a:pt x="2176" y="3039"/>
                </a:lnTo>
                <a:lnTo>
                  <a:pt x="2175" y="3039"/>
                </a:lnTo>
                <a:lnTo>
                  <a:pt x="2176" y="3039"/>
                </a:lnTo>
                <a:lnTo>
                  <a:pt x="2176" y="3038"/>
                </a:lnTo>
                <a:lnTo>
                  <a:pt x="2175" y="3038"/>
                </a:lnTo>
                <a:lnTo>
                  <a:pt x="2175" y="3037"/>
                </a:lnTo>
                <a:lnTo>
                  <a:pt x="2175" y="3036"/>
                </a:lnTo>
                <a:lnTo>
                  <a:pt x="2174" y="3036"/>
                </a:lnTo>
                <a:lnTo>
                  <a:pt x="2174" y="3035"/>
                </a:lnTo>
                <a:lnTo>
                  <a:pt x="2173" y="3035"/>
                </a:lnTo>
                <a:lnTo>
                  <a:pt x="2172" y="3035"/>
                </a:lnTo>
                <a:lnTo>
                  <a:pt x="2172" y="3034"/>
                </a:lnTo>
                <a:lnTo>
                  <a:pt x="2171" y="3034"/>
                </a:lnTo>
                <a:lnTo>
                  <a:pt x="2171" y="3033"/>
                </a:lnTo>
                <a:lnTo>
                  <a:pt x="2170" y="3033"/>
                </a:lnTo>
                <a:lnTo>
                  <a:pt x="2169" y="3033"/>
                </a:lnTo>
                <a:lnTo>
                  <a:pt x="2168" y="3033"/>
                </a:lnTo>
                <a:lnTo>
                  <a:pt x="2168" y="3032"/>
                </a:lnTo>
                <a:lnTo>
                  <a:pt x="2167" y="3032"/>
                </a:lnTo>
                <a:lnTo>
                  <a:pt x="2166" y="3032"/>
                </a:lnTo>
                <a:lnTo>
                  <a:pt x="2166" y="3031"/>
                </a:lnTo>
                <a:lnTo>
                  <a:pt x="2165" y="3031"/>
                </a:lnTo>
                <a:lnTo>
                  <a:pt x="2165" y="3030"/>
                </a:lnTo>
                <a:lnTo>
                  <a:pt x="2166" y="3030"/>
                </a:lnTo>
                <a:lnTo>
                  <a:pt x="2166" y="3029"/>
                </a:lnTo>
                <a:lnTo>
                  <a:pt x="2167" y="3029"/>
                </a:lnTo>
                <a:lnTo>
                  <a:pt x="2167" y="3028"/>
                </a:lnTo>
                <a:lnTo>
                  <a:pt x="2168" y="3028"/>
                </a:lnTo>
                <a:lnTo>
                  <a:pt x="2169" y="3028"/>
                </a:lnTo>
                <a:lnTo>
                  <a:pt x="2169" y="3027"/>
                </a:lnTo>
                <a:lnTo>
                  <a:pt x="2169" y="3026"/>
                </a:lnTo>
                <a:lnTo>
                  <a:pt x="2169" y="3025"/>
                </a:lnTo>
                <a:lnTo>
                  <a:pt x="2170" y="3025"/>
                </a:lnTo>
                <a:lnTo>
                  <a:pt x="2171" y="3025"/>
                </a:lnTo>
                <a:lnTo>
                  <a:pt x="2171" y="3024"/>
                </a:lnTo>
                <a:lnTo>
                  <a:pt x="2172" y="3024"/>
                </a:lnTo>
                <a:lnTo>
                  <a:pt x="2173" y="3024"/>
                </a:lnTo>
                <a:lnTo>
                  <a:pt x="2174" y="3024"/>
                </a:lnTo>
                <a:lnTo>
                  <a:pt x="2174" y="3023"/>
                </a:lnTo>
                <a:lnTo>
                  <a:pt x="2175" y="3023"/>
                </a:lnTo>
                <a:lnTo>
                  <a:pt x="2174" y="3023"/>
                </a:lnTo>
                <a:lnTo>
                  <a:pt x="2174" y="3022"/>
                </a:lnTo>
                <a:lnTo>
                  <a:pt x="2174" y="3021"/>
                </a:lnTo>
                <a:lnTo>
                  <a:pt x="2174" y="3022"/>
                </a:lnTo>
                <a:lnTo>
                  <a:pt x="2175" y="3022"/>
                </a:lnTo>
                <a:lnTo>
                  <a:pt x="2175" y="3021"/>
                </a:lnTo>
                <a:lnTo>
                  <a:pt x="2175" y="3020"/>
                </a:lnTo>
                <a:lnTo>
                  <a:pt x="2175" y="3019"/>
                </a:lnTo>
                <a:lnTo>
                  <a:pt x="2176" y="3019"/>
                </a:lnTo>
                <a:lnTo>
                  <a:pt x="2176" y="3018"/>
                </a:lnTo>
                <a:lnTo>
                  <a:pt x="2177" y="3018"/>
                </a:lnTo>
                <a:lnTo>
                  <a:pt x="2176" y="3018"/>
                </a:lnTo>
                <a:lnTo>
                  <a:pt x="2177" y="3018"/>
                </a:lnTo>
                <a:lnTo>
                  <a:pt x="2177" y="3017"/>
                </a:lnTo>
                <a:lnTo>
                  <a:pt x="2178" y="3017"/>
                </a:lnTo>
                <a:lnTo>
                  <a:pt x="2178" y="3016"/>
                </a:lnTo>
                <a:lnTo>
                  <a:pt x="2179" y="3016"/>
                </a:lnTo>
                <a:lnTo>
                  <a:pt x="2180" y="3016"/>
                </a:lnTo>
                <a:lnTo>
                  <a:pt x="2180" y="3015"/>
                </a:lnTo>
                <a:lnTo>
                  <a:pt x="2179" y="3015"/>
                </a:lnTo>
                <a:lnTo>
                  <a:pt x="2180" y="3015"/>
                </a:lnTo>
                <a:lnTo>
                  <a:pt x="2180" y="3014"/>
                </a:lnTo>
                <a:lnTo>
                  <a:pt x="2181" y="3014"/>
                </a:lnTo>
                <a:lnTo>
                  <a:pt x="2182" y="3014"/>
                </a:lnTo>
                <a:lnTo>
                  <a:pt x="2182" y="3013"/>
                </a:lnTo>
                <a:lnTo>
                  <a:pt x="2183" y="3013"/>
                </a:lnTo>
                <a:lnTo>
                  <a:pt x="2183" y="3012"/>
                </a:lnTo>
                <a:lnTo>
                  <a:pt x="2184" y="3012"/>
                </a:lnTo>
                <a:lnTo>
                  <a:pt x="2183" y="3012"/>
                </a:lnTo>
                <a:lnTo>
                  <a:pt x="2183" y="3011"/>
                </a:lnTo>
                <a:lnTo>
                  <a:pt x="2184" y="3011"/>
                </a:lnTo>
                <a:lnTo>
                  <a:pt x="2184" y="3010"/>
                </a:lnTo>
                <a:lnTo>
                  <a:pt x="2184" y="3009"/>
                </a:lnTo>
                <a:lnTo>
                  <a:pt x="2184" y="3008"/>
                </a:lnTo>
                <a:lnTo>
                  <a:pt x="2185" y="3008"/>
                </a:lnTo>
                <a:lnTo>
                  <a:pt x="2184" y="3008"/>
                </a:lnTo>
                <a:lnTo>
                  <a:pt x="2185" y="3008"/>
                </a:lnTo>
                <a:lnTo>
                  <a:pt x="2185" y="3007"/>
                </a:lnTo>
                <a:lnTo>
                  <a:pt x="2186" y="3007"/>
                </a:lnTo>
                <a:lnTo>
                  <a:pt x="2186" y="3006"/>
                </a:lnTo>
                <a:lnTo>
                  <a:pt x="2185" y="3006"/>
                </a:lnTo>
                <a:lnTo>
                  <a:pt x="2185" y="3005"/>
                </a:lnTo>
                <a:lnTo>
                  <a:pt x="2184" y="3005"/>
                </a:lnTo>
                <a:lnTo>
                  <a:pt x="2183" y="3005"/>
                </a:lnTo>
                <a:lnTo>
                  <a:pt x="2183" y="3004"/>
                </a:lnTo>
                <a:lnTo>
                  <a:pt x="2183" y="3003"/>
                </a:lnTo>
                <a:lnTo>
                  <a:pt x="2183" y="3002"/>
                </a:lnTo>
                <a:lnTo>
                  <a:pt x="2184" y="3000"/>
                </a:lnTo>
                <a:lnTo>
                  <a:pt x="2185" y="2998"/>
                </a:lnTo>
                <a:lnTo>
                  <a:pt x="2186" y="2998"/>
                </a:lnTo>
                <a:lnTo>
                  <a:pt x="2187" y="2997"/>
                </a:lnTo>
                <a:lnTo>
                  <a:pt x="2186" y="2997"/>
                </a:lnTo>
                <a:lnTo>
                  <a:pt x="2186" y="2996"/>
                </a:lnTo>
                <a:lnTo>
                  <a:pt x="2186" y="2995"/>
                </a:lnTo>
                <a:lnTo>
                  <a:pt x="2185" y="2995"/>
                </a:lnTo>
                <a:lnTo>
                  <a:pt x="2186" y="2995"/>
                </a:lnTo>
                <a:lnTo>
                  <a:pt x="2185" y="2995"/>
                </a:lnTo>
                <a:lnTo>
                  <a:pt x="2185" y="2994"/>
                </a:lnTo>
                <a:lnTo>
                  <a:pt x="2184" y="2994"/>
                </a:lnTo>
                <a:lnTo>
                  <a:pt x="2183" y="2994"/>
                </a:lnTo>
                <a:lnTo>
                  <a:pt x="2183" y="2993"/>
                </a:lnTo>
                <a:lnTo>
                  <a:pt x="2182" y="2993"/>
                </a:lnTo>
                <a:lnTo>
                  <a:pt x="2182" y="2994"/>
                </a:lnTo>
                <a:lnTo>
                  <a:pt x="2181" y="2994"/>
                </a:lnTo>
                <a:lnTo>
                  <a:pt x="2180" y="2994"/>
                </a:lnTo>
                <a:lnTo>
                  <a:pt x="2179" y="2994"/>
                </a:lnTo>
                <a:lnTo>
                  <a:pt x="2179" y="2993"/>
                </a:lnTo>
                <a:lnTo>
                  <a:pt x="2179" y="2994"/>
                </a:lnTo>
                <a:lnTo>
                  <a:pt x="2179" y="2993"/>
                </a:lnTo>
                <a:lnTo>
                  <a:pt x="2178" y="2993"/>
                </a:lnTo>
                <a:lnTo>
                  <a:pt x="2178" y="2994"/>
                </a:lnTo>
                <a:lnTo>
                  <a:pt x="2178" y="2993"/>
                </a:lnTo>
                <a:lnTo>
                  <a:pt x="2178" y="2992"/>
                </a:lnTo>
                <a:lnTo>
                  <a:pt x="2177" y="2992"/>
                </a:lnTo>
                <a:lnTo>
                  <a:pt x="2177" y="2991"/>
                </a:lnTo>
                <a:lnTo>
                  <a:pt x="2178" y="2991"/>
                </a:lnTo>
                <a:lnTo>
                  <a:pt x="2177" y="2991"/>
                </a:lnTo>
                <a:lnTo>
                  <a:pt x="2177" y="2990"/>
                </a:lnTo>
                <a:lnTo>
                  <a:pt x="2177" y="2989"/>
                </a:lnTo>
                <a:lnTo>
                  <a:pt x="2178" y="2989"/>
                </a:lnTo>
                <a:lnTo>
                  <a:pt x="2178" y="2988"/>
                </a:lnTo>
                <a:lnTo>
                  <a:pt x="2179" y="2988"/>
                </a:lnTo>
                <a:lnTo>
                  <a:pt x="2179" y="2989"/>
                </a:lnTo>
                <a:lnTo>
                  <a:pt x="2180" y="2989"/>
                </a:lnTo>
                <a:lnTo>
                  <a:pt x="2181" y="2989"/>
                </a:lnTo>
                <a:lnTo>
                  <a:pt x="2181" y="2988"/>
                </a:lnTo>
                <a:lnTo>
                  <a:pt x="2182" y="2988"/>
                </a:lnTo>
                <a:lnTo>
                  <a:pt x="2182" y="2987"/>
                </a:lnTo>
                <a:lnTo>
                  <a:pt x="2182" y="2986"/>
                </a:lnTo>
                <a:lnTo>
                  <a:pt x="2182" y="2985"/>
                </a:lnTo>
                <a:lnTo>
                  <a:pt x="2181" y="2985"/>
                </a:lnTo>
                <a:lnTo>
                  <a:pt x="2181" y="2984"/>
                </a:lnTo>
                <a:lnTo>
                  <a:pt x="2180" y="2984"/>
                </a:lnTo>
                <a:lnTo>
                  <a:pt x="2180" y="2983"/>
                </a:lnTo>
                <a:lnTo>
                  <a:pt x="2179" y="2983"/>
                </a:lnTo>
                <a:lnTo>
                  <a:pt x="2179" y="2982"/>
                </a:lnTo>
                <a:lnTo>
                  <a:pt x="2180" y="2982"/>
                </a:lnTo>
                <a:lnTo>
                  <a:pt x="2180" y="2981"/>
                </a:lnTo>
                <a:lnTo>
                  <a:pt x="2179" y="2981"/>
                </a:lnTo>
                <a:lnTo>
                  <a:pt x="2179" y="2980"/>
                </a:lnTo>
                <a:lnTo>
                  <a:pt x="2179" y="2979"/>
                </a:lnTo>
                <a:lnTo>
                  <a:pt x="2179" y="2978"/>
                </a:lnTo>
                <a:lnTo>
                  <a:pt x="2178" y="2978"/>
                </a:lnTo>
                <a:lnTo>
                  <a:pt x="2178" y="2977"/>
                </a:lnTo>
                <a:lnTo>
                  <a:pt x="2178" y="2978"/>
                </a:lnTo>
                <a:lnTo>
                  <a:pt x="2177" y="2978"/>
                </a:lnTo>
                <a:lnTo>
                  <a:pt x="2176" y="2978"/>
                </a:lnTo>
                <a:lnTo>
                  <a:pt x="2175" y="2978"/>
                </a:lnTo>
                <a:lnTo>
                  <a:pt x="2174" y="2978"/>
                </a:lnTo>
                <a:lnTo>
                  <a:pt x="2174" y="2979"/>
                </a:lnTo>
                <a:lnTo>
                  <a:pt x="2173" y="2979"/>
                </a:lnTo>
                <a:lnTo>
                  <a:pt x="2172" y="2979"/>
                </a:lnTo>
                <a:lnTo>
                  <a:pt x="2172" y="2978"/>
                </a:lnTo>
                <a:lnTo>
                  <a:pt x="2172" y="2979"/>
                </a:lnTo>
                <a:lnTo>
                  <a:pt x="2172" y="2978"/>
                </a:lnTo>
                <a:lnTo>
                  <a:pt x="2171" y="2978"/>
                </a:lnTo>
                <a:lnTo>
                  <a:pt x="2171" y="2979"/>
                </a:lnTo>
                <a:lnTo>
                  <a:pt x="2170" y="2979"/>
                </a:lnTo>
                <a:lnTo>
                  <a:pt x="2170" y="2978"/>
                </a:lnTo>
                <a:lnTo>
                  <a:pt x="2170" y="2979"/>
                </a:lnTo>
                <a:lnTo>
                  <a:pt x="2169" y="2979"/>
                </a:lnTo>
                <a:lnTo>
                  <a:pt x="2168" y="2979"/>
                </a:lnTo>
                <a:lnTo>
                  <a:pt x="2167" y="2979"/>
                </a:lnTo>
                <a:lnTo>
                  <a:pt x="2166" y="2979"/>
                </a:lnTo>
                <a:lnTo>
                  <a:pt x="2166" y="2978"/>
                </a:lnTo>
                <a:lnTo>
                  <a:pt x="2166" y="2979"/>
                </a:lnTo>
                <a:lnTo>
                  <a:pt x="2165" y="2979"/>
                </a:lnTo>
                <a:lnTo>
                  <a:pt x="2165" y="2978"/>
                </a:lnTo>
                <a:lnTo>
                  <a:pt x="2166" y="2978"/>
                </a:lnTo>
                <a:lnTo>
                  <a:pt x="2166" y="2977"/>
                </a:lnTo>
                <a:lnTo>
                  <a:pt x="2167" y="2977"/>
                </a:lnTo>
                <a:lnTo>
                  <a:pt x="2167" y="2976"/>
                </a:lnTo>
                <a:lnTo>
                  <a:pt x="2167" y="2975"/>
                </a:lnTo>
                <a:lnTo>
                  <a:pt x="2167" y="2974"/>
                </a:lnTo>
                <a:lnTo>
                  <a:pt x="2168" y="2974"/>
                </a:lnTo>
                <a:lnTo>
                  <a:pt x="2168" y="2973"/>
                </a:lnTo>
                <a:lnTo>
                  <a:pt x="2168" y="2972"/>
                </a:lnTo>
                <a:lnTo>
                  <a:pt x="2168" y="2971"/>
                </a:lnTo>
                <a:lnTo>
                  <a:pt x="2168" y="2970"/>
                </a:lnTo>
                <a:lnTo>
                  <a:pt x="2168" y="2968"/>
                </a:lnTo>
                <a:lnTo>
                  <a:pt x="2168" y="2967"/>
                </a:lnTo>
                <a:lnTo>
                  <a:pt x="2169" y="2967"/>
                </a:lnTo>
                <a:lnTo>
                  <a:pt x="2169" y="2966"/>
                </a:lnTo>
                <a:lnTo>
                  <a:pt x="2168" y="2965"/>
                </a:lnTo>
                <a:lnTo>
                  <a:pt x="2169" y="2965"/>
                </a:lnTo>
                <a:lnTo>
                  <a:pt x="2168" y="2965"/>
                </a:lnTo>
                <a:lnTo>
                  <a:pt x="2169" y="2965"/>
                </a:lnTo>
                <a:lnTo>
                  <a:pt x="2169" y="2963"/>
                </a:lnTo>
                <a:lnTo>
                  <a:pt x="2169" y="2962"/>
                </a:lnTo>
                <a:lnTo>
                  <a:pt x="2169" y="2961"/>
                </a:lnTo>
                <a:lnTo>
                  <a:pt x="2169" y="2960"/>
                </a:lnTo>
                <a:lnTo>
                  <a:pt x="2169" y="2959"/>
                </a:lnTo>
                <a:lnTo>
                  <a:pt x="2169" y="2958"/>
                </a:lnTo>
                <a:lnTo>
                  <a:pt x="2169" y="2957"/>
                </a:lnTo>
                <a:lnTo>
                  <a:pt x="2170" y="2957"/>
                </a:lnTo>
                <a:lnTo>
                  <a:pt x="2170" y="2956"/>
                </a:lnTo>
                <a:lnTo>
                  <a:pt x="2169" y="2956"/>
                </a:lnTo>
                <a:lnTo>
                  <a:pt x="2169" y="2955"/>
                </a:lnTo>
                <a:lnTo>
                  <a:pt x="2169" y="2954"/>
                </a:lnTo>
                <a:lnTo>
                  <a:pt x="2169" y="2953"/>
                </a:lnTo>
                <a:lnTo>
                  <a:pt x="2169" y="2952"/>
                </a:lnTo>
                <a:lnTo>
                  <a:pt x="2169" y="2951"/>
                </a:lnTo>
                <a:lnTo>
                  <a:pt x="2169" y="2950"/>
                </a:lnTo>
                <a:lnTo>
                  <a:pt x="2169" y="2949"/>
                </a:lnTo>
                <a:lnTo>
                  <a:pt x="2168" y="2949"/>
                </a:lnTo>
                <a:lnTo>
                  <a:pt x="2167" y="2949"/>
                </a:lnTo>
                <a:lnTo>
                  <a:pt x="2167" y="2948"/>
                </a:lnTo>
                <a:lnTo>
                  <a:pt x="2168" y="2947"/>
                </a:lnTo>
                <a:lnTo>
                  <a:pt x="2169" y="2947"/>
                </a:lnTo>
                <a:lnTo>
                  <a:pt x="2169" y="2946"/>
                </a:lnTo>
                <a:lnTo>
                  <a:pt x="2169" y="2945"/>
                </a:lnTo>
                <a:lnTo>
                  <a:pt x="2170" y="2945"/>
                </a:lnTo>
                <a:lnTo>
                  <a:pt x="2171" y="2945"/>
                </a:lnTo>
                <a:lnTo>
                  <a:pt x="2170" y="2945"/>
                </a:lnTo>
                <a:lnTo>
                  <a:pt x="2171" y="2945"/>
                </a:lnTo>
                <a:lnTo>
                  <a:pt x="2172" y="2945"/>
                </a:lnTo>
                <a:lnTo>
                  <a:pt x="2172" y="2944"/>
                </a:lnTo>
                <a:lnTo>
                  <a:pt x="2173" y="2944"/>
                </a:lnTo>
                <a:lnTo>
                  <a:pt x="2174" y="2944"/>
                </a:lnTo>
                <a:lnTo>
                  <a:pt x="2175" y="2943"/>
                </a:lnTo>
                <a:lnTo>
                  <a:pt x="2176" y="2943"/>
                </a:lnTo>
                <a:lnTo>
                  <a:pt x="2177" y="2942"/>
                </a:lnTo>
                <a:lnTo>
                  <a:pt x="2177" y="2941"/>
                </a:lnTo>
                <a:lnTo>
                  <a:pt x="2178" y="2941"/>
                </a:lnTo>
                <a:lnTo>
                  <a:pt x="2178" y="2940"/>
                </a:lnTo>
                <a:lnTo>
                  <a:pt x="2179" y="2940"/>
                </a:lnTo>
                <a:lnTo>
                  <a:pt x="2179" y="2939"/>
                </a:lnTo>
                <a:lnTo>
                  <a:pt x="2180" y="2939"/>
                </a:lnTo>
                <a:lnTo>
                  <a:pt x="2181" y="2939"/>
                </a:lnTo>
                <a:lnTo>
                  <a:pt x="2181" y="2938"/>
                </a:lnTo>
                <a:lnTo>
                  <a:pt x="2181" y="2937"/>
                </a:lnTo>
                <a:lnTo>
                  <a:pt x="2181" y="2938"/>
                </a:lnTo>
                <a:lnTo>
                  <a:pt x="2182" y="2938"/>
                </a:lnTo>
                <a:lnTo>
                  <a:pt x="2182" y="2939"/>
                </a:lnTo>
                <a:lnTo>
                  <a:pt x="2183" y="2939"/>
                </a:lnTo>
                <a:lnTo>
                  <a:pt x="2184" y="2939"/>
                </a:lnTo>
                <a:lnTo>
                  <a:pt x="2185" y="2939"/>
                </a:lnTo>
                <a:lnTo>
                  <a:pt x="2186" y="2939"/>
                </a:lnTo>
                <a:lnTo>
                  <a:pt x="2187" y="2939"/>
                </a:lnTo>
                <a:lnTo>
                  <a:pt x="2188" y="2939"/>
                </a:lnTo>
                <a:lnTo>
                  <a:pt x="2188" y="2938"/>
                </a:lnTo>
                <a:lnTo>
                  <a:pt x="2189" y="2938"/>
                </a:lnTo>
                <a:lnTo>
                  <a:pt x="2190" y="2937"/>
                </a:lnTo>
                <a:lnTo>
                  <a:pt x="2190" y="2936"/>
                </a:lnTo>
                <a:lnTo>
                  <a:pt x="2189" y="2936"/>
                </a:lnTo>
                <a:lnTo>
                  <a:pt x="2189" y="2935"/>
                </a:lnTo>
                <a:lnTo>
                  <a:pt x="2189" y="2934"/>
                </a:lnTo>
                <a:lnTo>
                  <a:pt x="2188" y="2934"/>
                </a:lnTo>
                <a:lnTo>
                  <a:pt x="2188" y="2933"/>
                </a:lnTo>
                <a:lnTo>
                  <a:pt x="2187" y="2933"/>
                </a:lnTo>
                <a:lnTo>
                  <a:pt x="2187" y="2934"/>
                </a:lnTo>
                <a:lnTo>
                  <a:pt x="2186" y="2934"/>
                </a:lnTo>
                <a:lnTo>
                  <a:pt x="2186" y="2933"/>
                </a:lnTo>
                <a:lnTo>
                  <a:pt x="2185" y="2933"/>
                </a:lnTo>
                <a:lnTo>
                  <a:pt x="2185" y="2932"/>
                </a:lnTo>
                <a:lnTo>
                  <a:pt x="2185" y="2931"/>
                </a:lnTo>
                <a:lnTo>
                  <a:pt x="2184" y="2931"/>
                </a:lnTo>
                <a:lnTo>
                  <a:pt x="2184" y="2929"/>
                </a:lnTo>
                <a:lnTo>
                  <a:pt x="2183" y="2929"/>
                </a:lnTo>
                <a:lnTo>
                  <a:pt x="2184" y="2929"/>
                </a:lnTo>
                <a:lnTo>
                  <a:pt x="2184" y="2928"/>
                </a:lnTo>
                <a:lnTo>
                  <a:pt x="2184" y="2927"/>
                </a:lnTo>
                <a:lnTo>
                  <a:pt x="2184" y="2926"/>
                </a:lnTo>
                <a:lnTo>
                  <a:pt x="2183" y="2926"/>
                </a:lnTo>
                <a:lnTo>
                  <a:pt x="2183" y="2925"/>
                </a:lnTo>
                <a:lnTo>
                  <a:pt x="2183" y="2924"/>
                </a:lnTo>
                <a:lnTo>
                  <a:pt x="2182" y="2924"/>
                </a:lnTo>
                <a:lnTo>
                  <a:pt x="2182" y="2923"/>
                </a:lnTo>
                <a:lnTo>
                  <a:pt x="2183" y="2923"/>
                </a:lnTo>
                <a:lnTo>
                  <a:pt x="2182" y="2923"/>
                </a:lnTo>
                <a:lnTo>
                  <a:pt x="2183" y="2923"/>
                </a:lnTo>
                <a:lnTo>
                  <a:pt x="2183" y="2922"/>
                </a:lnTo>
                <a:lnTo>
                  <a:pt x="2182" y="2922"/>
                </a:lnTo>
                <a:lnTo>
                  <a:pt x="2183" y="2922"/>
                </a:lnTo>
                <a:lnTo>
                  <a:pt x="2183" y="2921"/>
                </a:lnTo>
                <a:lnTo>
                  <a:pt x="2183" y="2920"/>
                </a:lnTo>
                <a:lnTo>
                  <a:pt x="2182" y="2920"/>
                </a:lnTo>
                <a:lnTo>
                  <a:pt x="2183" y="2920"/>
                </a:lnTo>
                <a:lnTo>
                  <a:pt x="2183" y="2919"/>
                </a:lnTo>
                <a:lnTo>
                  <a:pt x="2183" y="2918"/>
                </a:lnTo>
                <a:lnTo>
                  <a:pt x="2183" y="2917"/>
                </a:lnTo>
                <a:lnTo>
                  <a:pt x="2183" y="2916"/>
                </a:lnTo>
                <a:lnTo>
                  <a:pt x="2183" y="2915"/>
                </a:lnTo>
                <a:lnTo>
                  <a:pt x="2183" y="2914"/>
                </a:lnTo>
                <a:lnTo>
                  <a:pt x="2183" y="2913"/>
                </a:lnTo>
                <a:lnTo>
                  <a:pt x="2184" y="2913"/>
                </a:lnTo>
                <a:lnTo>
                  <a:pt x="2185" y="2913"/>
                </a:lnTo>
                <a:lnTo>
                  <a:pt x="2185" y="2912"/>
                </a:lnTo>
                <a:lnTo>
                  <a:pt x="2186" y="2912"/>
                </a:lnTo>
                <a:lnTo>
                  <a:pt x="2186" y="2911"/>
                </a:lnTo>
                <a:lnTo>
                  <a:pt x="2187" y="2911"/>
                </a:lnTo>
                <a:lnTo>
                  <a:pt x="2187" y="2910"/>
                </a:lnTo>
                <a:lnTo>
                  <a:pt x="2187" y="2909"/>
                </a:lnTo>
                <a:lnTo>
                  <a:pt x="2188" y="2909"/>
                </a:lnTo>
                <a:lnTo>
                  <a:pt x="2188" y="2908"/>
                </a:lnTo>
                <a:lnTo>
                  <a:pt x="2188" y="2907"/>
                </a:lnTo>
                <a:lnTo>
                  <a:pt x="2189" y="2907"/>
                </a:lnTo>
                <a:lnTo>
                  <a:pt x="2189" y="2906"/>
                </a:lnTo>
                <a:lnTo>
                  <a:pt x="2189" y="2905"/>
                </a:lnTo>
                <a:lnTo>
                  <a:pt x="2190" y="2905"/>
                </a:lnTo>
                <a:lnTo>
                  <a:pt x="2190" y="2904"/>
                </a:lnTo>
                <a:lnTo>
                  <a:pt x="2190" y="2903"/>
                </a:lnTo>
                <a:lnTo>
                  <a:pt x="2190" y="2902"/>
                </a:lnTo>
                <a:lnTo>
                  <a:pt x="2191" y="2902"/>
                </a:lnTo>
                <a:lnTo>
                  <a:pt x="2191" y="2901"/>
                </a:lnTo>
                <a:lnTo>
                  <a:pt x="2191" y="2900"/>
                </a:lnTo>
                <a:lnTo>
                  <a:pt x="2191" y="2899"/>
                </a:lnTo>
                <a:lnTo>
                  <a:pt x="2191" y="2898"/>
                </a:lnTo>
                <a:lnTo>
                  <a:pt x="2192" y="2898"/>
                </a:lnTo>
                <a:lnTo>
                  <a:pt x="2192" y="2897"/>
                </a:lnTo>
                <a:lnTo>
                  <a:pt x="2192" y="2896"/>
                </a:lnTo>
                <a:lnTo>
                  <a:pt x="2193" y="2896"/>
                </a:lnTo>
                <a:lnTo>
                  <a:pt x="2192" y="2896"/>
                </a:lnTo>
                <a:lnTo>
                  <a:pt x="2193" y="2896"/>
                </a:lnTo>
                <a:lnTo>
                  <a:pt x="2193" y="2895"/>
                </a:lnTo>
                <a:lnTo>
                  <a:pt x="2193" y="2894"/>
                </a:lnTo>
                <a:lnTo>
                  <a:pt x="2194" y="2894"/>
                </a:lnTo>
                <a:lnTo>
                  <a:pt x="2195" y="2894"/>
                </a:lnTo>
                <a:lnTo>
                  <a:pt x="2195" y="2895"/>
                </a:lnTo>
                <a:lnTo>
                  <a:pt x="2196" y="2895"/>
                </a:lnTo>
                <a:lnTo>
                  <a:pt x="2196" y="2894"/>
                </a:lnTo>
                <a:lnTo>
                  <a:pt x="2196" y="2895"/>
                </a:lnTo>
                <a:lnTo>
                  <a:pt x="2197" y="2895"/>
                </a:lnTo>
                <a:lnTo>
                  <a:pt x="2197" y="2896"/>
                </a:lnTo>
                <a:lnTo>
                  <a:pt x="2197" y="2897"/>
                </a:lnTo>
                <a:lnTo>
                  <a:pt x="2198" y="2897"/>
                </a:lnTo>
                <a:lnTo>
                  <a:pt x="2198" y="2898"/>
                </a:lnTo>
                <a:lnTo>
                  <a:pt x="2199" y="2898"/>
                </a:lnTo>
                <a:lnTo>
                  <a:pt x="2199" y="2899"/>
                </a:lnTo>
                <a:lnTo>
                  <a:pt x="2200" y="2899"/>
                </a:lnTo>
                <a:lnTo>
                  <a:pt x="2200" y="2900"/>
                </a:lnTo>
                <a:lnTo>
                  <a:pt x="2201" y="2900"/>
                </a:lnTo>
                <a:lnTo>
                  <a:pt x="2202" y="2900"/>
                </a:lnTo>
                <a:lnTo>
                  <a:pt x="2202" y="2899"/>
                </a:lnTo>
                <a:lnTo>
                  <a:pt x="2202" y="2900"/>
                </a:lnTo>
                <a:lnTo>
                  <a:pt x="2202" y="2899"/>
                </a:lnTo>
                <a:lnTo>
                  <a:pt x="2203" y="2899"/>
                </a:lnTo>
                <a:lnTo>
                  <a:pt x="2203" y="2900"/>
                </a:lnTo>
                <a:lnTo>
                  <a:pt x="2203" y="2899"/>
                </a:lnTo>
                <a:lnTo>
                  <a:pt x="2204" y="2899"/>
                </a:lnTo>
                <a:lnTo>
                  <a:pt x="2204" y="2898"/>
                </a:lnTo>
                <a:lnTo>
                  <a:pt x="2204" y="2897"/>
                </a:lnTo>
                <a:lnTo>
                  <a:pt x="2205" y="2897"/>
                </a:lnTo>
                <a:lnTo>
                  <a:pt x="2205" y="2896"/>
                </a:lnTo>
                <a:lnTo>
                  <a:pt x="2206" y="2896"/>
                </a:lnTo>
                <a:lnTo>
                  <a:pt x="2207" y="2896"/>
                </a:lnTo>
                <a:lnTo>
                  <a:pt x="2207" y="2895"/>
                </a:lnTo>
                <a:lnTo>
                  <a:pt x="2207" y="2894"/>
                </a:lnTo>
                <a:lnTo>
                  <a:pt x="2208" y="2894"/>
                </a:lnTo>
                <a:lnTo>
                  <a:pt x="2208" y="2893"/>
                </a:lnTo>
                <a:lnTo>
                  <a:pt x="2209" y="2893"/>
                </a:lnTo>
                <a:lnTo>
                  <a:pt x="2208" y="2893"/>
                </a:lnTo>
                <a:lnTo>
                  <a:pt x="2208" y="2892"/>
                </a:lnTo>
                <a:lnTo>
                  <a:pt x="2208" y="2891"/>
                </a:lnTo>
                <a:lnTo>
                  <a:pt x="2209" y="2891"/>
                </a:lnTo>
                <a:lnTo>
                  <a:pt x="2209" y="2890"/>
                </a:lnTo>
                <a:lnTo>
                  <a:pt x="2210" y="2890"/>
                </a:lnTo>
                <a:lnTo>
                  <a:pt x="2211" y="2890"/>
                </a:lnTo>
                <a:lnTo>
                  <a:pt x="2211" y="2891"/>
                </a:lnTo>
                <a:lnTo>
                  <a:pt x="2212" y="2891"/>
                </a:lnTo>
                <a:lnTo>
                  <a:pt x="2212" y="2890"/>
                </a:lnTo>
                <a:lnTo>
                  <a:pt x="2213" y="2890"/>
                </a:lnTo>
                <a:lnTo>
                  <a:pt x="2214" y="2890"/>
                </a:lnTo>
                <a:lnTo>
                  <a:pt x="2214" y="2889"/>
                </a:lnTo>
                <a:lnTo>
                  <a:pt x="2214" y="2888"/>
                </a:lnTo>
                <a:lnTo>
                  <a:pt x="2215" y="2888"/>
                </a:lnTo>
                <a:lnTo>
                  <a:pt x="2215" y="2887"/>
                </a:lnTo>
                <a:lnTo>
                  <a:pt x="2216" y="2887"/>
                </a:lnTo>
                <a:lnTo>
                  <a:pt x="2216" y="2886"/>
                </a:lnTo>
                <a:lnTo>
                  <a:pt x="2217" y="2886"/>
                </a:lnTo>
                <a:lnTo>
                  <a:pt x="2217" y="2885"/>
                </a:lnTo>
                <a:lnTo>
                  <a:pt x="2217" y="2884"/>
                </a:lnTo>
                <a:lnTo>
                  <a:pt x="2217" y="2883"/>
                </a:lnTo>
                <a:lnTo>
                  <a:pt x="2217" y="2882"/>
                </a:lnTo>
                <a:lnTo>
                  <a:pt x="2217" y="2881"/>
                </a:lnTo>
                <a:lnTo>
                  <a:pt x="2218" y="2881"/>
                </a:lnTo>
                <a:lnTo>
                  <a:pt x="2218" y="2882"/>
                </a:lnTo>
                <a:lnTo>
                  <a:pt x="2219" y="2882"/>
                </a:lnTo>
                <a:lnTo>
                  <a:pt x="2220" y="2882"/>
                </a:lnTo>
                <a:lnTo>
                  <a:pt x="2221" y="2882"/>
                </a:lnTo>
                <a:lnTo>
                  <a:pt x="2221" y="2881"/>
                </a:lnTo>
                <a:lnTo>
                  <a:pt x="2221" y="2880"/>
                </a:lnTo>
                <a:lnTo>
                  <a:pt x="2221" y="2879"/>
                </a:lnTo>
                <a:lnTo>
                  <a:pt x="2222" y="2879"/>
                </a:lnTo>
                <a:lnTo>
                  <a:pt x="2222" y="2878"/>
                </a:lnTo>
                <a:lnTo>
                  <a:pt x="2221" y="2878"/>
                </a:lnTo>
                <a:lnTo>
                  <a:pt x="2221" y="2877"/>
                </a:lnTo>
                <a:lnTo>
                  <a:pt x="2222" y="2877"/>
                </a:lnTo>
                <a:lnTo>
                  <a:pt x="2222" y="2875"/>
                </a:lnTo>
                <a:lnTo>
                  <a:pt x="2222" y="2874"/>
                </a:lnTo>
                <a:lnTo>
                  <a:pt x="2222" y="2873"/>
                </a:lnTo>
                <a:lnTo>
                  <a:pt x="2221" y="2873"/>
                </a:lnTo>
                <a:lnTo>
                  <a:pt x="2221" y="2872"/>
                </a:lnTo>
                <a:lnTo>
                  <a:pt x="2220" y="2871"/>
                </a:lnTo>
                <a:lnTo>
                  <a:pt x="2220" y="2870"/>
                </a:lnTo>
                <a:lnTo>
                  <a:pt x="2219" y="2870"/>
                </a:lnTo>
                <a:lnTo>
                  <a:pt x="2219" y="2869"/>
                </a:lnTo>
                <a:lnTo>
                  <a:pt x="2220" y="2869"/>
                </a:lnTo>
                <a:lnTo>
                  <a:pt x="2220" y="2868"/>
                </a:lnTo>
                <a:lnTo>
                  <a:pt x="2221" y="2868"/>
                </a:lnTo>
                <a:lnTo>
                  <a:pt x="2222" y="2868"/>
                </a:lnTo>
                <a:lnTo>
                  <a:pt x="2222" y="2867"/>
                </a:lnTo>
                <a:lnTo>
                  <a:pt x="2222" y="2866"/>
                </a:lnTo>
                <a:lnTo>
                  <a:pt x="2223" y="2866"/>
                </a:lnTo>
                <a:lnTo>
                  <a:pt x="2222" y="2866"/>
                </a:lnTo>
                <a:lnTo>
                  <a:pt x="2223" y="2866"/>
                </a:lnTo>
                <a:lnTo>
                  <a:pt x="2224" y="2866"/>
                </a:lnTo>
                <a:lnTo>
                  <a:pt x="2224" y="2865"/>
                </a:lnTo>
                <a:lnTo>
                  <a:pt x="2224" y="2864"/>
                </a:lnTo>
                <a:lnTo>
                  <a:pt x="2225" y="2864"/>
                </a:lnTo>
                <a:lnTo>
                  <a:pt x="2224" y="2864"/>
                </a:lnTo>
                <a:lnTo>
                  <a:pt x="2225" y="2864"/>
                </a:lnTo>
                <a:lnTo>
                  <a:pt x="2225" y="2863"/>
                </a:lnTo>
                <a:lnTo>
                  <a:pt x="2225" y="2862"/>
                </a:lnTo>
                <a:lnTo>
                  <a:pt x="2224" y="2862"/>
                </a:lnTo>
                <a:lnTo>
                  <a:pt x="2224" y="2861"/>
                </a:lnTo>
                <a:lnTo>
                  <a:pt x="2224" y="2860"/>
                </a:lnTo>
                <a:lnTo>
                  <a:pt x="2224" y="2859"/>
                </a:lnTo>
                <a:lnTo>
                  <a:pt x="2224" y="2858"/>
                </a:lnTo>
                <a:lnTo>
                  <a:pt x="2223" y="2858"/>
                </a:lnTo>
                <a:lnTo>
                  <a:pt x="2223" y="2857"/>
                </a:lnTo>
                <a:lnTo>
                  <a:pt x="2224" y="2857"/>
                </a:lnTo>
                <a:lnTo>
                  <a:pt x="2224" y="2858"/>
                </a:lnTo>
                <a:lnTo>
                  <a:pt x="2224" y="2857"/>
                </a:lnTo>
                <a:lnTo>
                  <a:pt x="2225" y="2857"/>
                </a:lnTo>
                <a:lnTo>
                  <a:pt x="2225" y="2858"/>
                </a:lnTo>
                <a:lnTo>
                  <a:pt x="2225" y="2859"/>
                </a:lnTo>
                <a:lnTo>
                  <a:pt x="2226" y="2859"/>
                </a:lnTo>
                <a:lnTo>
                  <a:pt x="2226" y="2858"/>
                </a:lnTo>
                <a:lnTo>
                  <a:pt x="2227" y="2858"/>
                </a:lnTo>
                <a:lnTo>
                  <a:pt x="2227" y="2859"/>
                </a:lnTo>
                <a:lnTo>
                  <a:pt x="2228" y="2859"/>
                </a:lnTo>
                <a:lnTo>
                  <a:pt x="2229" y="2859"/>
                </a:lnTo>
                <a:lnTo>
                  <a:pt x="2230" y="2859"/>
                </a:lnTo>
                <a:lnTo>
                  <a:pt x="2230" y="2860"/>
                </a:lnTo>
                <a:lnTo>
                  <a:pt x="2231" y="2860"/>
                </a:lnTo>
                <a:lnTo>
                  <a:pt x="2231" y="2859"/>
                </a:lnTo>
                <a:lnTo>
                  <a:pt x="2231" y="2860"/>
                </a:lnTo>
                <a:lnTo>
                  <a:pt x="2232" y="2860"/>
                </a:lnTo>
                <a:lnTo>
                  <a:pt x="2232" y="2861"/>
                </a:lnTo>
                <a:lnTo>
                  <a:pt x="2233" y="2861"/>
                </a:lnTo>
                <a:lnTo>
                  <a:pt x="2233" y="2862"/>
                </a:lnTo>
                <a:lnTo>
                  <a:pt x="2234" y="2862"/>
                </a:lnTo>
                <a:lnTo>
                  <a:pt x="2234" y="2863"/>
                </a:lnTo>
                <a:lnTo>
                  <a:pt x="2235" y="2863"/>
                </a:lnTo>
                <a:lnTo>
                  <a:pt x="2235" y="2864"/>
                </a:lnTo>
                <a:lnTo>
                  <a:pt x="2235" y="2865"/>
                </a:lnTo>
                <a:lnTo>
                  <a:pt x="2236" y="2865"/>
                </a:lnTo>
                <a:lnTo>
                  <a:pt x="2236" y="2866"/>
                </a:lnTo>
                <a:lnTo>
                  <a:pt x="2236" y="2865"/>
                </a:lnTo>
                <a:lnTo>
                  <a:pt x="2237" y="2865"/>
                </a:lnTo>
                <a:lnTo>
                  <a:pt x="2237" y="2864"/>
                </a:lnTo>
                <a:lnTo>
                  <a:pt x="2238" y="2864"/>
                </a:lnTo>
                <a:lnTo>
                  <a:pt x="2238" y="2863"/>
                </a:lnTo>
                <a:lnTo>
                  <a:pt x="2239" y="2863"/>
                </a:lnTo>
                <a:lnTo>
                  <a:pt x="2239" y="2862"/>
                </a:lnTo>
                <a:lnTo>
                  <a:pt x="2239" y="2863"/>
                </a:lnTo>
                <a:lnTo>
                  <a:pt x="2239" y="2862"/>
                </a:lnTo>
                <a:lnTo>
                  <a:pt x="2240" y="2862"/>
                </a:lnTo>
                <a:lnTo>
                  <a:pt x="2240" y="2863"/>
                </a:lnTo>
                <a:lnTo>
                  <a:pt x="2241" y="2863"/>
                </a:lnTo>
                <a:lnTo>
                  <a:pt x="2241" y="2862"/>
                </a:lnTo>
                <a:lnTo>
                  <a:pt x="2242" y="2862"/>
                </a:lnTo>
                <a:lnTo>
                  <a:pt x="2242" y="2861"/>
                </a:lnTo>
                <a:lnTo>
                  <a:pt x="2243" y="2860"/>
                </a:lnTo>
                <a:lnTo>
                  <a:pt x="2243" y="2861"/>
                </a:lnTo>
                <a:lnTo>
                  <a:pt x="2244" y="2861"/>
                </a:lnTo>
                <a:lnTo>
                  <a:pt x="2244" y="2860"/>
                </a:lnTo>
                <a:lnTo>
                  <a:pt x="2245" y="2860"/>
                </a:lnTo>
                <a:lnTo>
                  <a:pt x="2245" y="2859"/>
                </a:lnTo>
                <a:lnTo>
                  <a:pt x="2245" y="2858"/>
                </a:lnTo>
                <a:lnTo>
                  <a:pt x="2245" y="2857"/>
                </a:lnTo>
                <a:lnTo>
                  <a:pt x="2244" y="2857"/>
                </a:lnTo>
                <a:lnTo>
                  <a:pt x="2245" y="2857"/>
                </a:lnTo>
                <a:lnTo>
                  <a:pt x="2245" y="2856"/>
                </a:lnTo>
                <a:lnTo>
                  <a:pt x="2245" y="2855"/>
                </a:lnTo>
                <a:lnTo>
                  <a:pt x="2245" y="2854"/>
                </a:lnTo>
                <a:lnTo>
                  <a:pt x="2245" y="2853"/>
                </a:lnTo>
                <a:lnTo>
                  <a:pt x="2246" y="2853"/>
                </a:lnTo>
                <a:lnTo>
                  <a:pt x="2246" y="2852"/>
                </a:lnTo>
                <a:lnTo>
                  <a:pt x="2247" y="2852"/>
                </a:lnTo>
                <a:lnTo>
                  <a:pt x="2248" y="2852"/>
                </a:lnTo>
                <a:lnTo>
                  <a:pt x="2249" y="2852"/>
                </a:lnTo>
                <a:lnTo>
                  <a:pt x="2249" y="2851"/>
                </a:lnTo>
                <a:lnTo>
                  <a:pt x="2249" y="2852"/>
                </a:lnTo>
                <a:lnTo>
                  <a:pt x="2249" y="2851"/>
                </a:lnTo>
                <a:lnTo>
                  <a:pt x="2250" y="2851"/>
                </a:lnTo>
                <a:lnTo>
                  <a:pt x="2250" y="2850"/>
                </a:lnTo>
                <a:lnTo>
                  <a:pt x="2250" y="2849"/>
                </a:lnTo>
                <a:lnTo>
                  <a:pt x="2250" y="2848"/>
                </a:lnTo>
                <a:lnTo>
                  <a:pt x="2249" y="2848"/>
                </a:lnTo>
                <a:lnTo>
                  <a:pt x="2249" y="2847"/>
                </a:lnTo>
                <a:lnTo>
                  <a:pt x="2249" y="2846"/>
                </a:lnTo>
                <a:lnTo>
                  <a:pt x="2250" y="2846"/>
                </a:lnTo>
                <a:lnTo>
                  <a:pt x="2250" y="2845"/>
                </a:lnTo>
                <a:lnTo>
                  <a:pt x="2251" y="2845"/>
                </a:lnTo>
                <a:lnTo>
                  <a:pt x="2251" y="2844"/>
                </a:lnTo>
                <a:lnTo>
                  <a:pt x="2251" y="2843"/>
                </a:lnTo>
                <a:lnTo>
                  <a:pt x="2251" y="2842"/>
                </a:lnTo>
                <a:lnTo>
                  <a:pt x="2251" y="2841"/>
                </a:lnTo>
                <a:lnTo>
                  <a:pt x="2252" y="2841"/>
                </a:lnTo>
                <a:lnTo>
                  <a:pt x="2252" y="2840"/>
                </a:lnTo>
                <a:lnTo>
                  <a:pt x="2252" y="2841"/>
                </a:lnTo>
                <a:lnTo>
                  <a:pt x="2252" y="2840"/>
                </a:lnTo>
                <a:lnTo>
                  <a:pt x="2252" y="2839"/>
                </a:lnTo>
                <a:lnTo>
                  <a:pt x="2252" y="2838"/>
                </a:lnTo>
                <a:lnTo>
                  <a:pt x="2253" y="2838"/>
                </a:lnTo>
                <a:lnTo>
                  <a:pt x="2254" y="2838"/>
                </a:lnTo>
                <a:lnTo>
                  <a:pt x="2255" y="2838"/>
                </a:lnTo>
                <a:lnTo>
                  <a:pt x="2255" y="2837"/>
                </a:lnTo>
                <a:lnTo>
                  <a:pt x="2255" y="2836"/>
                </a:lnTo>
                <a:lnTo>
                  <a:pt x="2256" y="2836"/>
                </a:lnTo>
                <a:lnTo>
                  <a:pt x="2256" y="2835"/>
                </a:lnTo>
                <a:lnTo>
                  <a:pt x="2257" y="2835"/>
                </a:lnTo>
                <a:lnTo>
                  <a:pt x="2258" y="2835"/>
                </a:lnTo>
                <a:lnTo>
                  <a:pt x="2259" y="2835"/>
                </a:lnTo>
                <a:lnTo>
                  <a:pt x="2259" y="2836"/>
                </a:lnTo>
                <a:lnTo>
                  <a:pt x="2260" y="2836"/>
                </a:lnTo>
                <a:lnTo>
                  <a:pt x="2260" y="2837"/>
                </a:lnTo>
                <a:lnTo>
                  <a:pt x="2261" y="2837"/>
                </a:lnTo>
                <a:lnTo>
                  <a:pt x="2261" y="2838"/>
                </a:lnTo>
                <a:lnTo>
                  <a:pt x="2262" y="2838"/>
                </a:lnTo>
                <a:lnTo>
                  <a:pt x="2263" y="2838"/>
                </a:lnTo>
                <a:lnTo>
                  <a:pt x="2263" y="2839"/>
                </a:lnTo>
                <a:lnTo>
                  <a:pt x="2264" y="2839"/>
                </a:lnTo>
                <a:lnTo>
                  <a:pt x="2265" y="2839"/>
                </a:lnTo>
                <a:lnTo>
                  <a:pt x="2265" y="2840"/>
                </a:lnTo>
                <a:lnTo>
                  <a:pt x="2266" y="2840"/>
                </a:lnTo>
                <a:lnTo>
                  <a:pt x="2266" y="2839"/>
                </a:lnTo>
                <a:lnTo>
                  <a:pt x="2267" y="2839"/>
                </a:lnTo>
                <a:lnTo>
                  <a:pt x="2267" y="2838"/>
                </a:lnTo>
                <a:lnTo>
                  <a:pt x="2268" y="2838"/>
                </a:lnTo>
                <a:lnTo>
                  <a:pt x="2269" y="2838"/>
                </a:lnTo>
                <a:lnTo>
                  <a:pt x="2269" y="2837"/>
                </a:lnTo>
                <a:lnTo>
                  <a:pt x="2269" y="2836"/>
                </a:lnTo>
                <a:lnTo>
                  <a:pt x="2270" y="2836"/>
                </a:lnTo>
                <a:lnTo>
                  <a:pt x="2270" y="2835"/>
                </a:lnTo>
                <a:lnTo>
                  <a:pt x="2271" y="2835"/>
                </a:lnTo>
                <a:lnTo>
                  <a:pt x="2271" y="2834"/>
                </a:lnTo>
                <a:lnTo>
                  <a:pt x="2272" y="2834"/>
                </a:lnTo>
                <a:lnTo>
                  <a:pt x="2272" y="2833"/>
                </a:lnTo>
                <a:lnTo>
                  <a:pt x="2272" y="2832"/>
                </a:lnTo>
                <a:lnTo>
                  <a:pt x="2272" y="2831"/>
                </a:lnTo>
                <a:lnTo>
                  <a:pt x="2271" y="2831"/>
                </a:lnTo>
                <a:lnTo>
                  <a:pt x="2272" y="2830"/>
                </a:lnTo>
                <a:lnTo>
                  <a:pt x="2271" y="2830"/>
                </a:lnTo>
                <a:lnTo>
                  <a:pt x="2271" y="2829"/>
                </a:lnTo>
                <a:lnTo>
                  <a:pt x="2270" y="2829"/>
                </a:lnTo>
                <a:lnTo>
                  <a:pt x="2270" y="2828"/>
                </a:lnTo>
                <a:lnTo>
                  <a:pt x="2270" y="2827"/>
                </a:lnTo>
                <a:lnTo>
                  <a:pt x="2270" y="2826"/>
                </a:lnTo>
                <a:lnTo>
                  <a:pt x="2269" y="2826"/>
                </a:lnTo>
                <a:lnTo>
                  <a:pt x="2269" y="2825"/>
                </a:lnTo>
                <a:lnTo>
                  <a:pt x="2268" y="2825"/>
                </a:lnTo>
                <a:lnTo>
                  <a:pt x="2268" y="2824"/>
                </a:lnTo>
                <a:lnTo>
                  <a:pt x="2268" y="2823"/>
                </a:lnTo>
                <a:lnTo>
                  <a:pt x="2267" y="2823"/>
                </a:lnTo>
                <a:lnTo>
                  <a:pt x="2268" y="2823"/>
                </a:lnTo>
                <a:lnTo>
                  <a:pt x="2267" y="2823"/>
                </a:lnTo>
                <a:lnTo>
                  <a:pt x="2266" y="2823"/>
                </a:lnTo>
                <a:lnTo>
                  <a:pt x="2266" y="2822"/>
                </a:lnTo>
                <a:lnTo>
                  <a:pt x="2265" y="2822"/>
                </a:lnTo>
                <a:lnTo>
                  <a:pt x="2264" y="2822"/>
                </a:lnTo>
                <a:lnTo>
                  <a:pt x="2263" y="2822"/>
                </a:lnTo>
                <a:lnTo>
                  <a:pt x="2264" y="2822"/>
                </a:lnTo>
                <a:lnTo>
                  <a:pt x="2264" y="2821"/>
                </a:lnTo>
                <a:lnTo>
                  <a:pt x="2263" y="2821"/>
                </a:lnTo>
                <a:lnTo>
                  <a:pt x="2264" y="2821"/>
                </a:lnTo>
                <a:lnTo>
                  <a:pt x="2263" y="2821"/>
                </a:lnTo>
                <a:lnTo>
                  <a:pt x="2263" y="2820"/>
                </a:lnTo>
                <a:lnTo>
                  <a:pt x="2263" y="2819"/>
                </a:lnTo>
                <a:lnTo>
                  <a:pt x="2263" y="2818"/>
                </a:lnTo>
                <a:lnTo>
                  <a:pt x="2263" y="2817"/>
                </a:lnTo>
                <a:lnTo>
                  <a:pt x="2262" y="2817"/>
                </a:lnTo>
                <a:lnTo>
                  <a:pt x="2262" y="2816"/>
                </a:lnTo>
                <a:lnTo>
                  <a:pt x="2262" y="2815"/>
                </a:lnTo>
                <a:lnTo>
                  <a:pt x="2262" y="2814"/>
                </a:lnTo>
                <a:lnTo>
                  <a:pt x="2262" y="2813"/>
                </a:lnTo>
                <a:lnTo>
                  <a:pt x="2262" y="2812"/>
                </a:lnTo>
                <a:lnTo>
                  <a:pt x="2261" y="2812"/>
                </a:lnTo>
                <a:lnTo>
                  <a:pt x="2260" y="2812"/>
                </a:lnTo>
                <a:lnTo>
                  <a:pt x="2260" y="2811"/>
                </a:lnTo>
                <a:lnTo>
                  <a:pt x="2261" y="2811"/>
                </a:lnTo>
                <a:lnTo>
                  <a:pt x="2261" y="2810"/>
                </a:lnTo>
                <a:lnTo>
                  <a:pt x="2261" y="2809"/>
                </a:lnTo>
                <a:lnTo>
                  <a:pt x="2260" y="2809"/>
                </a:lnTo>
                <a:lnTo>
                  <a:pt x="2260" y="2808"/>
                </a:lnTo>
                <a:lnTo>
                  <a:pt x="2260" y="2807"/>
                </a:lnTo>
                <a:lnTo>
                  <a:pt x="2260" y="2806"/>
                </a:lnTo>
                <a:lnTo>
                  <a:pt x="2261" y="2806"/>
                </a:lnTo>
                <a:lnTo>
                  <a:pt x="2260" y="2806"/>
                </a:lnTo>
                <a:lnTo>
                  <a:pt x="2260" y="2805"/>
                </a:lnTo>
                <a:lnTo>
                  <a:pt x="2261" y="2805"/>
                </a:lnTo>
                <a:lnTo>
                  <a:pt x="2260" y="2805"/>
                </a:lnTo>
                <a:lnTo>
                  <a:pt x="2261" y="2805"/>
                </a:lnTo>
                <a:lnTo>
                  <a:pt x="2261" y="2804"/>
                </a:lnTo>
                <a:lnTo>
                  <a:pt x="2261" y="2805"/>
                </a:lnTo>
                <a:lnTo>
                  <a:pt x="2262" y="2805"/>
                </a:lnTo>
                <a:lnTo>
                  <a:pt x="2262" y="2806"/>
                </a:lnTo>
                <a:lnTo>
                  <a:pt x="2263" y="2806"/>
                </a:lnTo>
                <a:lnTo>
                  <a:pt x="2263" y="2805"/>
                </a:lnTo>
                <a:lnTo>
                  <a:pt x="2264" y="2805"/>
                </a:lnTo>
                <a:lnTo>
                  <a:pt x="2264" y="2804"/>
                </a:lnTo>
                <a:lnTo>
                  <a:pt x="2265" y="2804"/>
                </a:lnTo>
                <a:lnTo>
                  <a:pt x="2266" y="2804"/>
                </a:lnTo>
                <a:lnTo>
                  <a:pt x="2267" y="2804"/>
                </a:lnTo>
                <a:lnTo>
                  <a:pt x="2267" y="2805"/>
                </a:lnTo>
                <a:lnTo>
                  <a:pt x="2268" y="2805"/>
                </a:lnTo>
                <a:lnTo>
                  <a:pt x="2268" y="2806"/>
                </a:lnTo>
                <a:lnTo>
                  <a:pt x="2268" y="2807"/>
                </a:lnTo>
                <a:lnTo>
                  <a:pt x="2268" y="2808"/>
                </a:lnTo>
                <a:lnTo>
                  <a:pt x="2267" y="2808"/>
                </a:lnTo>
                <a:lnTo>
                  <a:pt x="2267" y="2809"/>
                </a:lnTo>
                <a:lnTo>
                  <a:pt x="2267" y="2810"/>
                </a:lnTo>
                <a:lnTo>
                  <a:pt x="2268" y="2810"/>
                </a:lnTo>
                <a:lnTo>
                  <a:pt x="2269" y="2810"/>
                </a:lnTo>
                <a:lnTo>
                  <a:pt x="2269" y="2809"/>
                </a:lnTo>
                <a:lnTo>
                  <a:pt x="2270" y="2809"/>
                </a:lnTo>
                <a:lnTo>
                  <a:pt x="2270" y="2808"/>
                </a:lnTo>
                <a:lnTo>
                  <a:pt x="2271" y="2808"/>
                </a:lnTo>
                <a:lnTo>
                  <a:pt x="2271" y="2807"/>
                </a:lnTo>
                <a:lnTo>
                  <a:pt x="2272" y="2807"/>
                </a:lnTo>
                <a:lnTo>
                  <a:pt x="2272" y="2806"/>
                </a:lnTo>
                <a:lnTo>
                  <a:pt x="2273" y="2806"/>
                </a:lnTo>
                <a:lnTo>
                  <a:pt x="2273" y="2805"/>
                </a:lnTo>
                <a:lnTo>
                  <a:pt x="2272" y="2805"/>
                </a:lnTo>
                <a:lnTo>
                  <a:pt x="2272" y="2804"/>
                </a:lnTo>
                <a:lnTo>
                  <a:pt x="2272" y="2805"/>
                </a:lnTo>
                <a:lnTo>
                  <a:pt x="2272" y="2804"/>
                </a:lnTo>
                <a:lnTo>
                  <a:pt x="2272" y="2803"/>
                </a:lnTo>
                <a:lnTo>
                  <a:pt x="2273" y="2803"/>
                </a:lnTo>
                <a:lnTo>
                  <a:pt x="2274" y="2803"/>
                </a:lnTo>
                <a:lnTo>
                  <a:pt x="2274" y="2802"/>
                </a:lnTo>
                <a:lnTo>
                  <a:pt x="2274" y="2801"/>
                </a:lnTo>
                <a:lnTo>
                  <a:pt x="2274" y="2800"/>
                </a:lnTo>
                <a:lnTo>
                  <a:pt x="2274" y="2799"/>
                </a:lnTo>
                <a:lnTo>
                  <a:pt x="2273" y="2799"/>
                </a:lnTo>
                <a:lnTo>
                  <a:pt x="2273" y="2798"/>
                </a:lnTo>
                <a:lnTo>
                  <a:pt x="2273" y="2797"/>
                </a:lnTo>
                <a:lnTo>
                  <a:pt x="2272" y="2796"/>
                </a:lnTo>
                <a:lnTo>
                  <a:pt x="2272" y="2795"/>
                </a:lnTo>
                <a:lnTo>
                  <a:pt x="2271" y="2795"/>
                </a:lnTo>
                <a:lnTo>
                  <a:pt x="2271" y="2794"/>
                </a:lnTo>
                <a:lnTo>
                  <a:pt x="2271" y="2795"/>
                </a:lnTo>
                <a:lnTo>
                  <a:pt x="2270" y="2795"/>
                </a:lnTo>
                <a:lnTo>
                  <a:pt x="2269" y="2795"/>
                </a:lnTo>
                <a:lnTo>
                  <a:pt x="2269" y="2794"/>
                </a:lnTo>
                <a:lnTo>
                  <a:pt x="2269" y="2793"/>
                </a:lnTo>
                <a:lnTo>
                  <a:pt x="2269" y="2792"/>
                </a:lnTo>
                <a:lnTo>
                  <a:pt x="2269" y="2791"/>
                </a:lnTo>
                <a:lnTo>
                  <a:pt x="2269" y="2790"/>
                </a:lnTo>
                <a:lnTo>
                  <a:pt x="2270" y="2790"/>
                </a:lnTo>
                <a:lnTo>
                  <a:pt x="2270" y="2789"/>
                </a:lnTo>
                <a:lnTo>
                  <a:pt x="2270" y="2788"/>
                </a:lnTo>
                <a:lnTo>
                  <a:pt x="2269" y="2788"/>
                </a:lnTo>
                <a:lnTo>
                  <a:pt x="2270" y="2788"/>
                </a:lnTo>
                <a:lnTo>
                  <a:pt x="2270" y="2787"/>
                </a:lnTo>
                <a:lnTo>
                  <a:pt x="2271" y="2787"/>
                </a:lnTo>
                <a:lnTo>
                  <a:pt x="2271" y="2786"/>
                </a:lnTo>
                <a:lnTo>
                  <a:pt x="2272" y="2786"/>
                </a:lnTo>
                <a:lnTo>
                  <a:pt x="2272" y="2785"/>
                </a:lnTo>
                <a:lnTo>
                  <a:pt x="2273" y="2785"/>
                </a:lnTo>
                <a:lnTo>
                  <a:pt x="2273" y="2784"/>
                </a:lnTo>
                <a:lnTo>
                  <a:pt x="2274" y="2784"/>
                </a:lnTo>
                <a:lnTo>
                  <a:pt x="2274" y="2783"/>
                </a:lnTo>
                <a:lnTo>
                  <a:pt x="2274" y="2782"/>
                </a:lnTo>
                <a:lnTo>
                  <a:pt x="2274" y="2781"/>
                </a:lnTo>
                <a:lnTo>
                  <a:pt x="2273" y="2781"/>
                </a:lnTo>
                <a:lnTo>
                  <a:pt x="2274" y="2781"/>
                </a:lnTo>
                <a:lnTo>
                  <a:pt x="2274" y="2780"/>
                </a:lnTo>
                <a:lnTo>
                  <a:pt x="2275" y="2780"/>
                </a:lnTo>
                <a:lnTo>
                  <a:pt x="2275" y="2779"/>
                </a:lnTo>
                <a:lnTo>
                  <a:pt x="2275" y="2778"/>
                </a:lnTo>
                <a:lnTo>
                  <a:pt x="2275" y="2777"/>
                </a:lnTo>
                <a:lnTo>
                  <a:pt x="2275" y="2776"/>
                </a:lnTo>
                <a:lnTo>
                  <a:pt x="2276" y="2776"/>
                </a:lnTo>
                <a:lnTo>
                  <a:pt x="2275" y="2776"/>
                </a:lnTo>
                <a:lnTo>
                  <a:pt x="2275" y="2775"/>
                </a:lnTo>
                <a:lnTo>
                  <a:pt x="2275" y="2774"/>
                </a:lnTo>
                <a:lnTo>
                  <a:pt x="2275" y="2773"/>
                </a:lnTo>
                <a:lnTo>
                  <a:pt x="2275" y="2772"/>
                </a:lnTo>
                <a:lnTo>
                  <a:pt x="2276" y="2772"/>
                </a:lnTo>
                <a:lnTo>
                  <a:pt x="2276" y="2771"/>
                </a:lnTo>
                <a:lnTo>
                  <a:pt x="2276" y="2770"/>
                </a:lnTo>
                <a:lnTo>
                  <a:pt x="2276" y="2769"/>
                </a:lnTo>
                <a:lnTo>
                  <a:pt x="2276" y="2768"/>
                </a:lnTo>
                <a:lnTo>
                  <a:pt x="2276" y="2767"/>
                </a:lnTo>
                <a:lnTo>
                  <a:pt x="2275" y="2767"/>
                </a:lnTo>
                <a:lnTo>
                  <a:pt x="2276" y="2767"/>
                </a:lnTo>
                <a:lnTo>
                  <a:pt x="2276" y="2766"/>
                </a:lnTo>
                <a:lnTo>
                  <a:pt x="2276" y="2765"/>
                </a:lnTo>
                <a:lnTo>
                  <a:pt x="2276" y="2764"/>
                </a:lnTo>
                <a:lnTo>
                  <a:pt x="2276" y="2762"/>
                </a:lnTo>
                <a:lnTo>
                  <a:pt x="2276" y="2761"/>
                </a:lnTo>
                <a:lnTo>
                  <a:pt x="2277" y="2761"/>
                </a:lnTo>
                <a:lnTo>
                  <a:pt x="2277" y="2760"/>
                </a:lnTo>
                <a:lnTo>
                  <a:pt x="2278" y="2760"/>
                </a:lnTo>
                <a:lnTo>
                  <a:pt x="2278" y="2759"/>
                </a:lnTo>
                <a:lnTo>
                  <a:pt x="2278" y="2758"/>
                </a:lnTo>
                <a:lnTo>
                  <a:pt x="2278" y="2757"/>
                </a:lnTo>
                <a:lnTo>
                  <a:pt x="2278" y="2756"/>
                </a:lnTo>
                <a:lnTo>
                  <a:pt x="2278" y="2755"/>
                </a:lnTo>
                <a:lnTo>
                  <a:pt x="2278" y="2754"/>
                </a:lnTo>
                <a:lnTo>
                  <a:pt x="2277" y="2754"/>
                </a:lnTo>
                <a:lnTo>
                  <a:pt x="2277" y="2753"/>
                </a:lnTo>
                <a:lnTo>
                  <a:pt x="2277" y="2752"/>
                </a:lnTo>
                <a:lnTo>
                  <a:pt x="2277" y="2751"/>
                </a:lnTo>
                <a:lnTo>
                  <a:pt x="2277" y="2750"/>
                </a:lnTo>
                <a:lnTo>
                  <a:pt x="2277" y="2749"/>
                </a:lnTo>
                <a:lnTo>
                  <a:pt x="2277" y="2748"/>
                </a:lnTo>
                <a:lnTo>
                  <a:pt x="2277" y="2749"/>
                </a:lnTo>
                <a:lnTo>
                  <a:pt x="2276" y="2749"/>
                </a:lnTo>
                <a:lnTo>
                  <a:pt x="2276" y="2748"/>
                </a:lnTo>
                <a:lnTo>
                  <a:pt x="2275" y="2748"/>
                </a:lnTo>
                <a:lnTo>
                  <a:pt x="2275" y="2747"/>
                </a:lnTo>
                <a:lnTo>
                  <a:pt x="2275" y="2746"/>
                </a:lnTo>
                <a:lnTo>
                  <a:pt x="2275" y="2745"/>
                </a:lnTo>
                <a:lnTo>
                  <a:pt x="2276" y="2745"/>
                </a:lnTo>
                <a:lnTo>
                  <a:pt x="2276" y="2744"/>
                </a:lnTo>
                <a:lnTo>
                  <a:pt x="2276" y="2743"/>
                </a:lnTo>
                <a:lnTo>
                  <a:pt x="2276" y="2741"/>
                </a:lnTo>
                <a:lnTo>
                  <a:pt x="2276" y="2740"/>
                </a:lnTo>
                <a:lnTo>
                  <a:pt x="2276" y="2739"/>
                </a:lnTo>
                <a:lnTo>
                  <a:pt x="2276" y="2738"/>
                </a:lnTo>
                <a:lnTo>
                  <a:pt x="2277" y="2738"/>
                </a:lnTo>
                <a:lnTo>
                  <a:pt x="2277" y="2737"/>
                </a:lnTo>
                <a:lnTo>
                  <a:pt x="2276" y="2737"/>
                </a:lnTo>
                <a:lnTo>
                  <a:pt x="2276" y="2736"/>
                </a:lnTo>
                <a:lnTo>
                  <a:pt x="2276" y="2735"/>
                </a:lnTo>
                <a:lnTo>
                  <a:pt x="2276" y="2734"/>
                </a:lnTo>
                <a:lnTo>
                  <a:pt x="2275" y="2734"/>
                </a:lnTo>
                <a:lnTo>
                  <a:pt x="2275" y="2733"/>
                </a:lnTo>
                <a:lnTo>
                  <a:pt x="2274" y="2733"/>
                </a:lnTo>
                <a:lnTo>
                  <a:pt x="2274" y="2732"/>
                </a:lnTo>
                <a:lnTo>
                  <a:pt x="2274" y="2731"/>
                </a:lnTo>
                <a:lnTo>
                  <a:pt x="2275" y="2731"/>
                </a:lnTo>
                <a:lnTo>
                  <a:pt x="2275" y="2730"/>
                </a:lnTo>
                <a:lnTo>
                  <a:pt x="2276" y="2730"/>
                </a:lnTo>
                <a:lnTo>
                  <a:pt x="2276" y="2729"/>
                </a:lnTo>
                <a:lnTo>
                  <a:pt x="2276" y="2727"/>
                </a:lnTo>
                <a:lnTo>
                  <a:pt x="2276" y="2726"/>
                </a:lnTo>
                <a:lnTo>
                  <a:pt x="2276" y="2725"/>
                </a:lnTo>
                <a:lnTo>
                  <a:pt x="2275" y="2724"/>
                </a:lnTo>
                <a:lnTo>
                  <a:pt x="2275" y="2723"/>
                </a:lnTo>
                <a:lnTo>
                  <a:pt x="2275" y="2722"/>
                </a:lnTo>
                <a:lnTo>
                  <a:pt x="2275" y="2721"/>
                </a:lnTo>
                <a:lnTo>
                  <a:pt x="2274" y="2721"/>
                </a:lnTo>
                <a:lnTo>
                  <a:pt x="2274" y="2720"/>
                </a:lnTo>
                <a:lnTo>
                  <a:pt x="2275" y="2720"/>
                </a:lnTo>
                <a:lnTo>
                  <a:pt x="2275" y="2719"/>
                </a:lnTo>
                <a:lnTo>
                  <a:pt x="2275" y="2718"/>
                </a:lnTo>
                <a:lnTo>
                  <a:pt x="2275" y="2717"/>
                </a:lnTo>
                <a:lnTo>
                  <a:pt x="2274" y="2717"/>
                </a:lnTo>
                <a:lnTo>
                  <a:pt x="2274" y="2716"/>
                </a:lnTo>
                <a:lnTo>
                  <a:pt x="2275" y="2716"/>
                </a:lnTo>
                <a:lnTo>
                  <a:pt x="2275" y="2715"/>
                </a:lnTo>
                <a:lnTo>
                  <a:pt x="2276" y="2715"/>
                </a:lnTo>
                <a:lnTo>
                  <a:pt x="2277" y="2715"/>
                </a:lnTo>
                <a:lnTo>
                  <a:pt x="2277" y="2714"/>
                </a:lnTo>
                <a:lnTo>
                  <a:pt x="2277" y="2713"/>
                </a:lnTo>
                <a:lnTo>
                  <a:pt x="2277" y="2712"/>
                </a:lnTo>
                <a:lnTo>
                  <a:pt x="2277" y="2711"/>
                </a:lnTo>
                <a:lnTo>
                  <a:pt x="2276" y="2711"/>
                </a:lnTo>
                <a:lnTo>
                  <a:pt x="2276" y="2710"/>
                </a:lnTo>
                <a:lnTo>
                  <a:pt x="2275" y="2710"/>
                </a:lnTo>
                <a:lnTo>
                  <a:pt x="2275" y="2709"/>
                </a:lnTo>
                <a:lnTo>
                  <a:pt x="2274" y="2710"/>
                </a:lnTo>
                <a:lnTo>
                  <a:pt x="2273" y="2710"/>
                </a:lnTo>
                <a:lnTo>
                  <a:pt x="2273" y="2709"/>
                </a:lnTo>
                <a:lnTo>
                  <a:pt x="2272" y="2709"/>
                </a:lnTo>
                <a:lnTo>
                  <a:pt x="2272" y="2708"/>
                </a:lnTo>
                <a:lnTo>
                  <a:pt x="2272" y="2707"/>
                </a:lnTo>
                <a:lnTo>
                  <a:pt x="2272" y="2706"/>
                </a:lnTo>
                <a:lnTo>
                  <a:pt x="2272" y="2705"/>
                </a:lnTo>
                <a:lnTo>
                  <a:pt x="2272" y="2704"/>
                </a:lnTo>
                <a:lnTo>
                  <a:pt x="2272" y="2703"/>
                </a:lnTo>
                <a:lnTo>
                  <a:pt x="2272" y="2702"/>
                </a:lnTo>
                <a:lnTo>
                  <a:pt x="2272" y="2701"/>
                </a:lnTo>
                <a:lnTo>
                  <a:pt x="2272" y="2700"/>
                </a:lnTo>
                <a:lnTo>
                  <a:pt x="2272" y="2699"/>
                </a:lnTo>
                <a:lnTo>
                  <a:pt x="2272" y="2698"/>
                </a:lnTo>
                <a:lnTo>
                  <a:pt x="2271" y="2698"/>
                </a:lnTo>
                <a:lnTo>
                  <a:pt x="2271" y="2697"/>
                </a:lnTo>
                <a:lnTo>
                  <a:pt x="2270" y="2697"/>
                </a:lnTo>
                <a:lnTo>
                  <a:pt x="2270" y="2696"/>
                </a:lnTo>
                <a:lnTo>
                  <a:pt x="2271" y="2696"/>
                </a:lnTo>
                <a:lnTo>
                  <a:pt x="2271" y="2695"/>
                </a:lnTo>
                <a:lnTo>
                  <a:pt x="2272" y="2695"/>
                </a:lnTo>
                <a:lnTo>
                  <a:pt x="2272" y="2694"/>
                </a:lnTo>
                <a:lnTo>
                  <a:pt x="2273" y="2694"/>
                </a:lnTo>
                <a:lnTo>
                  <a:pt x="2273" y="2693"/>
                </a:lnTo>
                <a:lnTo>
                  <a:pt x="2273" y="2692"/>
                </a:lnTo>
                <a:lnTo>
                  <a:pt x="2274" y="2692"/>
                </a:lnTo>
                <a:lnTo>
                  <a:pt x="2274" y="2691"/>
                </a:lnTo>
                <a:lnTo>
                  <a:pt x="2273" y="2691"/>
                </a:lnTo>
                <a:lnTo>
                  <a:pt x="2272" y="2691"/>
                </a:lnTo>
                <a:lnTo>
                  <a:pt x="2272" y="2690"/>
                </a:lnTo>
                <a:lnTo>
                  <a:pt x="2273" y="2690"/>
                </a:lnTo>
                <a:lnTo>
                  <a:pt x="2273" y="2689"/>
                </a:lnTo>
                <a:lnTo>
                  <a:pt x="2273" y="2688"/>
                </a:lnTo>
                <a:lnTo>
                  <a:pt x="2274" y="2688"/>
                </a:lnTo>
                <a:lnTo>
                  <a:pt x="2274" y="2687"/>
                </a:lnTo>
                <a:lnTo>
                  <a:pt x="2274" y="2686"/>
                </a:lnTo>
                <a:lnTo>
                  <a:pt x="2274" y="2685"/>
                </a:lnTo>
                <a:lnTo>
                  <a:pt x="2275" y="2685"/>
                </a:lnTo>
                <a:lnTo>
                  <a:pt x="2275" y="2684"/>
                </a:lnTo>
                <a:lnTo>
                  <a:pt x="2275" y="2683"/>
                </a:lnTo>
                <a:lnTo>
                  <a:pt x="2274" y="2683"/>
                </a:lnTo>
                <a:lnTo>
                  <a:pt x="2274" y="2682"/>
                </a:lnTo>
                <a:lnTo>
                  <a:pt x="2274" y="2681"/>
                </a:lnTo>
                <a:lnTo>
                  <a:pt x="2273" y="2681"/>
                </a:lnTo>
                <a:lnTo>
                  <a:pt x="2272" y="2681"/>
                </a:lnTo>
                <a:lnTo>
                  <a:pt x="2272" y="2680"/>
                </a:lnTo>
                <a:lnTo>
                  <a:pt x="2272" y="2679"/>
                </a:lnTo>
                <a:lnTo>
                  <a:pt x="2271" y="2679"/>
                </a:lnTo>
                <a:lnTo>
                  <a:pt x="2271" y="2678"/>
                </a:lnTo>
                <a:lnTo>
                  <a:pt x="2271" y="2676"/>
                </a:lnTo>
                <a:lnTo>
                  <a:pt x="2271" y="2675"/>
                </a:lnTo>
                <a:lnTo>
                  <a:pt x="2271" y="2674"/>
                </a:lnTo>
                <a:lnTo>
                  <a:pt x="2270" y="2674"/>
                </a:lnTo>
                <a:lnTo>
                  <a:pt x="2270" y="2673"/>
                </a:lnTo>
                <a:lnTo>
                  <a:pt x="2270" y="2672"/>
                </a:lnTo>
                <a:lnTo>
                  <a:pt x="2270" y="2671"/>
                </a:lnTo>
                <a:lnTo>
                  <a:pt x="2271" y="2671"/>
                </a:lnTo>
                <a:lnTo>
                  <a:pt x="2271" y="2670"/>
                </a:lnTo>
                <a:lnTo>
                  <a:pt x="2271" y="2669"/>
                </a:lnTo>
                <a:lnTo>
                  <a:pt x="2271" y="2668"/>
                </a:lnTo>
                <a:lnTo>
                  <a:pt x="2270" y="2668"/>
                </a:lnTo>
                <a:lnTo>
                  <a:pt x="2270" y="2667"/>
                </a:lnTo>
                <a:lnTo>
                  <a:pt x="2270" y="2666"/>
                </a:lnTo>
                <a:lnTo>
                  <a:pt x="2270" y="2665"/>
                </a:lnTo>
                <a:lnTo>
                  <a:pt x="2270" y="2664"/>
                </a:lnTo>
                <a:lnTo>
                  <a:pt x="2271" y="2664"/>
                </a:lnTo>
                <a:lnTo>
                  <a:pt x="2272" y="2664"/>
                </a:lnTo>
                <a:lnTo>
                  <a:pt x="2271" y="2663"/>
                </a:lnTo>
                <a:lnTo>
                  <a:pt x="2271" y="2662"/>
                </a:lnTo>
                <a:lnTo>
                  <a:pt x="2271" y="2661"/>
                </a:lnTo>
                <a:lnTo>
                  <a:pt x="2271" y="2660"/>
                </a:lnTo>
                <a:lnTo>
                  <a:pt x="2272" y="2660"/>
                </a:lnTo>
                <a:lnTo>
                  <a:pt x="2272" y="2659"/>
                </a:lnTo>
                <a:lnTo>
                  <a:pt x="2271" y="2659"/>
                </a:lnTo>
                <a:lnTo>
                  <a:pt x="2270" y="2659"/>
                </a:lnTo>
                <a:lnTo>
                  <a:pt x="2269" y="2659"/>
                </a:lnTo>
                <a:lnTo>
                  <a:pt x="2269" y="2658"/>
                </a:lnTo>
                <a:lnTo>
                  <a:pt x="2269" y="2657"/>
                </a:lnTo>
                <a:lnTo>
                  <a:pt x="2268" y="2657"/>
                </a:lnTo>
                <a:lnTo>
                  <a:pt x="2267" y="2657"/>
                </a:lnTo>
                <a:lnTo>
                  <a:pt x="2267" y="2658"/>
                </a:lnTo>
                <a:lnTo>
                  <a:pt x="2267" y="2659"/>
                </a:lnTo>
                <a:lnTo>
                  <a:pt x="2266" y="2659"/>
                </a:lnTo>
                <a:lnTo>
                  <a:pt x="2265" y="2659"/>
                </a:lnTo>
                <a:lnTo>
                  <a:pt x="2265" y="2658"/>
                </a:lnTo>
                <a:lnTo>
                  <a:pt x="2264" y="2658"/>
                </a:lnTo>
                <a:lnTo>
                  <a:pt x="2263" y="2658"/>
                </a:lnTo>
                <a:lnTo>
                  <a:pt x="2262" y="2658"/>
                </a:lnTo>
                <a:lnTo>
                  <a:pt x="2262" y="2659"/>
                </a:lnTo>
                <a:lnTo>
                  <a:pt x="2261" y="2659"/>
                </a:lnTo>
                <a:lnTo>
                  <a:pt x="2260" y="2658"/>
                </a:lnTo>
                <a:lnTo>
                  <a:pt x="2261" y="2658"/>
                </a:lnTo>
                <a:lnTo>
                  <a:pt x="2261" y="2657"/>
                </a:lnTo>
                <a:lnTo>
                  <a:pt x="2261" y="2656"/>
                </a:lnTo>
                <a:lnTo>
                  <a:pt x="2260" y="2656"/>
                </a:lnTo>
                <a:lnTo>
                  <a:pt x="2260" y="2655"/>
                </a:lnTo>
                <a:lnTo>
                  <a:pt x="2260" y="2654"/>
                </a:lnTo>
                <a:lnTo>
                  <a:pt x="2259" y="2654"/>
                </a:lnTo>
                <a:lnTo>
                  <a:pt x="2259" y="2653"/>
                </a:lnTo>
                <a:lnTo>
                  <a:pt x="2259" y="2652"/>
                </a:lnTo>
                <a:lnTo>
                  <a:pt x="2259" y="2651"/>
                </a:lnTo>
                <a:lnTo>
                  <a:pt x="2258" y="2651"/>
                </a:lnTo>
                <a:lnTo>
                  <a:pt x="2257" y="2651"/>
                </a:lnTo>
                <a:lnTo>
                  <a:pt x="2257" y="2652"/>
                </a:lnTo>
                <a:lnTo>
                  <a:pt x="2256" y="2652"/>
                </a:lnTo>
                <a:lnTo>
                  <a:pt x="2256" y="2653"/>
                </a:lnTo>
                <a:lnTo>
                  <a:pt x="2255" y="2653"/>
                </a:lnTo>
                <a:lnTo>
                  <a:pt x="2254" y="2653"/>
                </a:lnTo>
                <a:lnTo>
                  <a:pt x="2254" y="2652"/>
                </a:lnTo>
                <a:lnTo>
                  <a:pt x="2253" y="2652"/>
                </a:lnTo>
                <a:lnTo>
                  <a:pt x="2252" y="2652"/>
                </a:lnTo>
                <a:lnTo>
                  <a:pt x="2251" y="2652"/>
                </a:lnTo>
                <a:lnTo>
                  <a:pt x="2250" y="2652"/>
                </a:lnTo>
                <a:lnTo>
                  <a:pt x="2250" y="2651"/>
                </a:lnTo>
                <a:lnTo>
                  <a:pt x="2250" y="2650"/>
                </a:lnTo>
                <a:lnTo>
                  <a:pt x="2249" y="2650"/>
                </a:lnTo>
                <a:lnTo>
                  <a:pt x="2249" y="2649"/>
                </a:lnTo>
                <a:lnTo>
                  <a:pt x="2248" y="2649"/>
                </a:lnTo>
                <a:lnTo>
                  <a:pt x="2247" y="2649"/>
                </a:lnTo>
                <a:lnTo>
                  <a:pt x="2247" y="2650"/>
                </a:lnTo>
                <a:lnTo>
                  <a:pt x="2247" y="2651"/>
                </a:lnTo>
                <a:lnTo>
                  <a:pt x="2247" y="2652"/>
                </a:lnTo>
                <a:lnTo>
                  <a:pt x="2248" y="2652"/>
                </a:lnTo>
                <a:lnTo>
                  <a:pt x="2248" y="2653"/>
                </a:lnTo>
                <a:lnTo>
                  <a:pt x="2247" y="2653"/>
                </a:lnTo>
                <a:lnTo>
                  <a:pt x="2247" y="2654"/>
                </a:lnTo>
                <a:lnTo>
                  <a:pt x="2247" y="2655"/>
                </a:lnTo>
                <a:lnTo>
                  <a:pt x="2247" y="2656"/>
                </a:lnTo>
                <a:lnTo>
                  <a:pt x="2247" y="2657"/>
                </a:lnTo>
                <a:lnTo>
                  <a:pt x="2247" y="2658"/>
                </a:lnTo>
                <a:lnTo>
                  <a:pt x="2247" y="2659"/>
                </a:lnTo>
                <a:lnTo>
                  <a:pt x="2247" y="2660"/>
                </a:lnTo>
                <a:lnTo>
                  <a:pt x="2247" y="2661"/>
                </a:lnTo>
                <a:lnTo>
                  <a:pt x="2246" y="2661"/>
                </a:lnTo>
                <a:lnTo>
                  <a:pt x="2245" y="2661"/>
                </a:lnTo>
                <a:lnTo>
                  <a:pt x="2244" y="2661"/>
                </a:lnTo>
                <a:lnTo>
                  <a:pt x="2244" y="2662"/>
                </a:lnTo>
                <a:lnTo>
                  <a:pt x="2244" y="2663"/>
                </a:lnTo>
                <a:lnTo>
                  <a:pt x="2243" y="2663"/>
                </a:lnTo>
                <a:lnTo>
                  <a:pt x="2243" y="2664"/>
                </a:lnTo>
                <a:lnTo>
                  <a:pt x="2242" y="2664"/>
                </a:lnTo>
                <a:lnTo>
                  <a:pt x="2242" y="2665"/>
                </a:lnTo>
                <a:lnTo>
                  <a:pt x="2241" y="2665"/>
                </a:lnTo>
                <a:lnTo>
                  <a:pt x="2241" y="2664"/>
                </a:lnTo>
                <a:lnTo>
                  <a:pt x="2240" y="2664"/>
                </a:lnTo>
                <a:lnTo>
                  <a:pt x="2239" y="2664"/>
                </a:lnTo>
                <a:lnTo>
                  <a:pt x="2239" y="2665"/>
                </a:lnTo>
                <a:lnTo>
                  <a:pt x="2238" y="2665"/>
                </a:lnTo>
                <a:lnTo>
                  <a:pt x="2238" y="2664"/>
                </a:lnTo>
                <a:lnTo>
                  <a:pt x="2237" y="2664"/>
                </a:lnTo>
                <a:lnTo>
                  <a:pt x="2237" y="2663"/>
                </a:lnTo>
                <a:lnTo>
                  <a:pt x="2237" y="2662"/>
                </a:lnTo>
                <a:lnTo>
                  <a:pt x="2236" y="2662"/>
                </a:lnTo>
                <a:lnTo>
                  <a:pt x="2236" y="2661"/>
                </a:lnTo>
                <a:lnTo>
                  <a:pt x="2236" y="2660"/>
                </a:lnTo>
                <a:lnTo>
                  <a:pt x="2236" y="2659"/>
                </a:lnTo>
                <a:lnTo>
                  <a:pt x="2236" y="2658"/>
                </a:lnTo>
                <a:lnTo>
                  <a:pt x="2236" y="2657"/>
                </a:lnTo>
                <a:lnTo>
                  <a:pt x="2236" y="2656"/>
                </a:lnTo>
                <a:lnTo>
                  <a:pt x="2235" y="2656"/>
                </a:lnTo>
                <a:lnTo>
                  <a:pt x="2235" y="2655"/>
                </a:lnTo>
                <a:lnTo>
                  <a:pt x="2235" y="2654"/>
                </a:lnTo>
                <a:lnTo>
                  <a:pt x="2235" y="2653"/>
                </a:lnTo>
                <a:lnTo>
                  <a:pt x="2235" y="2652"/>
                </a:lnTo>
                <a:lnTo>
                  <a:pt x="2234" y="2652"/>
                </a:lnTo>
                <a:lnTo>
                  <a:pt x="2234" y="2650"/>
                </a:lnTo>
                <a:lnTo>
                  <a:pt x="2233" y="2650"/>
                </a:lnTo>
                <a:lnTo>
                  <a:pt x="2233" y="2649"/>
                </a:lnTo>
                <a:lnTo>
                  <a:pt x="2232" y="2649"/>
                </a:lnTo>
                <a:lnTo>
                  <a:pt x="2232" y="2648"/>
                </a:lnTo>
                <a:lnTo>
                  <a:pt x="2231" y="2648"/>
                </a:lnTo>
                <a:lnTo>
                  <a:pt x="2231" y="2647"/>
                </a:lnTo>
                <a:lnTo>
                  <a:pt x="2230" y="2647"/>
                </a:lnTo>
                <a:lnTo>
                  <a:pt x="2230" y="2646"/>
                </a:lnTo>
                <a:lnTo>
                  <a:pt x="2229" y="2646"/>
                </a:lnTo>
                <a:lnTo>
                  <a:pt x="2229" y="2645"/>
                </a:lnTo>
                <a:lnTo>
                  <a:pt x="2229" y="2644"/>
                </a:lnTo>
                <a:lnTo>
                  <a:pt x="2228" y="2644"/>
                </a:lnTo>
                <a:lnTo>
                  <a:pt x="2228" y="2643"/>
                </a:lnTo>
                <a:lnTo>
                  <a:pt x="2229" y="2643"/>
                </a:lnTo>
                <a:lnTo>
                  <a:pt x="2229" y="2642"/>
                </a:lnTo>
                <a:lnTo>
                  <a:pt x="2230" y="2642"/>
                </a:lnTo>
                <a:lnTo>
                  <a:pt x="2230" y="2641"/>
                </a:lnTo>
                <a:lnTo>
                  <a:pt x="2230" y="2640"/>
                </a:lnTo>
                <a:lnTo>
                  <a:pt x="2229" y="2640"/>
                </a:lnTo>
                <a:lnTo>
                  <a:pt x="2228" y="2640"/>
                </a:lnTo>
                <a:lnTo>
                  <a:pt x="2228" y="2639"/>
                </a:lnTo>
                <a:lnTo>
                  <a:pt x="2228" y="2638"/>
                </a:lnTo>
                <a:lnTo>
                  <a:pt x="2228" y="2637"/>
                </a:lnTo>
                <a:lnTo>
                  <a:pt x="2228" y="2636"/>
                </a:lnTo>
                <a:lnTo>
                  <a:pt x="2228" y="2635"/>
                </a:lnTo>
                <a:lnTo>
                  <a:pt x="2228" y="2634"/>
                </a:lnTo>
                <a:lnTo>
                  <a:pt x="2227" y="2634"/>
                </a:lnTo>
                <a:lnTo>
                  <a:pt x="2227" y="2633"/>
                </a:lnTo>
                <a:lnTo>
                  <a:pt x="2226" y="2633"/>
                </a:lnTo>
                <a:lnTo>
                  <a:pt x="2225" y="2633"/>
                </a:lnTo>
                <a:lnTo>
                  <a:pt x="2225" y="2632"/>
                </a:lnTo>
                <a:lnTo>
                  <a:pt x="2224" y="2632"/>
                </a:lnTo>
                <a:lnTo>
                  <a:pt x="2224" y="2631"/>
                </a:lnTo>
                <a:lnTo>
                  <a:pt x="2224" y="2630"/>
                </a:lnTo>
                <a:lnTo>
                  <a:pt x="2223" y="2630"/>
                </a:lnTo>
                <a:lnTo>
                  <a:pt x="2224" y="2630"/>
                </a:lnTo>
                <a:lnTo>
                  <a:pt x="2224" y="2629"/>
                </a:lnTo>
                <a:lnTo>
                  <a:pt x="2224" y="2628"/>
                </a:lnTo>
                <a:lnTo>
                  <a:pt x="2225" y="2628"/>
                </a:lnTo>
                <a:lnTo>
                  <a:pt x="2226" y="2628"/>
                </a:lnTo>
                <a:lnTo>
                  <a:pt x="2226" y="2627"/>
                </a:lnTo>
                <a:lnTo>
                  <a:pt x="2226" y="2626"/>
                </a:lnTo>
                <a:lnTo>
                  <a:pt x="2226" y="2625"/>
                </a:lnTo>
                <a:lnTo>
                  <a:pt x="2226" y="2624"/>
                </a:lnTo>
                <a:lnTo>
                  <a:pt x="2226" y="2623"/>
                </a:lnTo>
                <a:lnTo>
                  <a:pt x="2225" y="2623"/>
                </a:lnTo>
                <a:lnTo>
                  <a:pt x="2225" y="2622"/>
                </a:lnTo>
                <a:lnTo>
                  <a:pt x="2225" y="2621"/>
                </a:lnTo>
                <a:lnTo>
                  <a:pt x="2224" y="2621"/>
                </a:lnTo>
                <a:lnTo>
                  <a:pt x="2223" y="2621"/>
                </a:lnTo>
                <a:lnTo>
                  <a:pt x="2222" y="2621"/>
                </a:lnTo>
                <a:lnTo>
                  <a:pt x="2222" y="2620"/>
                </a:lnTo>
                <a:lnTo>
                  <a:pt x="2221" y="2620"/>
                </a:lnTo>
                <a:lnTo>
                  <a:pt x="2221" y="2619"/>
                </a:lnTo>
                <a:lnTo>
                  <a:pt x="2220" y="2619"/>
                </a:lnTo>
                <a:lnTo>
                  <a:pt x="2220" y="2618"/>
                </a:lnTo>
                <a:lnTo>
                  <a:pt x="2220" y="2617"/>
                </a:lnTo>
                <a:lnTo>
                  <a:pt x="2220" y="2616"/>
                </a:lnTo>
                <a:lnTo>
                  <a:pt x="2220" y="2615"/>
                </a:lnTo>
                <a:lnTo>
                  <a:pt x="2221" y="2615"/>
                </a:lnTo>
                <a:lnTo>
                  <a:pt x="2220" y="2615"/>
                </a:lnTo>
                <a:lnTo>
                  <a:pt x="2221" y="2614"/>
                </a:lnTo>
                <a:lnTo>
                  <a:pt x="2221" y="2613"/>
                </a:lnTo>
                <a:lnTo>
                  <a:pt x="2221" y="2611"/>
                </a:lnTo>
                <a:lnTo>
                  <a:pt x="2221" y="2610"/>
                </a:lnTo>
                <a:lnTo>
                  <a:pt x="2221" y="2609"/>
                </a:lnTo>
                <a:lnTo>
                  <a:pt x="2222" y="2609"/>
                </a:lnTo>
                <a:lnTo>
                  <a:pt x="2222" y="2608"/>
                </a:lnTo>
                <a:lnTo>
                  <a:pt x="2222" y="2607"/>
                </a:lnTo>
                <a:lnTo>
                  <a:pt x="2222" y="2606"/>
                </a:lnTo>
                <a:lnTo>
                  <a:pt x="2222" y="2605"/>
                </a:lnTo>
                <a:lnTo>
                  <a:pt x="2222" y="2604"/>
                </a:lnTo>
                <a:lnTo>
                  <a:pt x="2222" y="2603"/>
                </a:lnTo>
                <a:lnTo>
                  <a:pt x="2221" y="2602"/>
                </a:lnTo>
                <a:lnTo>
                  <a:pt x="2221" y="2601"/>
                </a:lnTo>
                <a:lnTo>
                  <a:pt x="2220" y="2600"/>
                </a:lnTo>
                <a:lnTo>
                  <a:pt x="2220" y="2599"/>
                </a:lnTo>
                <a:lnTo>
                  <a:pt x="2219" y="2599"/>
                </a:lnTo>
                <a:lnTo>
                  <a:pt x="2218" y="2598"/>
                </a:lnTo>
                <a:lnTo>
                  <a:pt x="2217" y="2598"/>
                </a:lnTo>
                <a:lnTo>
                  <a:pt x="2217" y="2597"/>
                </a:lnTo>
                <a:lnTo>
                  <a:pt x="2216" y="2596"/>
                </a:lnTo>
                <a:lnTo>
                  <a:pt x="2216" y="2595"/>
                </a:lnTo>
                <a:lnTo>
                  <a:pt x="2216" y="2594"/>
                </a:lnTo>
                <a:lnTo>
                  <a:pt x="2215" y="2594"/>
                </a:lnTo>
                <a:lnTo>
                  <a:pt x="2214" y="2594"/>
                </a:lnTo>
                <a:lnTo>
                  <a:pt x="2213" y="2594"/>
                </a:lnTo>
                <a:lnTo>
                  <a:pt x="2213" y="2595"/>
                </a:lnTo>
                <a:lnTo>
                  <a:pt x="2212" y="2595"/>
                </a:lnTo>
                <a:lnTo>
                  <a:pt x="2212" y="2596"/>
                </a:lnTo>
                <a:lnTo>
                  <a:pt x="2211" y="2595"/>
                </a:lnTo>
                <a:lnTo>
                  <a:pt x="2210" y="2595"/>
                </a:lnTo>
                <a:lnTo>
                  <a:pt x="2209" y="2594"/>
                </a:lnTo>
                <a:lnTo>
                  <a:pt x="2209" y="2593"/>
                </a:lnTo>
                <a:lnTo>
                  <a:pt x="2209" y="2592"/>
                </a:lnTo>
                <a:lnTo>
                  <a:pt x="2209" y="2591"/>
                </a:lnTo>
                <a:lnTo>
                  <a:pt x="2210" y="2589"/>
                </a:lnTo>
                <a:lnTo>
                  <a:pt x="2210" y="2588"/>
                </a:lnTo>
                <a:lnTo>
                  <a:pt x="2209" y="2587"/>
                </a:lnTo>
                <a:lnTo>
                  <a:pt x="2208" y="2586"/>
                </a:lnTo>
                <a:lnTo>
                  <a:pt x="2207" y="2585"/>
                </a:lnTo>
                <a:lnTo>
                  <a:pt x="2206" y="2585"/>
                </a:lnTo>
                <a:lnTo>
                  <a:pt x="2205" y="2585"/>
                </a:lnTo>
                <a:lnTo>
                  <a:pt x="2204" y="2584"/>
                </a:lnTo>
                <a:lnTo>
                  <a:pt x="2204" y="2583"/>
                </a:lnTo>
                <a:lnTo>
                  <a:pt x="2205" y="2582"/>
                </a:lnTo>
                <a:lnTo>
                  <a:pt x="2204" y="2582"/>
                </a:lnTo>
                <a:lnTo>
                  <a:pt x="2203" y="2582"/>
                </a:lnTo>
                <a:lnTo>
                  <a:pt x="2203" y="2581"/>
                </a:lnTo>
                <a:lnTo>
                  <a:pt x="2202" y="2580"/>
                </a:lnTo>
                <a:lnTo>
                  <a:pt x="2200" y="2578"/>
                </a:lnTo>
                <a:lnTo>
                  <a:pt x="2200" y="2577"/>
                </a:lnTo>
                <a:lnTo>
                  <a:pt x="2197" y="2577"/>
                </a:lnTo>
                <a:lnTo>
                  <a:pt x="2196" y="2578"/>
                </a:lnTo>
                <a:lnTo>
                  <a:pt x="2195" y="2579"/>
                </a:lnTo>
                <a:lnTo>
                  <a:pt x="2194" y="2579"/>
                </a:lnTo>
                <a:lnTo>
                  <a:pt x="2194" y="2580"/>
                </a:lnTo>
                <a:lnTo>
                  <a:pt x="2194" y="2581"/>
                </a:lnTo>
                <a:lnTo>
                  <a:pt x="2191" y="2581"/>
                </a:lnTo>
                <a:lnTo>
                  <a:pt x="2190" y="2581"/>
                </a:lnTo>
                <a:lnTo>
                  <a:pt x="2189" y="2579"/>
                </a:lnTo>
                <a:lnTo>
                  <a:pt x="2189" y="2578"/>
                </a:lnTo>
                <a:lnTo>
                  <a:pt x="2188" y="2577"/>
                </a:lnTo>
                <a:lnTo>
                  <a:pt x="2187" y="2577"/>
                </a:lnTo>
                <a:lnTo>
                  <a:pt x="2187" y="2576"/>
                </a:lnTo>
                <a:lnTo>
                  <a:pt x="2186" y="2576"/>
                </a:lnTo>
                <a:lnTo>
                  <a:pt x="2185" y="2576"/>
                </a:lnTo>
                <a:lnTo>
                  <a:pt x="2185" y="2575"/>
                </a:lnTo>
                <a:lnTo>
                  <a:pt x="2185" y="2574"/>
                </a:lnTo>
                <a:lnTo>
                  <a:pt x="2185" y="2573"/>
                </a:lnTo>
                <a:lnTo>
                  <a:pt x="2185" y="2572"/>
                </a:lnTo>
                <a:lnTo>
                  <a:pt x="2184" y="2572"/>
                </a:lnTo>
                <a:lnTo>
                  <a:pt x="2184" y="2571"/>
                </a:lnTo>
                <a:lnTo>
                  <a:pt x="2184" y="2570"/>
                </a:lnTo>
                <a:lnTo>
                  <a:pt x="2185" y="2570"/>
                </a:lnTo>
                <a:lnTo>
                  <a:pt x="2185" y="2569"/>
                </a:lnTo>
                <a:lnTo>
                  <a:pt x="2184" y="2569"/>
                </a:lnTo>
                <a:lnTo>
                  <a:pt x="2184" y="2567"/>
                </a:lnTo>
                <a:lnTo>
                  <a:pt x="2184" y="2566"/>
                </a:lnTo>
                <a:lnTo>
                  <a:pt x="2183" y="2564"/>
                </a:lnTo>
                <a:lnTo>
                  <a:pt x="2182" y="2564"/>
                </a:lnTo>
                <a:lnTo>
                  <a:pt x="2181" y="2563"/>
                </a:lnTo>
                <a:lnTo>
                  <a:pt x="2180" y="2563"/>
                </a:lnTo>
                <a:lnTo>
                  <a:pt x="2180" y="2562"/>
                </a:lnTo>
                <a:lnTo>
                  <a:pt x="2179" y="2561"/>
                </a:lnTo>
                <a:lnTo>
                  <a:pt x="2178" y="2561"/>
                </a:lnTo>
                <a:lnTo>
                  <a:pt x="2178" y="2560"/>
                </a:lnTo>
                <a:lnTo>
                  <a:pt x="2175" y="2560"/>
                </a:lnTo>
                <a:lnTo>
                  <a:pt x="2175" y="2561"/>
                </a:lnTo>
                <a:lnTo>
                  <a:pt x="2174" y="2562"/>
                </a:lnTo>
                <a:lnTo>
                  <a:pt x="2173" y="2562"/>
                </a:lnTo>
                <a:lnTo>
                  <a:pt x="2172" y="2562"/>
                </a:lnTo>
                <a:lnTo>
                  <a:pt x="2172" y="2561"/>
                </a:lnTo>
                <a:lnTo>
                  <a:pt x="2172" y="2560"/>
                </a:lnTo>
                <a:lnTo>
                  <a:pt x="2171" y="2560"/>
                </a:lnTo>
                <a:lnTo>
                  <a:pt x="2171" y="2559"/>
                </a:lnTo>
                <a:lnTo>
                  <a:pt x="2170" y="2559"/>
                </a:lnTo>
                <a:lnTo>
                  <a:pt x="2169" y="2559"/>
                </a:lnTo>
                <a:lnTo>
                  <a:pt x="2169" y="2560"/>
                </a:lnTo>
                <a:lnTo>
                  <a:pt x="2168" y="2561"/>
                </a:lnTo>
                <a:lnTo>
                  <a:pt x="2167" y="2561"/>
                </a:lnTo>
                <a:lnTo>
                  <a:pt x="2167" y="2562"/>
                </a:lnTo>
                <a:lnTo>
                  <a:pt x="2166" y="2562"/>
                </a:lnTo>
                <a:lnTo>
                  <a:pt x="2165" y="2563"/>
                </a:lnTo>
                <a:lnTo>
                  <a:pt x="2165" y="2564"/>
                </a:lnTo>
                <a:lnTo>
                  <a:pt x="2164" y="2564"/>
                </a:lnTo>
                <a:lnTo>
                  <a:pt x="2164" y="2567"/>
                </a:lnTo>
                <a:lnTo>
                  <a:pt x="2165" y="2569"/>
                </a:lnTo>
                <a:lnTo>
                  <a:pt x="2165" y="2570"/>
                </a:lnTo>
                <a:lnTo>
                  <a:pt x="2164" y="2570"/>
                </a:lnTo>
                <a:lnTo>
                  <a:pt x="2163" y="2571"/>
                </a:lnTo>
                <a:lnTo>
                  <a:pt x="2163" y="2572"/>
                </a:lnTo>
                <a:lnTo>
                  <a:pt x="2163" y="2573"/>
                </a:lnTo>
                <a:lnTo>
                  <a:pt x="2163" y="2574"/>
                </a:lnTo>
                <a:lnTo>
                  <a:pt x="2162" y="2574"/>
                </a:lnTo>
                <a:lnTo>
                  <a:pt x="2161" y="2575"/>
                </a:lnTo>
                <a:lnTo>
                  <a:pt x="2161" y="2576"/>
                </a:lnTo>
                <a:lnTo>
                  <a:pt x="2162" y="2576"/>
                </a:lnTo>
                <a:lnTo>
                  <a:pt x="2162" y="2577"/>
                </a:lnTo>
                <a:lnTo>
                  <a:pt x="2162" y="2578"/>
                </a:lnTo>
                <a:lnTo>
                  <a:pt x="2162" y="2579"/>
                </a:lnTo>
                <a:lnTo>
                  <a:pt x="2163" y="2579"/>
                </a:lnTo>
                <a:lnTo>
                  <a:pt x="2163" y="2580"/>
                </a:lnTo>
                <a:lnTo>
                  <a:pt x="2164" y="2580"/>
                </a:lnTo>
                <a:lnTo>
                  <a:pt x="2164" y="2581"/>
                </a:lnTo>
                <a:lnTo>
                  <a:pt x="2165" y="2581"/>
                </a:lnTo>
                <a:lnTo>
                  <a:pt x="2164" y="2582"/>
                </a:lnTo>
                <a:lnTo>
                  <a:pt x="2163" y="2582"/>
                </a:lnTo>
                <a:lnTo>
                  <a:pt x="2162" y="2582"/>
                </a:lnTo>
                <a:lnTo>
                  <a:pt x="2161" y="2583"/>
                </a:lnTo>
                <a:lnTo>
                  <a:pt x="2160" y="2583"/>
                </a:lnTo>
                <a:lnTo>
                  <a:pt x="2160" y="2584"/>
                </a:lnTo>
                <a:lnTo>
                  <a:pt x="2161" y="2585"/>
                </a:lnTo>
                <a:lnTo>
                  <a:pt x="2161" y="2586"/>
                </a:lnTo>
                <a:lnTo>
                  <a:pt x="2160" y="2586"/>
                </a:lnTo>
                <a:lnTo>
                  <a:pt x="2160" y="2587"/>
                </a:lnTo>
                <a:lnTo>
                  <a:pt x="2159" y="2587"/>
                </a:lnTo>
                <a:lnTo>
                  <a:pt x="2158" y="2586"/>
                </a:lnTo>
                <a:lnTo>
                  <a:pt x="2157" y="2585"/>
                </a:lnTo>
                <a:lnTo>
                  <a:pt x="2156" y="2585"/>
                </a:lnTo>
                <a:lnTo>
                  <a:pt x="2155" y="2585"/>
                </a:lnTo>
                <a:lnTo>
                  <a:pt x="2154" y="2586"/>
                </a:lnTo>
                <a:lnTo>
                  <a:pt x="2154" y="2587"/>
                </a:lnTo>
                <a:lnTo>
                  <a:pt x="2155" y="2587"/>
                </a:lnTo>
                <a:lnTo>
                  <a:pt x="2155" y="2588"/>
                </a:lnTo>
                <a:lnTo>
                  <a:pt x="2155" y="2589"/>
                </a:lnTo>
                <a:lnTo>
                  <a:pt x="2155" y="2590"/>
                </a:lnTo>
                <a:lnTo>
                  <a:pt x="2152" y="2590"/>
                </a:lnTo>
                <a:lnTo>
                  <a:pt x="2151" y="2590"/>
                </a:lnTo>
                <a:lnTo>
                  <a:pt x="2150" y="2590"/>
                </a:lnTo>
                <a:lnTo>
                  <a:pt x="2149" y="2591"/>
                </a:lnTo>
                <a:lnTo>
                  <a:pt x="2149" y="2593"/>
                </a:lnTo>
                <a:lnTo>
                  <a:pt x="2150" y="2594"/>
                </a:lnTo>
                <a:lnTo>
                  <a:pt x="2150" y="2595"/>
                </a:lnTo>
                <a:lnTo>
                  <a:pt x="2150" y="2596"/>
                </a:lnTo>
                <a:lnTo>
                  <a:pt x="2150" y="2597"/>
                </a:lnTo>
                <a:lnTo>
                  <a:pt x="2150" y="2598"/>
                </a:lnTo>
                <a:lnTo>
                  <a:pt x="2150" y="2599"/>
                </a:lnTo>
                <a:lnTo>
                  <a:pt x="2149" y="2599"/>
                </a:lnTo>
                <a:lnTo>
                  <a:pt x="2148" y="2600"/>
                </a:lnTo>
                <a:lnTo>
                  <a:pt x="2147" y="2600"/>
                </a:lnTo>
                <a:lnTo>
                  <a:pt x="2148" y="2601"/>
                </a:lnTo>
                <a:lnTo>
                  <a:pt x="2148" y="2602"/>
                </a:lnTo>
                <a:lnTo>
                  <a:pt x="2149" y="2602"/>
                </a:lnTo>
                <a:lnTo>
                  <a:pt x="2149" y="2603"/>
                </a:lnTo>
                <a:lnTo>
                  <a:pt x="2148" y="2604"/>
                </a:lnTo>
                <a:lnTo>
                  <a:pt x="2146" y="2605"/>
                </a:lnTo>
                <a:lnTo>
                  <a:pt x="2146" y="2606"/>
                </a:lnTo>
                <a:lnTo>
                  <a:pt x="2145" y="2606"/>
                </a:lnTo>
                <a:lnTo>
                  <a:pt x="2146" y="2608"/>
                </a:lnTo>
                <a:lnTo>
                  <a:pt x="2146" y="2609"/>
                </a:lnTo>
                <a:lnTo>
                  <a:pt x="2147" y="2609"/>
                </a:lnTo>
                <a:lnTo>
                  <a:pt x="2148" y="2609"/>
                </a:lnTo>
                <a:lnTo>
                  <a:pt x="2149" y="2609"/>
                </a:lnTo>
                <a:lnTo>
                  <a:pt x="2150" y="2608"/>
                </a:lnTo>
                <a:lnTo>
                  <a:pt x="2151" y="2608"/>
                </a:lnTo>
                <a:lnTo>
                  <a:pt x="2152" y="2608"/>
                </a:lnTo>
                <a:lnTo>
                  <a:pt x="2152" y="2609"/>
                </a:lnTo>
                <a:lnTo>
                  <a:pt x="2151" y="2610"/>
                </a:lnTo>
                <a:lnTo>
                  <a:pt x="2152" y="2611"/>
                </a:lnTo>
                <a:lnTo>
                  <a:pt x="2153" y="2612"/>
                </a:lnTo>
                <a:lnTo>
                  <a:pt x="2154" y="2612"/>
                </a:lnTo>
                <a:lnTo>
                  <a:pt x="2155" y="2613"/>
                </a:lnTo>
                <a:lnTo>
                  <a:pt x="2155" y="2614"/>
                </a:lnTo>
                <a:lnTo>
                  <a:pt x="2154" y="2615"/>
                </a:lnTo>
                <a:lnTo>
                  <a:pt x="2153" y="2615"/>
                </a:lnTo>
                <a:lnTo>
                  <a:pt x="2153" y="2616"/>
                </a:lnTo>
                <a:lnTo>
                  <a:pt x="2152" y="2617"/>
                </a:lnTo>
                <a:lnTo>
                  <a:pt x="2152" y="2618"/>
                </a:lnTo>
                <a:lnTo>
                  <a:pt x="2152" y="2620"/>
                </a:lnTo>
                <a:lnTo>
                  <a:pt x="2152" y="2621"/>
                </a:lnTo>
                <a:lnTo>
                  <a:pt x="2151" y="2621"/>
                </a:lnTo>
                <a:lnTo>
                  <a:pt x="2151" y="2622"/>
                </a:lnTo>
                <a:lnTo>
                  <a:pt x="2152" y="2622"/>
                </a:lnTo>
                <a:lnTo>
                  <a:pt x="2153" y="2623"/>
                </a:lnTo>
                <a:lnTo>
                  <a:pt x="2152" y="2624"/>
                </a:lnTo>
                <a:lnTo>
                  <a:pt x="2151" y="2624"/>
                </a:lnTo>
                <a:lnTo>
                  <a:pt x="2152" y="2625"/>
                </a:lnTo>
                <a:lnTo>
                  <a:pt x="2152" y="2626"/>
                </a:lnTo>
                <a:lnTo>
                  <a:pt x="2153" y="2626"/>
                </a:lnTo>
                <a:lnTo>
                  <a:pt x="2153" y="2627"/>
                </a:lnTo>
                <a:lnTo>
                  <a:pt x="2152" y="2627"/>
                </a:lnTo>
                <a:lnTo>
                  <a:pt x="2151" y="2627"/>
                </a:lnTo>
                <a:lnTo>
                  <a:pt x="2151" y="2628"/>
                </a:lnTo>
                <a:lnTo>
                  <a:pt x="2150" y="2628"/>
                </a:lnTo>
                <a:lnTo>
                  <a:pt x="2150" y="2627"/>
                </a:lnTo>
                <a:lnTo>
                  <a:pt x="2149" y="2627"/>
                </a:lnTo>
                <a:lnTo>
                  <a:pt x="2148" y="2627"/>
                </a:lnTo>
                <a:lnTo>
                  <a:pt x="2147" y="2627"/>
                </a:lnTo>
                <a:lnTo>
                  <a:pt x="2147" y="2625"/>
                </a:lnTo>
                <a:lnTo>
                  <a:pt x="2146" y="2624"/>
                </a:lnTo>
                <a:lnTo>
                  <a:pt x="2146" y="2623"/>
                </a:lnTo>
                <a:lnTo>
                  <a:pt x="2145" y="2623"/>
                </a:lnTo>
                <a:lnTo>
                  <a:pt x="2145" y="2624"/>
                </a:lnTo>
                <a:lnTo>
                  <a:pt x="2144" y="2624"/>
                </a:lnTo>
                <a:lnTo>
                  <a:pt x="2143" y="2624"/>
                </a:lnTo>
                <a:lnTo>
                  <a:pt x="2143" y="2625"/>
                </a:lnTo>
                <a:lnTo>
                  <a:pt x="2142" y="2625"/>
                </a:lnTo>
                <a:lnTo>
                  <a:pt x="2141" y="2625"/>
                </a:lnTo>
                <a:lnTo>
                  <a:pt x="2141" y="2626"/>
                </a:lnTo>
                <a:lnTo>
                  <a:pt x="2140" y="2626"/>
                </a:lnTo>
                <a:lnTo>
                  <a:pt x="2139" y="2627"/>
                </a:lnTo>
                <a:lnTo>
                  <a:pt x="2139" y="2628"/>
                </a:lnTo>
                <a:lnTo>
                  <a:pt x="2138" y="2628"/>
                </a:lnTo>
                <a:lnTo>
                  <a:pt x="2138" y="2629"/>
                </a:lnTo>
                <a:lnTo>
                  <a:pt x="2137" y="2629"/>
                </a:lnTo>
                <a:lnTo>
                  <a:pt x="2136" y="2630"/>
                </a:lnTo>
                <a:lnTo>
                  <a:pt x="2136" y="2631"/>
                </a:lnTo>
                <a:lnTo>
                  <a:pt x="2135" y="2632"/>
                </a:lnTo>
                <a:lnTo>
                  <a:pt x="2134" y="2632"/>
                </a:lnTo>
                <a:lnTo>
                  <a:pt x="2133" y="2633"/>
                </a:lnTo>
                <a:lnTo>
                  <a:pt x="2133" y="2634"/>
                </a:lnTo>
                <a:lnTo>
                  <a:pt x="2132" y="2634"/>
                </a:lnTo>
                <a:lnTo>
                  <a:pt x="2132" y="2635"/>
                </a:lnTo>
                <a:lnTo>
                  <a:pt x="2131" y="2635"/>
                </a:lnTo>
                <a:lnTo>
                  <a:pt x="2130" y="2635"/>
                </a:lnTo>
                <a:lnTo>
                  <a:pt x="2130" y="2636"/>
                </a:lnTo>
                <a:lnTo>
                  <a:pt x="2129" y="2636"/>
                </a:lnTo>
                <a:lnTo>
                  <a:pt x="2129" y="2637"/>
                </a:lnTo>
                <a:lnTo>
                  <a:pt x="2128" y="2637"/>
                </a:lnTo>
                <a:lnTo>
                  <a:pt x="2127" y="2637"/>
                </a:lnTo>
                <a:lnTo>
                  <a:pt x="2127" y="2638"/>
                </a:lnTo>
                <a:lnTo>
                  <a:pt x="2127" y="2639"/>
                </a:lnTo>
                <a:lnTo>
                  <a:pt x="2127" y="2641"/>
                </a:lnTo>
                <a:lnTo>
                  <a:pt x="2126" y="2641"/>
                </a:lnTo>
                <a:lnTo>
                  <a:pt x="2126" y="2640"/>
                </a:lnTo>
                <a:lnTo>
                  <a:pt x="2126" y="2639"/>
                </a:lnTo>
                <a:lnTo>
                  <a:pt x="2125" y="2639"/>
                </a:lnTo>
                <a:lnTo>
                  <a:pt x="2125" y="2638"/>
                </a:lnTo>
                <a:lnTo>
                  <a:pt x="2125" y="2637"/>
                </a:lnTo>
                <a:lnTo>
                  <a:pt x="2124" y="2636"/>
                </a:lnTo>
                <a:lnTo>
                  <a:pt x="2124" y="2635"/>
                </a:lnTo>
                <a:lnTo>
                  <a:pt x="2123" y="2635"/>
                </a:lnTo>
                <a:lnTo>
                  <a:pt x="2123" y="2634"/>
                </a:lnTo>
                <a:lnTo>
                  <a:pt x="2122" y="2634"/>
                </a:lnTo>
                <a:lnTo>
                  <a:pt x="2122" y="2633"/>
                </a:lnTo>
                <a:lnTo>
                  <a:pt x="2121" y="2633"/>
                </a:lnTo>
                <a:lnTo>
                  <a:pt x="2121" y="2634"/>
                </a:lnTo>
                <a:lnTo>
                  <a:pt x="2120" y="2634"/>
                </a:lnTo>
                <a:lnTo>
                  <a:pt x="2119" y="2634"/>
                </a:lnTo>
                <a:lnTo>
                  <a:pt x="2118" y="2634"/>
                </a:lnTo>
                <a:lnTo>
                  <a:pt x="2117" y="2634"/>
                </a:lnTo>
                <a:lnTo>
                  <a:pt x="2117" y="2633"/>
                </a:lnTo>
                <a:lnTo>
                  <a:pt x="2117" y="2632"/>
                </a:lnTo>
                <a:lnTo>
                  <a:pt x="2116" y="2632"/>
                </a:lnTo>
                <a:lnTo>
                  <a:pt x="2116" y="2631"/>
                </a:lnTo>
                <a:lnTo>
                  <a:pt x="2116" y="2630"/>
                </a:lnTo>
                <a:lnTo>
                  <a:pt x="2115" y="2630"/>
                </a:lnTo>
                <a:lnTo>
                  <a:pt x="2115" y="2629"/>
                </a:lnTo>
                <a:lnTo>
                  <a:pt x="2114" y="2629"/>
                </a:lnTo>
                <a:lnTo>
                  <a:pt x="2113" y="2628"/>
                </a:lnTo>
                <a:lnTo>
                  <a:pt x="2112" y="2628"/>
                </a:lnTo>
                <a:lnTo>
                  <a:pt x="2112" y="2627"/>
                </a:lnTo>
                <a:lnTo>
                  <a:pt x="2111" y="2627"/>
                </a:lnTo>
                <a:lnTo>
                  <a:pt x="2110" y="2627"/>
                </a:lnTo>
                <a:lnTo>
                  <a:pt x="2109" y="2627"/>
                </a:lnTo>
                <a:lnTo>
                  <a:pt x="2108" y="2627"/>
                </a:lnTo>
                <a:lnTo>
                  <a:pt x="2108" y="2628"/>
                </a:lnTo>
                <a:lnTo>
                  <a:pt x="2107" y="2628"/>
                </a:lnTo>
                <a:lnTo>
                  <a:pt x="2106" y="2627"/>
                </a:lnTo>
                <a:lnTo>
                  <a:pt x="2106" y="2628"/>
                </a:lnTo>
                <a:lnTo>
                  <a:pt x="2105" y="2628"/>
                </a:lnTo>
                <a:lnTo>
                  <a:pt x="2105" y="2627"/>
                </a:lnTo>
                <a:lnTo>
                  <a:pt x="2104" y="2627"/>
                </a:lnTo>
                <a:lnTo>
                  <a:pt x="2103" y="2626"/>
                </a:lnTo>
                <a:lnTo>
                  <a:pt x="2102" y="2626"/>
                </a:lnTo>
                <a:lnTo>
                  <a:pt x="2101" y="2625"/>
                </a:lnTo>
                <a:lnTo>
                  <a:pt x="2101" y="2624"/>
                </a:lnTo>
                <a:lnTo>
                  <a:pt x="2100" y="2624"/>
                </a:lnTo>
                <a:lnTo>
                  <a:pt x="2100" y="2623"/>
                </a:lnTo>
                <a:lnTo>
                  <a:pt x="2100" y="2622"/>
                </a:lnTo>
                <a:lnTo>
                  <a:pt x="2099" y="2622"/>
                </a:lnTo>
                <a:lnTo>
                  <a:pt x="2098" y="2622"/>
                </a:lnTo>
                <a:lnTo>
                  <a:pt x="2097" y="2622"/>
                </a:lnTo>
                <a:lnTo>
                  <a:pt x="2097" y="2621"/>
                </a:lnTo>
                <a:lnTo>
                  <a:pt x="2096" y="2621"/>
                </a:lnTo>
                <a:lnTo>
                  <a:pt x="2095" y="2620"/>
                </a:lnTo>
                <a:lnTo>
                  <a:pt x="2094" y="2620"/>
                </a:lnTo>
                <a:lnTo>
                  <a:pt x="2093" y="2620"/>
                </a:lnTo>
                <a:lnTo>
                  <a:pt x="2093" y="2619"/>
                </a:lnTo>
                <a:lnTo>
                  <a:pt x="2092" y="2619"/>
                </a:lnTo>
                <a:lnTo>
                  <a:pt x="2091" y="2619"/>
                </a:lnTo>
                <a:lnTo>
                  <a:pt x="2091" y="2620"/>
                </a:lnTo>
                <a:lnTo>
                  <a:pt x="2090" y="2620"/>
                </a:lnTo>
                <a:lnTo>
                  <a:pt x="2089" y="2620"/>
                </a:lnTo>
                <a:lnTo>
                  <a:pt x="2089" y="2619"/>
                </a:lnTo>
                <a:lnTo>
                  <a:pt x="2088" y="2619"/>
                </a:lnTo>
                <a:lnTo>
                  <a:pt x="2088" y="2618"/>
                </a:lnTo>
                <a:lnTo>
                  <a:pt x="2087" y="2618"/>
                </a:lnTo>
                <a:lnTo>
                  <a:pt x="2087" y="2617"/>
                </a:lnTo>
                <a:lnTo>
                  <a:pt x="2086" y="2617"/>
                </a:lnTo>
                <a:lnTo>
                  <a:pt x="2086" y="2616"/>
                </a:lnTo>
                <a:lnTo>
                  <a:pt x="2085" y="2616"/>
                </a:lnTo>
                <a:lnTo>
                  <a:pt x="2085" y="2615"/>
                </a:lnTo>
                <a:lnTo>
                  <a:pt x="2085" y="2614"/>
                </a:lnTo>
                <a:lnTo>
                  <a:pt x="2085" y="2613"/>
                </a:lnTo>
                <a:lnTo>
                  <a:pt x="2084" y="2612"/>
                </a:lnTo>
                <a:lnTo>
                  <a:pt x="2083" y="2611"/>
                </a:lnTo>
                <a:lnTo>
                  <a:pt x="2082" y="2610"/>
                </a:lnTo>
                <a:lnTo>
                  <a:pt x="2081" y="2610"/>
                </a:lnTo>
                <a:lnTo>
                  <a:pt x="2080" y="2609"/>
                </a:lnTo>
                <a:lnTo>
                  <a:pt x="2080" y="2608"/>
                </a:lnTo>
                <a:lnTo>
                  <a:pt x="2079" y="2608"/>
                </a:lnTo>
                <a:lnTo>
                  <a:pt x="2078" y="2608"/>
                </a:lnTo>
                <a:lnTo>
                  <a:pt x="2077" y="2608"/>
                </a:lnTo>
                <a:lnTo>
                  <a:pt x="2077" y="2607"/>
                </a:lnTo>
                <a:lnTo>
                  <a:pt x="2076" y="2607"/>
                </a:lnTo>
                <a:lnTo>
                  <a:pt x="2075" y="2607"/>
                </a:lnTo>
                <a:lnTo>
                  <a:pt x="2074" y="2607"/>
                </a:lnTo>
                <a:lnTo>
                  <a:pt x="2073" y="2608"/>
                </a:lnTo>
                <a:lnTo>
                  <a:pt x="2073" y="2607"/>
                </a:lnTo>
                <a:lnTo>
                  <a:pt x="2072" y="2607"/>
                </a:lnTo>
                <a:lnTo>
                  <a:pt x="2072" y="2605"/>
                </a:lnTo>
                <a:lnTo>
                  <a:pt x="2072" y="2604"/>
                </a:lnTo>
                <a:lnTo>
                  <a:pt x="2071" y="2603"/>
                </a:lnTo>
                <a:lnTo>
                  <a:pt x="2071" y="2602"/>
                </a:lnTo>
                <a:lnTo>
                  <a:pt x="2070" y="2601"/>
                </a:lnTo>
                <a:lnTo>
                  <a:pt x="2069" y="2599"/>
                </a:lnTo>
                <a:lnTo>
                  <a:pt x="2068" y="2599"/>
                </a:lnTo>
                <a:lnTo>
                  <a:pt x="2067" y="2598"/>
                </a:lnTo>
                <a:lnTo>
                  <a:pt x="2066" y="2598"/>
                </a:lnTo>
                <a:lnTo>
                  <a:pt x="2065" y="2599"/>
                </a:lnTo>
                <a:lnTo>
                  <a:pt x="2064" y="2599"/>
                </a:lnTo>
                <a:lnTo>
                  <a:pt x="2063" y="2599"/>
                </a:lnTo>
                <a:lnTo>
                  <a:pt x="2063" y="2600"/>
                </a:lnTo>
                <a:lnTo>
                  <a:pt x="2064" y="2601"/>
                </a:lnTo>
                <a:lnTo>
                  <a:pt x="2064" y="2602"/>
                </a:lnTo>
                <a:lnTo>
                  <a:pt x="2063" y="2602"/>
                </a:lnTo>
                <a:lnTo>
                  <a:pt x="2062" y="2602"/>
                </a:lnTo>
                <a:lnTo>
                  <a:pt x="2061" y="2602"/>
                </a:lnTo>
                <a:lnTo>
                  <a:pt x="2060" y="2602"/>
                </a:lnTo>
                <a:lnTo>
                  <a:pt x="2059" y="2601"/>
                </a:lnTo>
                <a:lnTo>
                  <a:pt x="2058" y="2601"/>
                </a:lnTo>
                <a:lnTo>
                  <a:pt x="2057" y="2601"/>
                </a:lnTo>
                <a:lnTo>
                  <a:pt x="2056" y="2601"/>
                </a:lnTo>
                <a:lnTo>
                  <a:pt x="2056" y="2600"/>
                </a:lnTo>
                <a:lnTo>
                  <a:pt x="2055" y="2600"/>
                </a:lnTo>
                <a:lnTo>
                  <a:pt x="2054" y="2600"/>
                </a:lnTo>
                <a:lnTo>
                  <a:pt x="2054" y="2599"/>
                </a:lnTo>
                <a:lnTo>
                  <a:pt x="2054" y="2598"/>
                </a:lnTo>
                <a:lnTo>
                  <a:pt x="2054" y="2597"/>
                </a:lnTo>
                <a:lnTo>
                  <a:pt x="2053" y="2596"/>
                </a:lnTo>
                <a:lnTo>
                  <a:pt x="2053" y="2594"/>
                </a:lnTo>
                <a:lnTo>
                  <a:pt x="2053" y="2593"/>
                </a:lnTo>
                <a:lnTo>
                  <a:pt x="2053" y="2592"/>
                </a:lnTo>
                <a:lnTo>
                  <a:pt x="2052" y="2591"/>
                </a:lnTo>
                <a:lnTo>
                  <a:pt x="2050" y="2591"/>
                </a:lnTo>
                <a:lnTo>
                  <a:pt x="2048" y="2591"/>
                </a:lnTo>
                <a:lnTo>
                  <a:pt x="2047" y="2592"/>
                </a:lnTo>
                <a:lnTo>
                  <a:pt x="2046" y="2592"/>
                </a:lnTo>
                <a:lnTo>
                  <a:pt x="2045" y="2592"/>
                </a:lnTo>
                <a:lnTo>
                  <a:pt x="2043" y="2593"/>
                </a:lnTo>
                <a:lnTo>
                  <a:pt x="2042" y="2593"/>
                </a:lnTo>
                <a:lnTo>
                  <a:pt x="2040" y="2593"/>
                </a:lnTo>
                <a:lnTo>
                  <a:pt x="2039" y="2593"/>
                </a:lnTo>
                <a:lnTo>
                  <a:pt x="2038" y="2593"/>
                </a:lnTo>
                <a:lnTo>
                  <a:pt x="2037" y="2593"/>
                </a:lnTo>
                <a:lnTo>
                  <a:pt x="2036" y="2593"/>
                </a:lnTo>
                <a:lnTo>
                  <a:pt x="2035" y="2593"/>
                </a:lnTo>
                <a:lnTo>
                  <a:pt x="2035" y="2594"/>
                </a:lnTo>
                <a:lnTo>
                  <a:pt x="2034" y="2594"/>
                </a:lnTo>
                <a:lnTo>
                  <a:pt x="2033" y="2595"/>
                </a:lnTo>
                <a:lnTo>
                  <a:pt x="2032" y="2595"/>
                </a:lnTo>
                <a:lnTo>
                  <a:pt x="2030" y="2595"/>
                </a:lnTo>
                <a:lnTo>
                  <a:pt x="2028" y="2594"/>
                </a:lnTo>
                <a:lnTo>
                  <a:pt x="2028" y="2595"/>
                </a:lnTo>
                <a:lnTo>
                  <a:pt x="2027" y="2595"/>
                </a:lnTo>
                <a:lnTo>
                  <a:pt x="2026" y="2594"/>
                </a:lnTo>
                <a:lnTo>
                  <a:pt x="2025" y="2593"/>
                </a:lnTo>
                <a:lnTo>
                  <a:pt x="2024" y="2593"/>
                </a:lnTo>
                <a:lnTo>
                  <a:pt x="2024" y="2592"/>
                </a:lnTo>
                <a:lnTo>
                  <a:pt x="2023" y="2591"/>
                </a:lnTo>
                <a:lnTo>
                  <a:pt x="2023" y="2590"/>
                </a:lnTo>
                <a:lnTo>
                  <a:pt x="2022" y="2590"/>
                </a:lnTo>
                <a:lnTo>
                  <a:pt x="2021" y="2590"/>
                </a:lnTo>
                <a:lnTo>
                  <a:pt x="2020" y="2590"/>
                </a:lnTo>
                <a:lnTo>
                  <a:pt x="2019" y="2590"/>
                </a:lnTo>
                <a:lnTo>
                  <a:pt x="2019" y="2589"/>
                </a:lnTo>
                <a:lnTo>
                  <a:pt x="2019" y="2588"/>
                </a:lnTo>
                <a:lnTo>
                  <a:pt x="2019" y="2586"/>
                </a:lnTo>
                <a:lnTo>
                  <a:pt x="2018" y="2586"/>
                </a:lnTo>
                <a:lnTo>
                  <a:pt x="2018" y="2585"/>
                </a:lnTo>
                <a:lnTo>
                  <a:pt x="2017" y="2585"/>
                </a:lnTo>
                <a:lnTo>
                  <a:pt x="2017" y="2584"/>
                </a:lnTo>
                <a:lnTo>
                  <a:pt x="2016" y="2584"/>
                </a:lnTo>
                <a:lnTo>
                  <a:pt x="2015" y="2585"/>
                </a:lnTo>
                <a:lnTo>
                  <a:pt x="2014" y="2585"/>
                </a:lnTo>
                <a:lnTo>
                  <a:pt x="2013" y="2585"/>
                </a:lnTo>
                <a:lnTo>
                  <a:pt x="2012" y="2585"/>
                </a:lnTo>
                <a:lnTo>
                  <a:pt x="2011" y="2585"/>
                </a:lnTo>
                <a:lnTo>
                  <a:pt x="2010" y="2586"/>
                </a:lnTo>
                <a:lnTo>
                  <a:pt x="2009" y="2587"/>
                </a:lnTo>
                <a:lnTo>
                  <a:pt x="2008" y="2587"/>
                </a:lnTo>
                <a:lnTo>
                  <a:pt x="2007" y="2587"/>
                </a:lnTo>
                <a:lnTo>
                  <a:pt x="2007" y="2586"/>
                </a:lnTo>
                <a:lnTo>
                  <a:pt x="2006" y="2586"/>
                </a:lnTo>
                <a:lnTo>
                  <a:pt x="2005" y="2586"/>
                </a:lnTo>
                <a:lnTo>
                  <a:pt x="2005" y="2587"/>
                </a:lnTo>
                <a:lnTo>
                  <a:pt x="2005" y="2586"/>
                </a:lnTo>
                <a:lnTo>
                  <a:pt x="2004" y="2586"/>
                </a:lnTo>
                <a:lnTo>
                  <a:pt x="2003" y="2587"/>
                </a:lnTo>
                <a:lnTo>
                  <a:pt x="2002" y="2587"/>
                </a:lnTo>
                <a:lnTo>
                  <a:pt x="2001" y="2588"/>
                </a:lnTo>
                <a:lnTo>
                  <a:pt x="2000" y="2588"/>
                </a:lnTo>
                <a:lnTo>
                  <a:pt x="1999" y="2588"/>
                </a:lnTo>
                <a:lnTo>
                  <a:pt x="1998" y="2589"/>
                </a:lnTo>
                <a:lnTo>
                  <a:pt x="1997" y="2589"/>
                </a:lnTo>
                <a:lnTo>
                  <a:pt x="1996" y="2590"/>
                </a:lnTo>
                <a:lnTo>
                  <a:pt x="1995" y="2590"/>
                </a:lnTo>
                <a:lnTo>
                  <a:pt x="1995" y="2591"/>
                </a:lnTo>
                <a:lnTo>
                  <a:pt x="1994" y="2591"/>
                </a:lnTo>
                <a:lnTo>
                  <a:pt x="1993" y="2592"/>
                </a:lnTo>
                <a:lnTo>
                  <a:pt x="1992" y="2592"/>
                </a:lnTo>
                <a:lnTo>
                  <a:pt x="1991" y="2593"/>
                </a:lnTo>
                <a:lnTo>
                  <a:pt x="1990" y="2593"/>
                </a:lnTo>
                <a:lnTo>
                  <a:pt x="1990" y="2594"/>
                </a:lnTo>
                <a:lnTo>
                  <a:pt x="1989" y="2594"/>
                </a:lnTo>
                <a:lnTo>
                  <a:pt x="1988" y="2594"/>
                </a:lnTo>
                <a:lnTo>
                  <a:pt x="1988" y="2595"/>
                </a:lnTo>
                <a:lnTo>
                  <a:pt x="1987" y="2595"/>
                </a:lnTo>
                <a:lnTo>
                  <a:pt x="1986" y="2596"/>
                </a:lnTo>
                <a:lnTo>
                  <a:pt x="1985" y="2596"/>
                </a:lnTo>
                <a:lnTo>
                  <a:pt x="1984" y="2596"/>
                </a:lnTo>
                <a:lnTo>
                  <a:pt x="1983" y="2596"/>
                </a:lnTo>
                <a:lnTo>
                  <a:pt x="1983" y="2597"/>
                </a:lnTo>
                <a:lnTo>
                  <a:pt x="1982" y="2597"/>
                </a:lnTo>
                <a:lnTo>
                  <a:pt x="1981" y="2597"/>
                </a:lnTo>
                <a:lnTo>
                  <a:pt x="1980" y="2597"/>
                </a:lnTo>
                <a:lnTo>
                  <a:pt x="1979" y="2598"/>
                </a:lnTo>
                <a:lnTo>
                  <a:pt x="1978" y="2598"/>
                </a:lnTo>
                <a:lnTo>
                  <a:pt x="1977" y="2598"/>
                </a:lnTo>
                <a:lnTo>
                  <a:pt x="1976" y="2598"/>
                </a:lnTo>
                <a:lnTo>
                  <a:pt x="1976" y="2599"/>
                </a:lnTo>
                <a:lnTo>
                  <a:pt x="1975" y="2599"/>
                </a:lnTo>
                <a:lnTo>
                  <a:pt x="1974" y="2599"/>
                </a:lnTo>
                <a:lnTo>
                  <a:pt x="1974" y="2600"/>
                </a:lnTo>
                <a:lnTo>
                  <a:pt x="1973" y="2600"/>
                </a:lnTo>
                <a:lnTo>
                  <a:pt x="1973" y="2601"/>
                </a:lnTo>
                <a:lnTo>
                  <a:pt x="1972" y="2601"/>
                </a:lnTo>
                <a:lnTo>
                  <a:pt x="1972" y="2602"/>
                </a:lnTo>
                <a:lnTo>
                  <a:pt x="1971" y="2603"/>
                </a:lnTo>
                <a:lnTo>
                  <a:pt x="1971" y="2604"/>
                </a:lnTo>
                <a:lnTo>
                  <a:pt x="1971" y="2605"/>
                </a:lnTo>
                <a:lnTo>
                  <a:pt x="1971" y="2606"/>
                </a:lnTo>
                <a:lnTo>
                  <a:pt x="1970" y="2606"/>
                </a:lnTo>
                <a:lnTo>
                  <a:pt x="1970" y="2607"/>
                </a:lnTo>
                <a:lnTo>
                  <a:pt x="1970" y="2608"/>
                </a:lnTo>
                <a:lnTo>
                  <a:pt x="1969" y="2608"/>
                </a:lnTo>
                <a:lnTo>
                  <a:pt x="1970" y="2608"/>
                </a:lnTo>
                <a:lnTo>
                  <a:pt x="1970" y="2609"/>
                </a:lnTo>
                <a:lnTo>
                  <a:pt x="1969" y="2610"/>
                </a:lnTo>
                <a:lnTo>
                  <a:pt x="1969" y="2611"/>
                </a:lnTo>
                <a:lnTo>
                  <a:pt x="1968" y="2612"/>
                </a:lnTo>
                <a:lnTo>
                  <a:pt x="1967" y="2612"/>
                </a:lnTo>
                <a:lnTo>
                  <a:pt x="1967" y="2613"/>
                </a:lnTo>
                <a:lnTo>
                  <a:pt x="1966" y="2613"/>
                </a:lnTo>
                <a:lnTo>
                  <a:pt x="1966" y="2614"/>
                </a:lnTo>
                <a:lnTo>
                  <a:pt x="1965" y="2614"/>
                </a:lnTo>
                <a:lnTo>
                  <a:pt x="1965" y="2615"/>
                </a:lnTo>
                <a:lnTo>
                  <a:pt x="1964" y="2615"/>
                </a:lnTo>
                <a:lnTo>
                  <a:pt x="1964" y="2616"/>
                </a:lnTo>
                <a:lnTo>
                  <a:pt x="1963" y="2617"/>
                </a:lnTo>
                <a:lnTo>
                  <a:pt x="1963" y="2618"/>
                </a:lnTo>
                <a:lnTo>
                  <a:pt x="1962" y="2618"/>
                </a:lnTo>
                <a:lnTo>
                  <a:pt x="1962" y="2619"/>
                </a:lnTo>
                <a:lnTo>
                  <a:pt x="1962" y="2620"/>
                </a:lnTo>
                <a:lnTo>
                  <a:pt x="1961" y="2620"/>
                </a:lnTo>
                <a:lnTo>
                  <a:pt x="1961" y="2621"/>
                </a:lnTo>
                <a:lnTo>
                  <a:pt x="1960" y="2622"/>
                </a:lnTo>
                <a:lnTo>
                  <a:pt x="1960" y="2623"/>
                </a:lnTo>
                <a:lnTo>
                  <a:pt x="1959" y="2623"/>
                </a:lnTo>
                <a:lnTo>
                  <a:pt x="1958" y="2623"/>
                </a:lnTo>
                <a:lnTo>
                  <a:pt x="1958" y="2624"/>
                </a:lnTo>
                <a:lnTo>
                  <a:pt x="1957" y="2624"/>
                </a:lnTo>
                <a:lnTo>
                  <a:pt x="1956" y="2625"/>
                </a:lnTo>
                <a:lnTo>
                  <a:pt x="1955" y="2625"/>
                </a:lnTo>
                <a:lnTo>
                  <a:pt x="1954" y="2625"/>
                </a:lnTo>
                <a:lnTo>
                  <a:pt x="1953" y="2626"/>
                </a:lnTo>
                <a:lnTo>
                  <a:pt x="1952" y="2626"/>
                </a:lnTo>
                <a:lnTo>
                  <a:pt x="1952" y="2627"/>
                </a:lnTo>
                <a:lnTo>
                  <a:pt x="1951" y="2627"/>
                </a:lnTo>
                <a:lnTo>
                  <a:pt x="1950" y="2627"/>
                </a:lnTo>
                <a:lnTo>
                  <a:pt x="1949" y="2628"/>
                </a:lnTo>
                <a:lnTo>
                  <a:pt x="1947" y="2629"/>
                </a:lnTo>
                <a:lnTo>
                  <a:pt x="1946" y="2630"/>
                </a:lnTo>
                <a:lnTo>
                  <a:pt x="1945" y="2630"/>
                </a:lnTo>
                <a:lnTo>
                  <a:pt x="1944" y="2631"/>
                </a:lnTo>
                <a:lnTo>
                  <a:pt x="1943" y="2631"/>
                </a:lnTo>
                <a:lnTo>
                  <a:pt x="1942" y="2631"/>
                </a:lnTo>
                <a:lnTo>
                  <a:pt x="1942" y="2632"/>
                </a:lnTo>
                <a:lnTo>
                  <a:pt x="1941" y="2632"/>
                </a:lnTo>
                <a:lnTo>
                  <a:pt x="1940" y="2632"/>
                </a:lnTo>
                <a:lnTo>
                  <a:pt x="1939" y="2632"/>
                </a:lnTo>
                <a:lnTo>
                  <a:pt x="1938" y="2632"/>
                </a:lnTo>
                <a:lnTo>
                  <a:pt x="1938" y="2633"/>
                </a:lnTo>
                <a:lnTo>
                  <a:pt x="1937" y="2633"/>
                </a:lnTo>
                <a:lnTo>
                  <a:pt x="1937" y="2634"/>
                </a:lnTo>
                <a:lnTo>
                  <a:pt x="1936" y="2634"/>
                </a:lnTo>
                <a:lnTo>
                  <a:pt x="1935" y="2634"/>
                </a:lnTo>
                <a:lnTo>
                  <a:pt x="1935" y="2635"/>
                </a:lnTo>
                <a:lnTo>
                  <a:pt x="1934" y="2635"/>
                </a:lnTo>
                <a:lnTo>
                  <a:pt x="1933" y="2635"/>
                </a:lnTo>
                <a:lnTo>
                  <a:pt x="1932" y="2635"/>
                </a:lnTo>
                <a:lnTo>
                  <a:pt x="1931" y="2635"/>
                </a:lnTo>
                <a:lnTo>
                  <a:pt x="1930" y="2635"/>
                </a:lnTo>
                <a:lnTo>
                  <a:pt x="1930" y="2636"/>
                </a:lnTo>
                <a:lnTo>
                  <a:pt x="1930" y="2637"/>
                </a:lnTo>
                <a:lnTo>
                  <a:pt x="1929" y="2637"/>
                </a:lnTo>
                <a:lnTo>
                  <a:pt x="1928" y="2637"/>
                </a:lnTo>
                <a:lnTo>
                  <a:pt x="1926" y="2637"/>
                </a:lnTo>
                <a:lnTo>
                  <a:pt x="1925" y="2637"/>
                </a:lnTo>
                <a:lnTo>
                  <a:pt x="1925" y="2636"/>
                </a:lnTo>
                <a:lnTo>
                  <a:pt x="1924" y="2636"/>
                </a:lnTo>
                <a:lnTo>
                  <a:pt x="1922" y="2636"/>
                </a:lnTo>
                <a:lnTo>
                  <a:pt x="1921" y="2637"/>
                </a:lnTo>
                <a:lnTo>
                  <a:pt x="1919" y="2637"/>
                </a:lnTo>
                <a:lnTo>
                  <a:pt x="1918" y="2638"/>
                </a:lnTo>
                <a:lnTo>
                  <a:pt x="1917" y="2638"/>
                </a:lnTo>
                <a:lnTo>
                  <a:pt x="1916" y="2637"/>
                </a:lnTo>
                <a:lnTo>
                  <a:pt x="1915" y="2637"/>
                </a:lnTo>
                <a:lnTo>
                  <a:pt x="1915" y="2636"/>
                </a:lnTo>
                <a:lnTo>
                  <a:pt x="1915" y="2635"/>
                </a:lnTo>
                <a:lnTo>
                  <a:pt x="1914" y="2635"/>
                </a:lnTo>
                <a:lnTo>
                  <a:pt x="1913" y="2635"/>
                </a:lnTo>
                <a:lnTo>
                  <a:pt x="1912" y="2635"/>
                </a:lnTo>
                <a:lnTo>
                  <a:pt x="1911" y="2635"/>
                </a:lnTo>
                <a:lnTo>
                  <a:pt x="1910" y="2636"/>
                </a:lnTo>
                <a:lnTo>
                  <a:pt x="1910" y="2637"/>
                </a:lnTo>
                <a:lnTo>
                  <a:pt x="1909" y="2638"/>
                </a:lnTo>
                <a:lnTo>
                  <a:pt x="1908" y="2638"/>
                </a:lnTo>
                <a:lnTo>
                  <a:pt x="1907" y="2639"/>
                </a:lnTo>
                <a:lnTo>
                  <a:pt x="1906" y="2639"/>
                </a:lnTo>
                <a:lnTo>
                  <a:pt x="1905" y="2639"/>
                </a:lnTo>
                <a:lnTo>
                  <a:pt x="1904" y="2639"/>
                </a:lnTo>
                <a:lnTo>
                  <a:pt x="1903" y="2639"/>
                </a:lnTo>
                <a:lnTo>
                  <a:pt x="1903" y="2640"/>
                </a:lnTo>
                <a:lnTo>
                  <a:pt x="1902" y="2640"/>
                </a:lnTo>
                <a:lnTo>
                  <a:pt x="1901" y="2640"/>
                </a:lnTo>
                <a:lnTo>
                  <a:pt x="1901" y="2641"/>
                </a:lnTo>
                <a:lnTo>
                  <a:pt x="1900" y="2641"/>
                </a:lnTo>
                <a:lnTo>
                  <a:pt x="1899" y="2641"/>
                </a:lnTo>
                <a:lnTo>
                  <a:pt x="1899" y="2642"/>
                </a:lnTo>
                <a:lnTo>
                  <a:pt x="1898" y="2643"/>
                </a:lnTo>
                <a:lnTo>
                  <a:pt x="1897" y="2643"/>
                </a:lnTo>
                <a:lnTo>
                  <a:pt x="1896" y="2643"/>
                </a:lnTo>
                <a:lnTo>
                  <a:pt x="1896" y="2644"/>
                </a:lnTo>
                <a:lnTo>
                  <a:pt x="1895" y="2644"/>
                </a:lnTo>
                <a:lnTo>
                  <a:pt x="1893" y="2644"/>
                </a:lnTo>
                <a:lnTo>
                  <a:pt x="1892" y="2644"/>
                </a:lnTo>
                <a:lnTo>
                  <a:pt x="1891" y="2644"/>
                </a:lnTo>
                <a:lnTo>
                  <a:pt x="1891" y="2645"/>
                </a:lnTo>
                <a:lnTo>
                  <a:pt x="1890" y="2645"/>
                </a:lnTo>
                <a:lnTo>
                  <a:pt x="1890" y="2646"/>
                </a:lnTo>
                <a:lnTo>
                  <a:pt x="1891" y="2646"/>
                </a:lnTo>
                <a:lnTo>
                  <a:pt x="1891" y="2647"/>
                </a:lnTo>
                <a:lnTo>
                  <a:pt x="1890" y="2647"/>
                </a:lnTo>
                <a:lnTo>
                  <a:pt x="1890" y="2648"/>
                </a:lnTo>
                <a:lnTo>
                  <a:pt x="1889" y="2648"/>
                </a:lnTo>
                <a:lnTo>
                  <a:pt x="1888" y="2648"/>
                </a:lnTo>
                <a:lnTo>
                  <a:pt x="1888" y="2649"/>
                </a:lnTo>
                <a:lnTo>
                  <a:pt x="1887" y="2649"/>
                </a:lnTo>
                <a:lnTo>
                  <a:pt x="1887" y="2650"/>
                </a:lnTo>
                <a:lnTo>
                  <a:pt x="1886" y="2651"/>
                </a:lnTo>
                <a:lnTo>
                  <a:pt x="1885" y="2652"/>
                </a:lnTo>
                <a:lnTo>
                  <a:pt x="1885" y="2653"/>
                </a:lnTo>
                <a:lnTo>
                  <a:pt x="1884" y="2653"/>
                </a:lnTo>
                <a:lnTo>
                  <a:pt x="1884" y="2654"/>
                </a:lnTo>
                <a:lnTo>
                  <a:pt x="1883" y="2654"/>
                </a:lnTo>
                <a:lnTo>
                  <a:pt x="1882" y="2654"/>
                </a:lnTo>
                <a:lnTo>
                  <a:pt x="1882" y="2655"/>
                </a:lnTo>
                <a:lnTo>
                  <a:pt x="1881" y="2655"/>
                </a:lnTo>
                <a:lnTo>
                  <a:pt x="1880" y="2655"/>
                </a:lnTo>
                <a:lnTo>
                  <a:pt x="1879" y="2655"/>
                </a:lnTo>
                <a:lnTo>
                  <a:pt x="1879" y="2656"/>
                </a:lnTo>
                <a:lnTo>
                  <a:pt x="1878" y="2656"/>
                </a:lnTo>
                <a:lnTo>
                  <a:pt x="1877" y="2656"/>
                </a:lnTo>
                <a:lnTo>
                  <a:pt x="1876" y="2657"/>
                </a:lnTo>
                <a:lnTo>
                  <a:pt x="1875" y="2657"/>
                </a:lnTo>
                <a:lnTo>
                  <a:pt x="1874" y="2658"/>
                </a:lnTo>
                <a:lnTo>
                  <a:pt x="1873" y="2658"/>
                </a:lnTo>
                <a:lnTo>
                  <a:pt x="1871" y="2660"/>
                </a:lnTo>
                <a:lnTo>
                  <a:pt x="1870" y="2661"/>
                </a:lnTo>
                <a:lnTo>
                  <a:pt x="1869" y="2662"/>
                </a:lnTo>
                <a:lnTo>
                  <a:pt x="1868" y="2662"/>
                </a:lnTo>
                <a:lnTo>
                  <a:pt x="1868" y="2663"/>
                </a:lnTo>
                <a:lnTo>
                  <a:pt x="1867" y="2663"/>
                </a:lnTo>
                <a:lnTo>
                  <a:pt x="1866" y="2663"/>
                </a:lnTo>
                <a:lnTo>
                  <a:pt x="1866" y="2664"/>
                </a:lnTo>
                <a:lnTo>
                  <a:pt x="1865" y="2664"/>
                </a:lnTo>
                <a:lnTo>
                  <a:pt x="1865" y="2665"/>
                </a:lnTo>
                <a:lnTo>
                  <a:pt x="1863" y="2667"/>
                </a:lnTo>
                <a:lnTo>
                  <a:pt x="1862" y="2668"/>
                </a:lnTo>
                <a:lnTo>
                  <a:pt x="1862" y="2669"/>
                </a:lnTo>
                <a:lnTo>
                  <a:pt x="1861" y="2669"/>
                </a:lnTo>
                <a:lnTo>
                  <a:pt x="1860" y="2670"/>
                </a:lnTo>
                <a:lnTo>
                  <a:pt x="1859" y="2671"/>
                </a:lnTo>
                <a:lnTo>
                  <a:pt x="1858" y="2671"/>
                </a:lnTo>
                <a:lnTo>
                  <a:pt x="1858" y="2672"/>
                </a:lnTo>
                <a:lnTo>
                  <a:pt x="1857" y="2672"/>
                </a:lnTo>
                <a:lnTo>
                  <a:pt x="1857" y="2673"/>
                </a:lnTo>
                <a:lnTo>
                  <a:pt x="1856" y="2673"/>
                </a:lnTo>
                <a:lnTo>
                  <a:pt x="1856" y="2674"/>
                </a:lnTo>
                <a:lnTo>
                  <a:pt x="1854" y="2675"/>
                </a:lnTo>
                <a:lnTo>
                  <a:pt x="1853" y="2676"/>
                </a:lnTo>
                <a:lnTo>
                  <a:pt x="1853" y="2677"/>
                </a:lnTo>
                <a:lnTo>
                  <a:pt x="1852" y="2677"/>
                </a:lnTo>
                <a:lnTo>
                  <a:pt x="1852" y="2678"/>
                </a:lnTo>
                <a:lnTo>
                  <a:pt x="1851" y="2678"/>
                </a:lnTo>
                <a:lnTo>
                  <a:pt x="1851" y="2679"/>
                </a:lnTo>
                <a:lnTo>
                  <a:pt x="1849" y="2681"/>
                </a:lnTo>
                <a:lnTo>
                  <a:pt x="1848" y="2682"/>
                </a:lnTo>
                <a:lnTo>
                  <a:pt x="1848" y="2683"/>
                </a:lnTo>
                <a:lnTo>
                  <a:pt x="1847" y="2683"/>
                </a:lnTo>
                <a:lnTo>
                  <a:pt x="1847" y="2684"/>
                </a:lnTo>
                <a:lnTo>
                  <a:pt x="1846" y="2684"/>
                </a:lnTo>
                <a:lnTo>
                  <a:pt x="1846" y="2685"/>
                </a:lnTo>
                <a:lnTo>
                  <a:pt x="1845" y="2686"/>
                </a:lnTo>
                <a:lnTo>
                  <a:pt x="1845" y="2687"/>
                </a:lnTo>
                <a:lnTo>
                  <a:pt x="1844" y="2687"/>
                </a:lnTo>
                <a:lnTo>
                  <a:pt x="1844" y="2688"/>
                </a:lnTo>
                <a:lnTo>
                  <a:pt x="1842" y="2689"/>
                </a:lnTo>
                <a:lnTo>
                  <a:pt x="1842" y="2690"/>
                </a:lnTo>
                <a:lnTo>
                  <a:pt x="1840" y="2691"/>
                </a:lnTo>
                <a:lnTo>
                  <a:pt x="1840" y="2692"/>
                </a:lnTo>
                <a:lnTo>
                  <a:pt x="1839" y="2693"/>
                </a:lnTo>
                <a:lnTo>
                  <a:pt x="1839" y="2694"/>
                </a:lnTo>
                <a:lnTo>
                  <a:pt x="1838" y="2694"/>
                </a:lnTo>
                <a:lnTo>
                  <a:pt x="1838" y="2695"/>
                </a:lnTo>
                <a:lnTo>
                  <a:pt x="1837" y="2696"/>
                </a:lnTo>
                <a:lnTo>
                  <a:pt x="1836" y="2697"/>
                </a:lnTo>
                <a:lnTo>
                  <a:pt x="1835" y="2699"/>
                </a:lnTo>
                <a:lnTo>
                  <a:pt x="1834" y="2700"/>
                </a:lnTo>
                <a:lnTo>
                  <a:pt x="1833" y="2701"/>
                </a:lnTo>
                <a:lnTo>
                  <a:pt x="1833" y="2702"/>
                </a:lnTo>
                <a:lnTo>
                  <a:pt x="1833" y="2703"/>
                </a:lnTo>
                <a:lnTo>
                  <a:pt x="1834" y="2704"/>
                </a:lnTo>
                <a:lnTo>
                  <a:pt x="1834" y="2705"/>
                </a:lnTo>
                <a:lnTo>
                  <a:pt x="1834" y="2706"/>
                </a:lnTo>
                <a:lnTo>
                  <a:pt x="1834" y="2707"/>
                </a:lnTo>
                <a:lnTo>
                  <a:pt x="1834" y="2708"/>
                </a:lnTo>
                <a:lnTo>
                  <a:pt x="1834" y="2709"/>
                </a:lnTo>
                <a:lnTo>
                  <a:pt x="1833" y="2710"/>
                </a:lnTo>
                <a:lnTo>
                  <a:pt x="1833" y="2711"/>
                </a:lnTo>
                <a:lnTo>
                  <a:pt x="1833" y="2712"/>
                </a:lnTo>
                <a:lnTo>
                  <a:pt x="1832" y="2713"/>
                </a:lnTo>
                <a:lnTo>
                  <a:pt x="1832" y="2714"/>
                </a:lnTo>
                <a:lnTo>
                  <a:pt x="1831" y="2715"/>
                </a:lnTo>
                <a:lnTo>
                  <a:pt x="1830" y="2715"/>
                </a:lnTo>
                <a:lnTo>
                  <a:pt x="1829" y="2715"/>
                </a:lnTo>
                <a:lnTo>
                  <a:pt x="1828" y="2715"/>
                </a:lnTo>
                <a:lnTo>
                  <a:pt x="1827" y="2715"/>
                </a:lnTo>
                <a:lnTo>
                  <a:pt x="1827" y="2716"/>
                </a:lnTo>
                <a:lnTo>
                  <a:pt x="1826" y="2716"/>
                </a:lnTo>
                <a:lnTo>
                  <a:pt x="1825" y="2716"/>
                </a:lnTo>
                <a:lnTo>
                  <a:pt x="1824" y="2716"/>
                </a:lnTo>
                <a:lnTo>
                  <a:pt x="1823" y="2716"/>
                </a:lnTo>
                <a:lnTo>
                  <a:pt x="1822" y="2717"/>
                </a:lnTo>
                <a:lnTo>
                  <a:pt x="1821" y="2717"/>
                </a:lnTo>
                <a:lnTo>
                  <a:pt x="1821" y="2718"/>
                </a:lnTo>
                <a:lnTo>
                  <a:pt x="1820" y="2718"/>
                </a:lnTo>
                <a:lnTo>
                  <a:pt x="1820" y="2719"/>
                </a:lnTo>
                <a:lnTo>
                  <a:pt x="1819" y="2719"/>
                </a:lnTo>
                <a:lnTo>
                  <a:pt x="1818" y="2719"/>
                </a:lnTo>
                <a:lnTo>
                  <a:pt x="1818" y="2720"/>
                </a:lnTo>
                <a:lnTo>
                  <a:pt x="1817" y="2720"/>
                </a:lnTo>
                <a:lnTo>
                  <a:pt x="1816" y="2721"/>
                </a:lnTo>
                <a:lnTo>
                  <a:pt x="1815" y="2721"/>
                </a:lnTo>
                <a:lnTo>
                  <a:pt x="1814" y="2721"/>
                </a:lnTo>
                <a:lnTo>
                  <a:pt x="1813" y="2722"/>
                </a:lnTo>
                <a:lnTo>
                  <a:pt x="1812" y="2722"/>
                </a:lnTo>
                <a:lnTo>
                  <a:pt x="1811" y="2722"/>
                </a:lnTo>
                <a:lnTo>
                  <a:pt x="1810" y="2723"/>
                </a:lnTo>
                <a:lnTo>
                  <a:pt x="1809" y="2723"/>
                </a:lnTo>
                <a:lnTo>
                  <a:pt x="1808" y="2723"/>
                </a:lnTo>
                <a:lnTo>
                  <a:pt x="1807" y="2723"/>
                </a:lnTo>
                <a:lnTo>
                  <a:pt x="1806" y="2723"/>
                </a:lnTo>
                <a:lnTo>
                  <a:pt x="1806" y="2724"/>
                </a:lnTo>
                <a:lnTo>
                  <a:pt x="1805" y="2724"/>
                </a:lnTo>
                <a:lnTo>
                  <a:pt x="1804" y="2724"/>
                </a:lnTo>
                <a:lnTo>
                  <a:pt x="1803" y="2724"/>
                </a:lnTo>
                <a:lnTo>
                  <a:pt x="1802" y="2724"/>
                </a:lnTo>
                <a:lnTo>
                  <a:pt x="1800" y="2724"/>
                </a:lnTo>
                <a:lnTo>
                  <a:pt x="1799" y="2724"/>
                </a:lnTo>
                <a:lnTo>
                  <a:pt x="1799" y="2725"/>
                </a:lnTo>
                <a:lnTo>
                  <a:pt x="1796" y="2725"/>
                </a:lnTo>
                <a:lnTo>
                  <a:pt x="1794" y="2725"/>
                </a:lnTo>
                <a:lnTo>
                  <a:pt x="1792" y="2725"/>
                </a:lnTo>
                <a:lnTo>
                  <a:pt x="1792" y="2724"/>
                </a:lnTo>
                <a:lnTo>
                  <a:pt x="1791" y="2724"/>
                </a:lnTo>
                <a:lnTo>
                  <a:pt x="1790" y="2725"/>
                </a:lnTo>
                <a:lnTo>
                  <a:pt x="1789" y="2725"/>
                </a:lnTo>
                <a:lnTo>
                  <a:pt x="1788" y="2725"/>
                </a:lnTo>
                <a:lnTo>
                  <a:pt x="1787" y="2725"/>
                </a:lnTo>
                <a:lnTo>
                  <a:pt x="1786" y="2725"/>
                </a:lnTo>
                <a:lnTo>
                  <a:pt x="1785" y="2725"/>
                </a:lnTo>
                <a:lnTo>
                  <a:pt x="1784" y="2725"/>
                </a:lnTo>
                <a:lnTo>
                  <a:pt x="1783" y="2725"/>
                </a:lnTo>
                <a:lnTo>
                  <a:pt x="1782" y="2725"/>
                </a:lnTo>
                <a:lnTo>
                  <a:pt x="1781" y="2726"/>
                </a:lnTo>
                <a:lnTo>
                  <a:pt x="1780" y="2726"/>
                </a:lnTo>
                <a:lnTo>
                  <a:pt x="1779" y="2726"/>
                </a:lnTo>
                <a:lnTo>
                  <a:pt x="1778" y="2726"/>
                </a:lnTo>
                <a:lnTo>
                  <a:pt x="1777" y="2726"/>
                </a:lnTo>
                <a:lnTo>
                  <a:pt x="1776" y="2726"/>
                </a:lnTo>
                <a:lnTo>
                  <a:pt x="1775" y="2727"/>
                </a:lnTo>
                <a:lnTo>
                  <a:pt x="1774" y="2727"/>
                </a:lnTo>
                <a:lnTo>
                  <a:pt x="1773" y="2727"/>
                </a:lnTo>
                <a:lnTo>
                  <a:pt x="1772" y="2727"/>
                </a:lnTo>
                <a:lnTo>
                  <a:pt x="1771" y="2727"/>
                </a:lnTo>
                <a:lnTo>
                  <a:pt x="1770" y="2728"/>
                </a:lnTo>
                <a:lnTo>
                  <a:pt x="1769" y="2728"/>
                </a:lnTo>
                <a:lnTo>
                  <a:pt x="1768" y="2728"/>
                </a:lnTo>
                <a:lnTo>
                  <a:pt x="1767" y="2728"/>
                </a:lnTo>
                <a:lnTo>
                  <a:pt x="1766" y="2728"/>
                </a:lnTo>
                <a:lnTo>
                  <a:pt x="1765" y="2728"/>
                </a:lnTo>
                <a:lnTo>
                  <a:pt x="1764" y="2728"/>
                </a:lnTo>
                <a:lnTo>
                  <a:pt x="1762" y="2728"/>
                </a:lnTo>
                <a:lnTo>
                  <a:pt x="1761" y="2728"/>
                </a:lnTo>
                <a:lnTo>
                  <a:pt x="1760" y="2727"/>
                </a:lnTo>
                <a:lnTo>
                  <a:pt x="1759" y="2727"/>
                </a:lnTo>
                <a:lnTo>
                  <a:pt x="1758" y="2727"/>
                </a:lnTo>
                <a:lnTo>
                  <a:pt x="1758" y="2726"/>
                </a:lnTo>
                <a:lnTo>
                  <a:pt x="1757" y="2726"/>
                </a:lnTo>
                <a:lnTo>
                  <a:pt x="1756" y="2726"/>
                </a:lnTo>
                <a:lnTo>
                  <a:pt x="1755" y="2726"/>
                </a:lnTo>
                <a:lnTo>
                  <a:pt x="1754" y="2725"/>
                </a:lnTo>
                <a:lnTo>
                  <a:pt x="1752" y="2725"/>
                </a:lnTo>
                <a:lnTo>
                  <a:pt x="1751" y="2725"/>
                </a:lnTo>
                <a:lnTo>
                  <a:pt x="1750" y="2725"/>
                </a:lnTo>
                <a:lnTo>
                  <a:pt x="1749" y="2725"/>
                </a:lnTo>
                <a:lnTo>
                  <a:pt x="1748" y="2725"/>
                </a:lnTo>
                <a:lnTo>
                  <a:pt x="1747" y="2725"/>
                </a:lnTo>
                <a:lnTo>
                  <a:pt x="1746" y="2725"/>
                </a:lnTo>
                <a:lnTo>
                  <a:pt x="1745" y="2725"/>
                </a:lnTo>
                <a:lnTo>
                  <a:pt x="1744" y="2725"/>
                </a:lnTo>
                <a:lnTo>
                  <a:pt x="1743" y="2726"/>
                </a:lnTo>
                <a:lnTo>
                  <a:pt x="1742" y="2726"/>
                </a:lnTo>
                <a:lnTo>
                  <a:pt x="1742" y="2727"/>
                </a:lnTo>
                <a:lnTo>
                  <a:pt x="1741" y="2727"/>
                </a:lnTo>
                <a:lnTo>
                  <a:pt x="1740" y="2727"/>
                </a:lnTo>
                <a:lnTo>
                  <a:pt x="1738" y="2727"/>
                </a:lnTo>
                <a:lnTo>
                  <a:pt x="1737" y="2726"/>
                </a:lnTo>
                <a:lnTo>
                  <a:pt x="1736" y="2726"/>
                </a:lnTo>
                <a:lnTo>
                  <a:pt x="1735" y="2726"/>
                </a:lnTo>
                <a:lnTo>
                  <a:pt x="1735" y="2725"/>
                </a:lnTo>
                <a:lnTo>
                  <a:pt x="1734" y="2725"/>
                </a:lnTo>
                <a:lnTo>
                  <a:pt x="1733" y="2725"/>
                </a:lnTo>
                <a:lnTo>
                  <a:pt x="1732" y="2725"/>
                </a:lnTo>
                <a:lnTo>
                  <a:pt x="1732" y="2724"/>
                </a:lnTo>
                <a:lnTo>
                  <a:pt x="1731" y="2724"/>
                </a:lnTo>
                <a:lnTo>
                  <a:pt x="1731" y="2723"/>
                </a:lnTo>
                <a:lnTo>
                  <a:pt x="1730" y="2723"/>
                </a:lnTo>
                <a:lnTo>
                  <a:pt x="1729" y="2723"/>
                </a:lnTo>
                <a:lnTo>
                  <a:pt x="1729" y="2722"/>
                </a:lnTo>
                <a:lnTo>
                  <a:pt x="1728" y="2722"/>
                </a:lnTo>
                <a:lnTo>
                  <a:pt x="1727" y="2722"/>
                </a:lnTo>
                <a:lnTo>
                  <a:pt x="1727" y="2721"/>
                </a:lnTo>
                <a:lnTo>
                  <a:pt x="1725" y="2721"/>
                </a:lnTo>
                <a:lnTo>
                  <a:pt x="1724" y="2722"/>
                </a:lnTo>
                <a:lnTo>
                  <a:pt x="1723" y="2722"/>
                </a:lnTo>
                <a:lnTo>
                  <a:pt x="1722" y="2722"/>
                </a:lnTo>
                <a:lnTo>
                  <a:pt x="1721" y="2722"/>
                </a:lnTo>
                <a:lnTo>
                  <a:pt x="1720" y="2722"/>
                </a:lnTo>
                <a:lnTo>
                  <a:pt x="1719" y="2722"/>
                </a:lnTo>
                <a:lnTo>
                  <a:pt x="1718" y="2722"/>
                </a:lnTo>
                <a:lnTo>
                  <a:pt x="1717" y="2723"/>
                </a:lnTo>
                <a:lnTo>
                  <a:pt x="1716" y="2723"/>
                </a:lnTo>
                <a:lnTo>
                  <a:pt x="1715" y="2723"/>
                </a:lnTo>
                <a:lnTo>
                  <a:pt x="1713" y="2724"/>
                </a:lnTo>
                <a:lnTo>
                  <a:pt x="1713" y="2725"/>
                </a:lnTo>
                <a:lnTo>
                  <a:pt x="1712" y="2725"/>
                </a:lnTo>
                <a:lnTo>
                  <a:pt x="1711" y="2725"/>
                </a:lnTo>
                <a:lnTo>
                  <a:pt x="1710" y="2725"/>
                </a:lnTo>
                <a:lnTo>
                  <a:pt x="1709" y="2725"/>
                </a:lnTo>
                <a:lnTo>
                  <a:pt x="1709" y="2726"/>
                </a:lnTo>
                <a:lnTo>
                  <a:pt x="1708" y="2726"/>
                </a:lnTo>
                <a:lnTo>
                  <a:pt x="1707" y="2726"/>
                </a:lnTo>
                <a:lnTo>
                  <a:pt x="1706" y="2726"/>
                </a:lnTo>
                <a:lnTo>
                  <a:pt x="1705" y="2726"/>
                </a:lnTo>
                <a:lnTo>
                  <a:pt x="1705" y="2727"/>
                </a:lnTo>
                <a:lnTo>
                  <a:pt x="1704" y="2727"/>
                </a:lnTo>
                <a:lnTo>
                  <a:pt x="1703" y="2727"/>
                </a:lnTo>
                <a:lnTo>
                  <a:pt x="1702" y="2727"/>
                </a:lnTo>
                <a:lnTo>
                  <a:pt x="1701" y="2727"/>
                </a:lnTo>
                <a:lnTo>
                  <a:pt x="1700" y="2727"/>
                </a:lnTo>
                <a:lnTo>
                  <a:pt x="1700" y="2728"/>
                </a:lnTo>
                <a:lnTo>
                  <a:pt x="1699" y="2728"/>
                </a:lnTo>
                <a:lnTo>
                  <a:pt x="1698" y="2728"/>
                </a:lnTo>
                <a:lnTo>
                  <a:pt x="1697" y="2728"/>
                </a:lnTo>
                <a:lnTo>
                  <a:pt x="1696" y="2728"/>
                </a:lnTo>
                <a:lnTo>
                  <a:pt x="1695" y="2729"/>
                </a:lnTo>
                <a:lnTo>
                  <a:pt x="1694" y="2729"/>
                </a:lnTo>
                <a:lnTo>
                  <a:pt x="1693" y="2729"/>
                </a:lnTo>
                <a:lnTo>
                  <a:pt x="1692" y="2729"/>
                </a:lnTo>
                <a:lnTo>
                  <a:pt x="1691" y="2729"/>
                </a:lnTo>
                <a:lnTo>
                  <a:pt x="1691" y="2730"/>
                </a:lnTo>
                <a:lnTo>
                  <a:pt x="1690" y="2730"/>
                </a:lnTo>
                <a:lnTo>
                  <a:pt x="1689" y="2730"/>
                </a:lnTo>
                <a:lnTo>
                  <a:pt x="1688" y="2731"/>
                </a:lnTo>
                <a:lnTo>
                  <a:pt x="1687" y="2731"/>
                </a:lnTo>
                <a:lnTo>
                  <a:pt x="1686" y="2731"/>
                </a:lnTo>
                <a:lnTo>
                  <a:pt x="1685" y="2731"/>
                </a:lnTo>
                <a:lnTo>
                  <a:pt x="1684" y="2731"/>
                </a:lnTo>
                <a:lnTo>
                  <a:pt x="1684" y="2732"/>
                </a:lnTo>
                <a:lnTo>
                  <a:pt x="1683" y="2732"/>
                </a:lnTo>
                <a:lnTo>
                  <a:pt x="1682" y="2732"/>
                </a:lnTo>
                <a:lnTo>
                  <a:pt x="1680" y="2732"/>
                </a:lnTo>
                <a:lnTo>
                  <a:pt x="1677" y="2732"/>
                </a:lnTo>
                <a:lnTo>
                  <a:pt x="1675" y="2732"/>
                </a:lnTo>
                <a:lnTo>
                  <a:pt x="1676" y="2731"/>
                </a:lnTo>
                <a:lnTo>
                  <a:pt x="1676" y="2730"/>
                </a:lnTo>
                <a:lnTo>
                  <a:pt x="1677" y="2730"/>
                </a:lnTo>
                <a:lnTo>
                  <a:pt x="1677" y="2729"/>
                </a:lnTo>
                <a:lnTo>
                  <a:pt x="1677" y="2728"/>
                </a:lnTo>
                <a:lnTo>
                  <a:pt x="1677" y="2727"/>
                </a:lnTo>
                <a:lnTo>
                  <a:pt x="1678" y="2726"/>
                </a:lnTo>
                <a:lnTo>
                  <a:pt x="1678" y="2725"/>
                </a:lnTo>
                <a:lnTo>
                  <a:pt x="1678" y="2724"/>
                </a:lnTo>
                <a:lnTo>
                  <a:pt x="1678" y="2723"/>
                </a:lnTo>
                <a:lnTo>
                  <a:pt x="1678" y="2722"/>
                </a:lnTo>
                <a:lnTo>
                  <a:pt x="1678" y="2721"/>
                </a:lnTo>
                <a:lnTo>
                  <a:pt x="1678" y="2720"/>
                </a:lnTo>
                <a:lnTo>
                  <a:pt x="1678" y="2719"/>
                </a:lnTo>
                <a:lnTo>
                  <a:pt x="1677" y="2719"/>
                </a:lnTo>
                <a:lnTo>
                  <a:pt x="1677" y="2718"/>
                </a:lnTo>
                <a:lnTo>
                  <a:pt x="1677" y="2717"/>
                </a:lnTo>
                <a:lnTo>
                  <a:pt x="1676" y="2716"/>
                </a:lnTo>
                <a:lnTo>
                  <a:pt x="1675" y="2715"/>
                </a:lnTo>
                <a:lnTo>
                  <a:pt x="1674" y="2715"/>
                </a:lnTo>
                <a:lnTo>
                  <a:pt x="1674" y="2714"/>
                </a:lnTo>
                <a:lnTo>
                  <a:pt x="1675" y="2714"/>
                </a:lnTo>
                <a:lnTo>
                  <a:pt x="1675" y="2713"/>
                </a:lnTo>
                <a:lnTo>
                  <a:pt x="1674" y="2713"/>
                </a:lnTo>
                <a:lnTo>
                  <a:pt x="1674" y="2712"/>
                </a:lnTo>
                <a:lnTo>
                  <a:pt x="1674" y="2713"/>
                </a:lnTo>
                <a:lnTo>
                  <a:pt x="1674" y="2712"/>
                </a:lnTo>
                <a:lnTo>
                  <a:pt x="1673" y="2712"/>
                </a:lnTo>
                <a:lnTo>
                  <a:pt x="1672" y="2712"/>
                </a:lnTo>
                <a:lnTo>
                  <a:pt x="1671" y="2712"/>
                </a:lnTo>
                <a:lnTo>
                  <a:pt x="1671" y="2711"/>
                </a:lnTo>
                <a:lnTo>
                  <a:pt x="1671" y="2710"/>
                </a:lnTo>
                <a:lnTo>
                  <a:pt x="1670" y="2709"/>
                </a:lnTo>
                <a:lnTo>
                  <a:pt x="1670" y="2708"/>
                </a:lnTo>
                <a:lnTo>
                  <a:pt x="1670" y="2707"/>
                </a:lnTo>
                <a:lnTo>
                  <a:pt x="1670" y="2706"/>
                </a:lnTo>
                <a:lnTo>
                  <a:pt x="1669" y="2706"/>
                </a:lnTo>
                <a:lnTo>
                  <a:pt x="1670" y="2706"/>
                </a:lnTo>
                <a:lnTo>
                  <a:pt x="1670" y="2705"/>
                </a:lnTo>
                <a:lnTo>
                  <a:pt x="1670" y="2704"/>
                </a:lnTo>
                <a:lnTo>
                  <a:pt x="1671" y="2704"/>
                </a:lnTo>
                <a:lnTo>
                  <a:pt x="1671" y="2703"/>
                </a:lnTo>
                <a:lnTo>
                  <a:pt x="1671" y="2702"/>
                </a:lnTo>
                <a:lnTo>
                  <a:pt x="1670" y="2702"/>
                </a:lnTo>
                <a:lnTo>
                  <a:pt x="1670" y="2701"/>
                </a:lnTo>
                <a:lnTo>
                  <a:pt x="1671" y="2701"/>
                </a:lnTo>
                <a:lnTo>
                  <a:pt x="1670" y="2701"/>
                </a:lnTo>
                <a:lnTo>
                  <a:pt x="1670" y="2700"/>
                </a:lnTo>
                <a:lnTo>
                  <a:pt x="1670" y="2699"/>
                </a:lnTo>
                <a:lnTo>
                  <a:pt x="1671" y="2699"/>
                </a:lnTo>
                <a:lnTo>
                  <a:pt x="1671" y="2698"/>
                </a:lnTo>
                <a:lnTo>
                  <a:pt x="1672" y="2698"/>
                </a:lnTo>
                <a:lnTo>
                  <a:pt x="1673" y="2698"/>
                </a:lnTo>
                <a:lnTo>
                  <a:pt x="1673" y="2697"/>
                </a:lnTo>
                <a:lnTo>
                  <a:pt x="1673" y="2696"/>
                </a:lnTo>
                <a:lnTo>
                  <a:pt x="1673" y="2695"/>
                </a:lnTo>
                <a:lnTo>
                  <a:pt x="1674" y="2695"/>
                </a:lnTo>
                <a:lnTo>
                  <a:pt x="1674" y="2694"/>
                </a:lnTo>
                <a:lnTo>
                  <a:pt x="1674" y="2693"/>
                </a:lnTo>
                <a:lnTo>
                  <a:pt x="1674" y="2692"/>
                </a:lnTo>
                <a:lnTo>
                  <a:pt x="1673" y="2692"/>
                </a:lnTo>
                <a:lnTo>
                  <a:pt x="1673" y="2691"/>
                </a:lnTo>
                <a:lnTo>
                  <a:pt x="1672" y="2691"/>
                </a:lnTo>
                <a:lnTo>
                  <a:pt x="1671" y="2691"/>
                </a:lnTo>
                <a:lnTo>
                  <a:pt x="1671" y="2690"/>
                </a:lnTo>
                <a:lnTo>
                  <a:pt x="1672" y="2690"/>
                </a:lnTo>
                <a:lnTo>
                  <a:pt x="1672" y="2689"/>
                </a:lnTo>
                <a:lnTo>
                  <a:pt x="1673" y="2689"/>
                </a:lnTo>
                <a:lnTo>
                  <a:pt x="1674" y="2689"/>
                </a:lnTo>
                <a:lnTo>
                  <a:pt x="1675" y="2689"/>
                </a:lnTo>
                <a:lnTo>
                  <a:pt x="1675" y="2690"/>
                </a:lnTo>
                <a:lnTo>
                  <a:pt x="1676" y="2690"/>
                </a:lnTo>
                <a:lnTo>
                  <a:pt x="1676" y="2689"/>
                </a:lnTo>
                <a:lnTo>
                  <a:pt x="1676" y="2690"/>
                </a:lnTo>
                <a:lnTo>
                  <a:pt x="1677" y="2690"/>
                </a:lnTo>
                <a:lnTo>
                  <a:pt x="1677" y="2689"/>
                </a:lnTo>
                <a:lnTo>
                  <a:pt x="1677" y="2690"/>
                </a:lnTo>
                <a:lnTo>
                  <a:pt x="1677" y="2689"/>
                </a:lnTo>
                <a:lnTo>
                  <a:pt x="1678" y="2689"/>
                </a:lnTo>
                <a:lnTo>
                  <a:pt x="1679" y="2689"/>
                </a:lnTo>
                <a:lnTo>
                  <a:pt x="1679" y="2688"/>
                </a:lnTo>
                <a:lnTo>
                  <a:pt x="1678" y="2688"/>
                </a:lnTo>
                <a:lnTo>
                  <a:pt x="1678" y="2687"/>
                </a:lnTo>
                <a:lnTo>
                  <a:pt x="1678" y="2686"/>
                </a:lnTo>
                <a:lnTo>
                  <a:pt x="1677" y="2686"/>
                </a:lnTo>
                <a:lnTo>
                  <a:pt x="1677" y="2685"/>
                </a:lnTo>
                <a:lnTo>
                  <a:pt x="1677" y="2684"/>
                </a:lnTo>
                <a:lnTo>
                  <a:pt x="1676" y="2684"/>
                </a:lnTo>
                <a:lnTo>
                  <a:pt x="1676" y="2683"/>
                </a:lnTo>
                <a:lnTo>
                  <a:pt x="1676" y="2682"/>
                </a:lnTo>
                <a:lnTo>
                  <a:pt x="1675" y="2682"/>
                </a:lnTo>
                <a:lnTo>
                  <a:pt x="1675" y="2681"/>
                </a:lnTo>
                <a:lnTo>
                  <a:pt x="1675" y="2680"/>
                </a:lnTo>
                <a:lnTo>
                  <a:pt x="1674" y="2680"/>
                </a:lnTo>
                <a:lnTo>
                  <a:pt x="1674" y="2679"/>
                </a:lnTo>
                <a:lnTo>
                  <a:pt x="1674" y="2678"/>
                </a:lnTo>
                <a:lnTo>
                  <a:pt x="1673" y="2678"/>
                </a:lnTo>
                <a:lnTo>
                  <a:pt x="1673" y="2677"/>
                </a:lnTo>
                <a:lnTo>
                  <a:pt x="1673" y="2676"/>
                </a:lnTo>
                <a:lnTo>
                  <a:pt x="1672" y="2676"/>
                </a:lnTo>
                <a:lnTo>
                  <a:pt x="1672" y="2675"/>
                </a:lnTo>
                <a:lnTo>
                  <a:pt x="1672" y="2674"/>
                </a:lnTo>
                <a:lnTo>
                  <a:pt x="1671" y="2673"/>
                </a:lnTo>
                <a:lnTo>
                  <a:pt x="1671" y="2672"/>
                </a:lnTo>
                <a:lnTo>
                  <a:pt x="1670" y="2672"/>
                </a:lnTo>
                <a:lnTo>
                  <a:pt x="1669" y="2672"/>
                </a:lnTo>
                <a:lnTo>
                  <a:pt x="1669" y="2671"/>
                </a:lnTo>
                <a:lnTo>
                  <a:pt x="1669" y="2670"/>
                </a:lnTo>
                <a:lnTo>
                  <a:pt x="1669" y="2669"/>
                </a:lnTo>
                <a:lnTo>
                  <a:pt x="1669" y="2668"/>
                </a:lnTo>
                <a:lnTo>
                  <a:pt x="1668" y="2668"/>
                </a:lnTo>
                <a:lnTo>
                  <a:pt x="1668" y="2669"/>
                </a:lnTo>
                <a:lnTo>
                  <a:pt x="1667" y="2669"/>
                </a:lnTo>
                <a:lnTo>
                  <a:pt x="1667" y="2670"/>
                </a:lnTo>
                <a:lnTo>
                  <a:pt x="1666" y="2670"/>
                </a:lnTo>
                <a:lnTo>
                  <a:pt x="1665" y="2670"/>
                </a:lnTo>
                <a:lnTo>
                  <a:pt x="1664" y="2671"/>
                </a:lnTo>
                <a:lnTo>
                  <a:pt x="1663" y="2672"/>
                </a:lnTo>
                <a:lnTo>
                  <a:pt x="1662" y="2672"/>
                </a:lnTo>
                <a:lnTo>
                  <a:pt x="1661" y="2672"/>
                </a:lnTo>
                <a:lnTo>
                  <a:pt x="1660" y="2672"/>
                </a:lnTo>
                <a:lnTo>
                  <a:pt x="1659" y="2671"/>
                </a:lnTo>
                <a:lnTo>
                  <a:pt x="1658" y="2671"/>
                </a:lnTo>
                <a:lnTo>
                  <a:pt x="1657" y="2672"/>
                </a:lnTo>
                <a:lnTo>
                  <a:pt x="1655" y="2673"/>
                </a:lnTo>
                <a:lnTo>
                  <a:pt x="1654" y="2673"/>
                </a:lnTo>
                <a:lnTo>
                  <a:pt x="1653" y="2673"/>
                </a:lnTo>
                <a:lnTo>
                  <a:pt x="1651" y="2674"/>
                </a:lnTo>
                <a:lnTo>
                  <a:pt x="1650" y="2675"/>
                </a:lnTo>
                <a:lnTo>
                  <a:pt x="1649" y="2675"/>
                </a:lnTo>
                <a:lnTo>
                  <a:pt x="1648" y="2674"/>
                </a:lnTo>
                <a:lnTo>
                  <a:pt x="1647" y="2675"/>
                </a:lnTo>
                <a:lnTo>
                  <a:pt x="1646" y="2674"/>
                </a:lnTo>
                <a:lnTo>
                  <a:pt x="1647" y="2674"/>
                </a:lnTo>
                <a:lnTo>
                  <a:pt x="1648" y="2674"/>
                </a:lnTo>
                <a:lnTo>
                  <a:pt x="1648" y="2673"/>
                </a:lnTo>
                <a:lnTo>
                  <a:pt x="1649" y="2672"/>
                </a:lnTo>
                <a:lnTo>
                  <a:pt x="1648" y="2672"/>
                </a:lnTo>
                <a:lnTo>
                  <a:pt x="1646" y="2671"/>
                </a:lnTo>
                <a:lnTo>
                  <a:pt x="1645" y="2670"/>
                </a:lnTo>
                <a:lnTo>
                  <a:pt x="1644" y="2670"/>
                </a:lnTo>
                <a:lnTo>
                  <a:pt x="1643" y="2669"/>
                </a:lnTo>
                <a:lnTo>
                  <a:pt x="1642" y="2668"/>
                </a:lnTo>
                <a:lnTo>
                  <a:pt x="1641" y="2668"/>
                </a:lnTo>
                <a:lnTo>
                  <a:pt x="1640" y="2668"/>
                </a:lnTo>
                <a:lnTo>
                  <a:pt x="1639" y="2668"/>
                </a:lnTo>
                <a:lnTo>
                  <a:pt x="1638" y="2668"/>
                </a:lnTo>
                <a:lnTo>
                  <a:pt x="1638" y="2667"/>
                </a:lnTo>
                <a:lnTo>
                  <a:pt x="1637" y="2667"/>
                </a:lnTo>
                <a:lnTo>
                  <a:pt x="1637" y="2666"/>
                </a:lnTo>
                <a:lnTo>
                  <a:pt x="1636" y="2665"/>
                </a:lnTo>
                <a:lnTo>
                  <a:pt x="1635" y="2665"/>
                </a:lnTo>
                <a:lnTo>
                  <a:pt x="1634" y="2665"/>
                </a:lnTo>
                <a:lnTo>
                  <a:pt x="1634" y="2664"/>
                </a:lnTo>
                <a:lnTo>
                  <a:pt x="1633" y="2664"/>
                </a:lnTo>
                <a:lnTo>
                  <a:pt x="1633" y="2663"/>
                </a:lnTo>
                <a:lnTo>
                  <a:pt x="1632" y="2662"/>
                </a:lnTo>
                <a:lnTo>
                  <a:pt x="1631" y="2662"/>
                </a:lnTo>
                <a:lnTo>
                  <a:pt x="1631" y="2661"/>
                </a:lnTo>
                <a:lnTo>
                  <a:pt x="1630" y="2661"/>
                </a:lnTo>
                <a:lnTo>
                  <a:pt x="1630" y="2660"/>
                </a:lnTo>
                <a:lnTo>
                  <a:pt x="1630" y="2659"/>
                </a:lnTo>
                <a:lnTo>
                  <a:pt x="1629" y="2659"/>
                </a:lnTo>
                <a:lnTo>
                  <a:pt x="1629" y="2658"/>
                </a:lnTo>
                <a:lnTo>
                  <a:pt x="1628" y="2658"/>
                </a:lnTo>
                <a:lnTo>
                  <a:pt x="1629" y="2657"/>
                </a:lnTo>
                <a:lnTo>
                  <a:pt x="1629" y="2656"/>
                </a:lnTo>
                <a:lnTo>
                  <a:pt x="1630" y="2655"/>
                </a:lnTo>
                <a:lnTo>
                  <a:pt x="1629" y="2654"/>
                </a:lnTo>
                <a:lnTo>
                  <a:pt x="1628" y="2654"/>
                </a:lnTo>
                <a:lnTo>
                  <a:pt x="1628" y="2653"/>
                </a:lnTo>
                <a:lnTo>
                  <a:pt x="1628" y="2652"/>
                </a:lnTo>
                <a:lnTo>
                  <a:pt x="1629" y="2651"/>
                </a:lnTo>
                <a:lnTo>
                  <a:pt x="1629" y="2650"/>
                </a:lnTo>
                <a:lnTo>
                  <a:pt x="1630" y="2649"/>
                </a:lnTo>
                <a:lnTo>
                  <a:pt x="1631" y="2648"/>
                </a:lnTo>
                <a:lnTo>
                  <a:pt x="1631" y="2647"/>
                </a:lnTo>
                <a:lnTo>
                  <a:pt x="1632" y="2647"/>
                </a:lnTo>
                <a:lnTo>
                  <a:pt x="1633" y="2647"/>
                </a:lnTo>
                <a:lnTo>
                  <a:pt x="1633" y="2646"/>
                </a:lnTo>
                <a:lnTo>
                  <a:pt x="1634" y="2646"/>
                </a:lnTo>
                <a:lnTo>
                  <a:pt x="1634" y="2645"/>
                </a:lnTo>
                <a:lnTo>
                  <a:pt x="1634" y="2644"/>
                </a:lnTo>
                <a:lnTo>
                  <a:pt x="1634" y="2643"/>
                </a:lnTo>
                <a:lnTo>
                  <a:pt x="1635" y="2643"/>
                </a:lnTo>
                <a:lnTo>
                  <a:pt x="1635" y="2642"/>
                </a:lnTo>
                <a:lnTo>
                  <a:pt x="1635" y="2641"/>
                </a:lnTo>
                <a:lnTo>
                  <a:pt x="1634" y="2641"/>
                </a:lnTo>
                <a:lnTo>
                  <a:pt x="1635" y="2641"/>
                </a:lnTo>
                <a:lnTo>
                  <a:pt x="1635" y="2640"/>
                </a:lnTo>
                <a:lnTo>
                  <a:pt x="1635" y="2639"/>
                </a:lnTo>
                <a:lnTo>
                  <a:pt x="1635" y="2638"/>
                </a:lnTo>
                <a:lnTo>
                  <a:pt x="1635" y="2637"/>
                </a:lnTo>
                <a:lnTo>
                  <a:pt x="1635" y="2636"/>
                </a:lnTo>
                <a:lnTo>
                  <a:pt x="1634" y="2636"/>
                </a:lnTo>
                <a:lnTo>
                  <a:pt x="1634" y="2635"/>
                </a:lnTo>
                <a:lnTo>
                  <a:pt x="1634" y="2634"/>
                </a:lnTo>
                <a:lnTo>
                  <a:pt x="1633" y="2634"/>
                </a:lnTo>
                <a:lnTo>
                  <a:pt x="1633" y="2633"/>
                </a:lnTo>
                <a:lnTo>
                  <a:pt x="1632" y="2633"/>
                </a:lnTo>
                <a:lnTo>
                  <a:pt x="1631" y="2633"/>
                </a:lnTo>
                <a:lnTo>
                  <a:pt x="1630" y="2633"/>
                </a:lnTo>
                <a:lnTo>
                  <a:pt x="1630" y="2634"/>
                </a:lnTo>
                <a:lnTo>
                  <a:pt x="1629" y="2634"/>
                </a:lnTo>
                <a:lnTo>
                  <a:pt x="1629" y="2633"/>
                </a:lnTo>
                <a:lnTo>
                  <a:pt x="1629" y="2634"/>
                </a:lnTo>
                <a:lnTo>
                  <a:pt x="1628" y="2634"/>
                </a:lnTo>
                <a:lnTo>
                  <a:pt x="1628" y="2633"/>
                </a:lnTo>
                <a:lnTo>
                  <a:pt x="1627" y="2633"/>
                </a:lnTo>
                <a:lnTo>
                  <a:pt x="1626" y="2633"/>
                </a:lnTo>
                <a:lnTo>
                  <a:pt x="1626" y="2632"/>
                </a:lnTo>
                <a:lnTo>
                  <a:pt x="1626" y="2631"/>
                </a:lnTo>
                <a:lnTo>
                  <a:pt x="1627" y="2631"/>
                </a:lnTo>
                <a:lnTo>
                  <a:pt x="1627" y="2630"/>
                </a:lnTo>
                <a:lnTo>
                  <a:pt x="1627" y="2629"/>
                </a:lnTo>
                <a:lnTo>
                  <a:pt x="1628" y="2629"/>
                </a:lnTo>
                <a:lnTo>
                  <a:pt x="1629" y="2629"/>
                </a:lnTo>
                <a:lnTo>
                  <a:pt x="1630" y="2629"/>
                </a:lnTo>
                <a:lnTo>
                  <a:pt x="1631" y="2630"/>
                </a:lnTo>
                <a:lnTo>
                  <a:pt x="1631" y="2629"/>
                </a:lnTo>
                <a:lnTo>
                  <a:pt x="1632" y="2629"/>
                </a:lnTo>
                <a:lnTo>
                  <a:pt x="1633" y="2629"/>
                </a:lnTo>
                <a:lnTo>
                  <a:pt x="1633" y="2628"/>
                </a:lnTo>
                <a:lnTo>
                  <a:pt x="1633" y="2627"/>
                </a:lnTo>
                <a:lnTo>
                  <a:pt x="1633" y="2626"/>
                </a:lnTo>
                <a:lnTo>
                  <a:pt x="1632" y="2626"/>
                </a:lnTo>
                <a:lnTo>
                  <a:pt x="1632" y="2625"/>
                </a:lnTo>
                <a:lnTo>
                  <a:pt x="1631" y="2625"/>
                </a:lnTo>
                <a:lnTo>
                  <a:pt x="1631" y="2624"/>
                </a:lnTo>
                <a:lnTo>
                  <a:pt x="1630" y="2624"/>
                </a:lnTo>
                <a:lnTo>
                  <a:pt x="1630" y="2625"/>
                </a:lnTo>
                <a:lnTo>
                  <a:pt x="1629" y="2624"/>
                </a:lnTo>
                <a:lnTo>
                  <a:pt x="1629" y="2625"/>
                </a:lnTo>
                <a:lnTo>
                  <a:pt x="1628" y="2625"/>
                </a:lnTo>
                <a:lnTo>
                  <a:pt x="1627" y="2625"/>
                </a:lnTo>
                <a:lnTo>
                  <a:pt x="1627" y="2624"/>
                </a:lnTo>
                <a:lnTo>
                  <a:pt x="1627" y="2623"/>
                </a:lnTo>
                <a:lnTo>
                  <a:pt x="1626" y="2623"/>
                </a:lnTo>
                <a:lnTo>
                  <a:pt x="1625" y="2623"/>
                </a:lnTo>
                <a:lnTo>
                  <a:pt x="1624" y="2622"/>
                </a:lnTo>
                <a:lnTo>
                  <a:pt x="1623" y="2622"/>
                </a:lnTo>
                <a:lnTo>
                  <a:pt x="1623" y="2621"/>
                </a:lnTo>
                <a:lnTo>
                  <a:pt x="1622" y="2621"/>
                </a:lnTo>
                <a:lnTo>
                  <a:pt x="1621" y="2621"/>
                </a:lnTo>
                <a:lnTo>
                  <a:pt x="1621" y="2620"/>
                </a:lnTo>
                <a:lnTo>
                  <a:pt x="1621" y="2619"/>
                </a:lnTo>
                <a:lnTo>
                  <a:pt x="1622" y="2618"/>
                </a:lnTo>
                <a:lnTo>
                  <a:pt x="1621" y="2618"/>
                </a:lnTo>
                <a:lnTo>
                  <a:pt x="1621" y="2617"/>
                </a:lnTo>
                <a:lnTo>
                  <a:pt x="1620" y="2617"/>
                </a:lnTo>
                <a:lnTo>
                  <a:pt x="1620" y="2616"/>
                </a:lnTo>
                <a:lnTo>
                  <a:pt x="1619" y="2615"/>
                </a:lnTo>
                <a:lnTo>
                  <a:pt x="1619" y="2614"/>
                </a:lnTo>
                <a:lnTo>
                  <a:pt x="1618" y="2614"/>
                </a:lnTo>
                <a:lnTo>
                  <a:pt x="1617" y="2614"/>
                </a:lnTo>
                <a:lnTo>
                  <a:pt x="1617" y="2615"/>
                </a:lnTo>
                <a:lnTo>
                  <a:pt x="1616" y="2615"/>
                </a:lnTo>
                <a:lnTo>
                  <a:pt x="1616" y="2614"/>
                </a:lnTo>
                <a:lnTo>
                  <a:pt x="1616" y="2613"/>
                </a:lnTo>
                <a:lnTo>
                  <a:pt x="1615" y="2613"/>
                </a:lnTo>
                <a:lnTo>
                  <a:pt x="1614" y="2613"/>
                </a:lnTo>
                <a:lnTo>
                  <a:pt x="1614" y="2612"/>
                </a:lnTo>
                <a:lnTo>
                  <a:pt x="1613" y="2612"/>
                </a:lnTo>
                <a:lnTo>
                  <a:pt x="1612" y="2612"/>
                </a:lnTo>
                <a:lnTo>
                  <a:pt x="1612" y="2611"/>
                </a:lnTo>
                <a:lnTo>
                  <a:pt x="1611" y="2611"/>
                </a:lnTo>
                <a:lnTo>
                  <a:pt x="1610" y="2611"/>
                </a:lnTo>
                <a:lnTo>
                  <a:pt x="1610" y="2610"/>
                </a:lnTo>
                <a:lnTo>
                  <a:pt x="1608" y="2610"/>
                </a:lnTo>
                <a:lnTo>
                  <a:pt x="1608" y="2609"/>
                </a:lnTo>
                <a:lnTo>
                  <a:pt x="1608" y="2608"/>
                </a:lnTo>
                <a:lnTo>
                  <a:pt x="1607" y="2608"/>
                </a:lnTo>
                <a:lnTo>
                  <a:pt x="1607" y="2609"/>
                </a:lnTo>
                <a:lnTo>
                  <a:pt x="1606" y="2608"/>
                </a:lnTo>
                <a:lnTo>
                  <a:pt x="1606" y="2609"/>
                </a:lnTo>
                <a:lnTo>
                  <a:pt x="1605" y="2609"/>
                </a:lnTo>
                <a:lnTo>
                  <a:pt x="1605" y="2610"/>
                </a:lnTo>
                <a:lnTo>
                  <a:pt x="1605" y="2611"/>
                </a:lnTo>
                <a:lnTo>
                  <a:pt x="1605" y="2612"/>
                </a:lnTo>
                <a:lnTo>
                  <a:pt x="1604" y="2612"/>
                </a:lnTo>
                <a:lnTo>
                  <a:pt x="1603" y="2612"/>
                </a:lnTo>
                <a:lnTo>
                  <a:pt x="1603" y="2613"/>
                </a:lnTo>
                <a:lnTo>
                  <a:pt x="1602" y="2613"/>
                </a:lnTo>
                <a:lnTo>
                  <a:pt x="1602" y="2614"/>
                </a:lnTo>
                <a:lnTo>
                  <a:pt x="1602" y="2615"/>
                </a:lnTo>
                <a:lnTo>
                  <a:pt x="1602" y="2616"/>
                </a:lnTo>
                <a:lnTo>
                  <a:pt x="1601" y="2616"/>
                </a:lnTo>
                <a:lnTo>
                  <a:pt x="1601" y="2617"/>
                </a:lnTo>
                <a:lnTo>
                  <a:pt x="1600" y="2617"/>
                </a:lnTo>
                <a:lnTo>
                  <a:pt x="1600" y="2618"/>
                </a:lnTo>
                <a:lnTo>
                  <a:pt x="1600" y="2617"/>
                </a:lnTo>
                <a:lnTo>
                  <a:pt x="1599" y="2617"/>
                </a:lnTo>
                <a:lnTo>
                  <a:pt x="1598" y="2617"/>
                </a:lnTo>
                <a:lnTo>
                  <a:pt x="1598" y="2616"/>
                </a:lnTo>
                <a:lnTo>
                  <a:pt x="1597" y="2616"/>
                </a:lnTo>
                <a:lnTo>
                  <a:pt x="1596" y="2616"/>
                </a:lnTo>
                <a:lnTo>
                  <a:pt x="1595" y="2616"/>
                </a:lnTo>
                <a:lnTo>
                  <a:pt x="1594" y="2616"/>
                </a:lnTo>
                <a:lnTo>
                  <a:pt x="1594" y="2617"/>
                </a:lnTo>
                <a:lnTo>
                  <a:pt x="1593" y="2617"/>
                </a:lnTo>
                <a:lnTo>
                  <a:pt x="1592" y="2617"/>
                </a:lnTo>
                <a:lnTo>
                  <a:pt x="1592" y="2618"/>
                </a:lnTo>
                <a:lnTo>
                  <a:pt x="1592" y="2619"/>
                </a:lnTo>
                <a:lnTo>
                  <a:pt x="1592" y="2620"/>
                </a:lnTo>
                <a:lnTo>
                  <a:pt x="1592" y="2621"/>
                </a:lnTo>
                <a:lnTo>
                  <a:pt x="1591" y="2621"/>
                </a:lnTo>
                <a:lnTo>
                  <a:pt x="1591" y="2622"/>
                </a:lnTo>
                <a:lnTo>
                  <a:pt x="1590" y="2622"/>
                </a:lnTo>
                <a:lnTo>
                  <a:pt x="1589" y="2622"/>
                </a:lnTo>
                <a:lnTo>
                  <a:pt x="1589" y="2623"/>
                </a:lnTo>
                <a:lnTo>
                  <a:pt x="1589" y="2624"/>
                </a:lnTo>
                <a:lnTo>
                  <a:pt x="1588" y="2624"/>
                </a:lnTo>
                <a:lnTo>
                  <a:pt x="1587" y="2625"/>
                </a:lnTo>
                <a:lnTo>
                  <a:pt x="1586" y="2625"/>
                </a:lnTo>
                <a:lnTo>
                  <a:pt x="1585" y="2626"/>
                </a:lnTo>
                <a:lnTo>
                  <a:pt x="1584" y="2626"/>
                </a:lnTo>
                <a:lnTo>
                  <a:pt x="1584" y="2627"/>
                </a:lnTo>
                <a:lnTo>
                  <a:pt x="1584" y="2628"/>
                </a:lnTo>
                <a:lnTo>
                  <a:pt x="1583" y="2629"/>
                </a:lnTo>
                <a:lnTo>
                  <a:pt x="1583" y="2630"/>
                </a:lnTo>
                <a:lnTo>
                  <a:pt x="1582" y="2630"/>
                </a:lnTo>
                <a:lnTo>
                  <a:pt x="1581" y="2629"/>
                </a:lnTo>
                <a:lnTo>
                  <a:pt x="1580" y="2629"/>
                </a:lnTo>
                <a:lnTo>
                  <a:pt x="1580" y="2630"/>
                </a:lnTo>
                <a:lnTo>
                  <a:pt x="1579" y="2630"/>
                </a:lnTo>
                <a:lnTo>
                  <a:pt x="1579" y="2631"/>
                </a:lnTo>
                <a:lnTo>
                  <a:pt x="1578" y="2631"/>
                </a:lnTo>
                <a:lnTo>
                  <a:pt x="1577" y="2632"/>
                </a:lnTo>
                <a:lnTo>
                  <a:pt x="1576" y="2632"/>
                </a:lnTo>
                <a:lnTo>
                  <a:pt x="1575" y="2632"/>
                </a:lnTo>
                <a:lnTo>
                  <a:pt x="1574" y="2632"/>
                </a:lnTo>
                <a:lnTo>
                  <a:pt x="1573" y="2632"/>
                </a:lnTo>
                <a:lnTo>
                  <a:pt x="1572" y="2632"/>
                </a:lnTo>
                <a:lnTo>
                  <a:pt x="1572" y="2631"/>
                </a:lnTo>
                <a:lnTo>
                  <a:pt x="1571" y="2631"/>
                </a:lnTo>
                <a:lnTo>
                  <a:pt x="1570" y="2631"/>
                </a:lnTo>
                <a:lnTo>
                  <a:pt x="1569" y="2631"/>
                </a:lnTo>
                <a:lnTo>
                  <a:pt x="1569" y="2630"/>
                </a:lnTo>
                <a:lnTo>
                  <a:pt x="1568" y="2630"/>
                </a:lnTo>
                <a:lnTo>
                  <a:pt x="1567" y="2630"/>
                </a:lnTo>
                <a:lnTo>
                  <a:pt x="1566" y="2630"/>
                </a:lnTo>
                <a:lnTo>
                  <a:pt x="1565" y="2630"/>
                </a:lnTo>
                <a:lnTo>
                  <a:pt x="1565" y="2629"/>
                </a:lnTo>
                <a:lnTo>
                  <a:pt x="1565" y="2628"/>
                </a:lnTo>
                <a:lnTo>
                  <a:pt x="1564" y="2628"/>
                </a:lnTo>
                <a:lnTo>
                  <a:pt x="1564" y="2627"/>
                </a:lnTo>
                <a:lnTo>
                  <a:pt x="1564" y="2626"/>
                </a:lnTo>
                <a:lnTo>
                  <a:pt x="1563" y="2626"/>
                </a:lnTo>
                <a:lnTo>
                  <a:pt x="1562" y="2626"/>
                </a:lnTo>
                <a:lnTo>
                  <a:pt x="1562" y="2627"/>
                </a:lnTo>
                <a:lnTo>
                  <a:pt x="1562" y="2626"/>
                </a:lnTo>
                <a:lnTo>
                  <a:pt x="1561" y="2625"/>
                </a:lnTo>
                <a:lnTo>
                  <a:pt x="1561" y="2624"/>
                </a:lnTo>
                <a:lnTo>
                  <a:pt x="1560" y="2624"/>
                </a:lnTo>
                <a:lnTo>
                  <a:pt x="1560" y="2623"/>
                </a:lnTo>
                <a:lnTo>
                  <a:pt x="1560" y="2622"/>
                </a:lnTo>
                <a:lnTo>
                  <a:pt x="1559" y="2622"/>
                </a:lnTo>
                <a:lnTo>
                  <a:pt x="1559" y="2621"/>
                </a:lnTo>
                <a:lnTo>
                  <a:pt x="1559" y="2620"/>
                </a:lnTo>
                <a:lnTo>
                  <a:pt x="1559" y="2619"/>
                </a:lnTo>
                <a:lnTo>
                  <a:pt x="1559" y="2618"/>
                </a:lnTo>
                <a:lnTo>
                  <a:pt x="1559" y="2617"/>
                </a:lnTo>
                <a:lnTo>
                  <a:pt x="1559" y="2616"/>
                </a:lnTo>
                <a:lnTo>
                  <a:pt x="1559" y="2615"/>
                </a:lnTo>
                <a:lnTo>
                  <a:pt x="1560" y="2615"/>
                </a:lnTo>
                <a:lnTo>
                  <a:pt x="1560" y="2614"/>
                </a:lnTo>
                <a:lnTo>
                  <a:pt x="1560" y="2613"/>
                </a:lnTo>
                <a:lnTo>
                  <a:pt x="1559" y="2613"/>
                </a:lnTo>
                <a:lnTo>
                  <a:pt x="1559" y="2612"/>
                </a:lnTo>
                <a:lnTo>
                  <a:pt x="1559" y="2611"/>
                </a:lnTo>
                <a:lnTo>
                  <a:pt x="1560" y="2611"/>
                </a:lnTo>
                <a:lnTo>
                  <a:pt x="1559" y="2611"/>
                </a:lnTo>
                <a:lnTo>
                  <a:pt x="1559" y="2610"/>
                </a:lnTo>
                <a:lnTo>
                  <a:pt x="1558" y="2610"/>
                </a:lnTo>
                <a:lnTo>
                  <a:pt x="1558" y="2611"/>
                </a:lnTo>
                <a:lnTo>
                  <a:pt x="1557" y="2611"/>
                </a:lnTo>
                <a:lnTo>
                  <a:pt x="1557" y="2610"/>
                </a:lnTo>
                <a:lnTo>
                  <a:pt x="1556" y="2610"/>
                </a:lnTo>
                <a:lnTo>
                  <a:pt x="1555" y="2610"/>
                </a:lnTo>
                <a:lnTo>
                  <a:pt x="1555" y="2609"/>
                </a:lnTo>
                <a:lnTo>
                  <a:pt x="1554" y="2609"/>
                </a:lnTo>
                <a:lnTo>
                  <a:pt x="1553" y="2609"/>
                </a:lnTo>
                <a:lnTo>
                  <a:pt x="1553" y="2608"/>
                </a:lnTo>
                <a:lnTo>
                  <a:pt x="1552" y="2608"/>
                </a:lnTo>
                <a:lnTo>
                  <a:pt x="1551" y="2608"/>
                </a:lnTo>
                <a:lnTo>
                  <a:pt x="1551" y="2607"/>
                </a:lnTo>
                <a:lnTo>
                  <a:pt x="1550" y="2607"/>
                </a:lnTo>
                <a:lnTo>
                  <a:pt x="1549" y="2607"/>
                </a:lnTo>
                <a:lnTo>
                  <a:pt x="1549" y="2608"/>
                </a:lnTo>
                <a:lnTo>
                  <a:pt x="1548" y="2608"/>
                </a:lnTo>
                <a:lnTo>
                  <a:pt x="1547" y="2608"/>
                </a:lnTo>
                <a:lnTo>
                  <a:pt x="1547" y="2609"/>
                </a:lnTo>
                <a:lnTo>
                  <a:pt x="1546" y="2609"/>
                </a:lnTo>
                <a:lnTo>
                  <a:pt x="1545" y="2609"/>
                </a:lnTo>
                <a:lnTo>
                  <a:pt x="1545" y="2610"/>
                </a:lnTo>
                <a:lnTo>
                  <a:pt x="1544" y="2610"/>
                </a:lnTo>
                <a:lnTo>
                  <a:pt x="1543" y="2610"/>
                </a:lnTo>
                <a:lnTo>
                  <a:pt x="1542" y="2610"/>
                </a:lnTo>
                <a:lnTo>
                  <a:pt x="1542" y="2611"/>
                </a:lnTo>
                <a:lnTo>
                  <a:pt x="1541" y="2612"/>
                </a:lnTo>
                <a:lnTo>
                  <a:pt x="1540" y="2612"/>
                </a:lnTo>
                <a:lnTo>
                  <a:pt x="1539" y="2612"/>
                </a:lnTo>
                <a:lnTo>
                  <a:pt x="1539" y="2611"/>
                </a:lnTo>
                <a:lnTo>
                  <a:pt x="1538" y="2610"/>
                </a:lnTo>
                <a:lnTo>
                  <a:pt x="1537" y="2610"/>
                </a:lnTo>
                <a:lnTo>
                  <a:pt x="1536" y="2610"/>
                </a:lnTo>
                <a:lnTo>
                  <a:pt x="1536" y="2609"/>
                </a:lnTo>
                <a:lnTo>
                  <a:pt x="1535" y="2609"/>
                </a:lnTo>
                <a:lnTo>
                  <a:pt x="1534" y="2609"/>
                </a:lnTo>
                <a:lnTo>
                  <a:pt x="1534" y="2608"/>
                </a:lnTo>
                <a:lnTo>
                  <a:pt x="1533" y="2608"/>
                </a:lnTo>
                <a:lnTo>
                  <a:pt x="1532" y="2608"/>
                </a:lnTo>
                <a:lnTo>
                  <a:pt x="1532" y="2609"/>
                </a:lnTo>
                <a:lnTo>
                  <a:pt x="1531" y="2609"/>
                </a:lnTo>
                <a:lnTo>
                  <a:pt x="1531" y="2610"/>
                </a:lnTo>
                <a:lnTo>
                  <a:pt x="1531" y="2609"/>
                </a:lnTo>
                <a:lnTo>
                  <a:pt x="1531" y="2610"/>
                </a:lnTo>
                <a:lnTo>
                  <a:pt x="1530" y="2610"/>
                </a:lnTo>
                <a:lnTo>
                  <a:pt x="1528" y="2610"/>
                </a:lnTo>
                <a:lnTo>
                  <a:pt x="1527" y="2609"/>
                </a:lnTo>
                <a:lnTo>
                  <a:pt x="1527" y="2608"/>
                </a:lnTo>
                <a:lnTo>
                  <a:pt x="1526" y="2608"/>
                </a:lnTo>
                <a:lnTo>
                  <a:pt x="1525" y="2608"/>
                </a:lnTo>
                <a:lnTo>
                  <a:pt x="1524" y="2608"/>
                </a:lnTo>
                <a:lnTo>
                  <a:pt x="1523" y="2608"/>
                </a:lnTo>
                <a:lnTo>
                  <a:pt x="1522" y="2608"/>
                </a:lnTo>
                <a:lnTo>
                  <a:pt x="1522" y="2609"/>
                </a:lnTo>
                <a:lnTo>
                  <a:pt x="1521" y="2609"/>
                </a:lnTo>
                <a:lnTo>
                  <a:pt x="1521" y="2608"/>
                </a:lnTo>
                <a:lnTo>
                  <a:pt x="1520" y="2607"/>
                </a:lnTo>
                <a:lnTo>
                  <a:pt x="1520" y="2606"/>
                </a:lnTo>
                <a:lnTo>
                  <a:pt x="1520" y="2605"/>
                </a:lnTo>
                <a:lnTo>
                  <a:pt x="1519" y="2605"/>
                </a:lnTo>
                <a:lnTo>
                  <a:pt x="1519" y="2604"/>
                </a:lnTo>
                <a:lnTo>
                  <a:pt x="1518" y="2604"/>
                </a:lnTo>
                <a:lnTo>
                  <a:pt x="1518" y="2603"/>
                </a:lnTo>
                <a:lnTo>
                  <a:pt x="1517" y="2603"/>
                </a:lnTo>
                <a:lnTo>
                  <a:pt x="1517" y="2602"/>
                </a:lnTo>
                <a:lnTo>
                  <a:pt x="1517" y="2601"/>
                </a:lnTo>
                <a:lnTo>
                  <a:pt x="1516" y="2601"/>
                </a:lnTo>
                <a:lnTo>
                  <a:pt x="1515" y="2601"/>
                </a:lnTo>
                <a:lnTo>
                  <a:pt x="1514" y="2601"/>
                </a:lnTo>
                <a:lnTo>
                  <a:pt x="1514" y="2600"/>
                </a:lnTo>
                <a:lnTo>
                  <a:pt x="1514" y="2599"/>
                </a:lnTo>
                <a:lnTo>
                  <a:pt x="1512" y="2599"/>
                </a:lnTo>
                <a:lnTo>
                  <a:pt x="1511" y="2599"/>
                </a:lnTo>
                <a:lnTo>
                  <a:pt x="1511" y="2600"/>
                </a:lnTo>
                <a:lnTo>
                  <a:pt x="1510" y="2600"/>
                </a:lnTo>
                <a:lnTo>
                  <a:pt x="1510" y="2599"/>
                </a:lnTo>
                <a:lnTo>
                  <a:pt x="1509" y="2599"/>
                </a:lnTo>
                <a:lnTo>
                  <a:pt x="1509" y="2600"/>
                </a:lnTo>
                <a:lnTo>
                  <a:pt x="1508" y="2600"/>
                </a:lnTo>
                <a:lnTo>
                  <a:pt x="1507" y="2600"/>
                </a:lnTo>
                <a:lnTo>
                  <a:pt x="1506" y="2600"/>
                </a:lnTo>
                <a:lnTo>
                  <a:pt x="1506" y="2599"/>
                </a:lnTo>
                <a:lnTo>
                  <a:pt x="1505" y="2599"/>
                </a:lnTo>
                <a:lnTo>
                  <a:pt x="1505" y="2598"/>
                </a:lnTo>
                <a:lnTo>
                  <a:pt x="1504" y="2598"/>
                </a:lnTo>
                <a:lnTo>
                  <a:pt x="1504" y="2597"/>
                </a:lnTo>
                <a:lnTo>
                  <a:pt x="1504" y="2596"/>
                </a:lnTo>
                <a:lnTo>
                  <a:pt x="1503" y="2596"/>
                </a:lnTo>
                <a:lnTo>
                  <a:pt x="1502" y="2596"/>
                </a:lnTo>
                <a:lnTo>
                  <a:pt x="1502" y="2595"/>
                </a:lnTo>
                <a:lnTo>
                  <a:pt x="1501" y="2595"/>
                </a:lnTo>
                <a:lnTo>
                  <a:pt x="1500" y="2595"/>
                </a:lnTo>
                <a:lnTo>
                  <a:pt x="1498" y="2595"/>
                </a:lnTo>
                <a:lnTo>
                  <a:pt x="1498" y="2596"/>
                </a:lnTo>
                <a:lnTo>
                  <a:pt x="1498" y="2597"/>
                </a:lnTo>
                <a:lnTo>
                  <a:pt x="1498" y="2598"/>
                </a:lnTo>
                <a:lnTo>
                  <a:pt x="1497" y="2598"/>
                </a:lnTo>
                <a:lnTo>
                  <a:pt x="1497" y="2599"/>
                </a:lnTo>
                <a:lnTo>
                  <a:pt x="1497" y="2600"/>
                </a:lnTo>
                <a:lnTo>
                  <a:pt x="1496" y="2600"/>
                </a:lnTo>
                <a:lnTo>
                  <a:pt x="1495" y="2599"/>
                </a:lnTo>
                <a:lnTo>
                  <a:pt x="1494" y="2599"/>
                </a:lnTo>
                <a:lnTo>
                  <a:pt x="1493" y="2599"/>
                </a:lnTo>
                <a:lnTo>
                  <a:pt x="1492" y="2599"/>
                </a:lnTo>
                <a:lnTo>
                  <a:pt x="1492" y="2600"/>
                </a:lnTo>
                <a:lnTo>
                  <a:pt x="1491" y="2600"/>
                </a:lnTo>
                <a:lnTo>
                  <a:pt x="1491" y="2601"/>
                </a:lnTo>
                <a:lnTo>
                  <a:pt x="1490" y="2601"/>
                </a:lnTo>
                <a:lnTo>
                  <a:pt x="1490" y="2600"/>
                </a:lnTo>
                <a:lnTo>
                  <a:pt x="1489" y="2600"/>
                </a:lnTo>
                <a:lnTo>
                  <a:pt x="1489" y="2599"/>
                </a:lnTo>
                <a:lnTo>
                  <a:pt x="1489" y="2598"/>
                </a:lnTo>
                <a:lnTo>
                  <a:pt x="1488" y="2597"/>
                </a:lnTo>
                <a:lnTo>
                  <a:pt x="1488" y="2598"/>
                </a:lnTo>
                <a:lnTo>
                  <a:pt x="1488" y="2597"/>
                </a:lnTo>
                <a:lnTo>
                  <a:pt x="1487" y="2597"/>
                </a:lnTo>
                <a:lnTo>
                  <a:pt x="1487" y="2596"/>
                </a:lnTo>
                <a:lnTo>
                  <a:pt x="1486" y="2596"/>
                </a:lnTo>
                <a:lnTo>
                  <a:pt x="1485" y="2595"/>
                </a:lnTo>
                <a:lnTo>
                  <a:pt x="1484" y="2595"/>
                </a:lnTo>
                <a:lnTo>
                  <a:pt x="1484" y="2596"/>
                </a:lnTo>
                <a:lnTo>
                  <a:pt x="1483" y="2596"/>
                </a:lnTo>
                <a:lnTo>
                  <a:pt x="1483" y="2595"/>
                </a:lnTo>
                <a:lnTo>
                  <a:pt x="1482" y="2595"/>
                </a:lnTo>
                <a:lnTo>
                  <a:pt x="1481" y="2595"/>
                </a:lnTo>
                <a:lnTo>
                  <a:pt x="1481" y="2596"/>
                </a:lnTo>
                <a:lnTo>
                  <a:pt x="1480" y="2596"/>
                </a:lnTo>
                <a:lnTo>
                  <a:pt x="1479" y="2596"/>
                </a:lnTo>
                <a:lnTo>
                  <a:pt x="1478" y="2596"/>
                </a:lnTo>
                <a:lnTo>
                  <a:pt x="1478" y="2595"/>
                </a:lnTo>
                <a:lnTo>
                  <a:pt x="1477" y="2595"/>
                </a:lnTo>
                <a:lnTo>
                  <a:pt x="1477" y="2594"/>
                </a:lnTo>
                <a:lnTo>
                  <a:pt x="1476" y="2594"/>
                </a:lnTo>
                <a:lnTo>
                  <a:pt x="1476" y="2593"/>
                </a:lnTo>
                <a:lnTo>
                  <a:pt x="1475" y="2593"/>
                </a:lnTo>
                <a:lnTo>
                  <a:pt x="1476" y="2593"/>
                </a:lnTo>
                <a:lnTo>
                  <a:pt x="1475" y="2593"/>
                </a:lnTo>
                <a:lnTo>
                  <a:pt x="1476" y="2593"/>
                </a:lnTo>
                <a:lnTo>
                  <a:pt x="1476" y="2592"/>
                </a:lnTo>
                <a:lnTo>
                  <a:pt x="1475" y="2592"/>
                </a:lnTo>
                <a:lnTo>
                  <a:pt x="1475" y="2591"/>
                </a:lnTo>
                <a:lnTo>
                  <a:pt x="1474" y="2591"/>
                </a:lnTo>
                <a:lnTo>
                  <a:pt x="1474" y="2592"/>
                </a:lnTo>
                <a:lnTo>
                  <a:pt x="1473" y="2592"/>
                </a:lnTo>
                <a:lnTo>
                  <a:pt x="1472" y="2592"/>
                </a:lnTo>
                <a:lnTo>
                  <a:pt x="1472" y="2591"/>
                </a:lnTo>
                <a:lnTo>
                  <a:pt x="1472" y="2590"/>
                </a:lnTo>
                <a:lnTo>
                  <a:pt x="1471" y="2590"/>
                </a:lnTo>
                <a:lnTo>
                  <a:pt x="1470" y="2590"/>
                </a:lnTo>
                <a:lnTo>
                  <a:pt x="1470" y="2591"/>
                </a:lnTo>
                <a:lnTo>
                  <a:pt x="1470" y="2590"/>
                </a:lnTo>
                <a:lnTo>
                  <a:pt x="1469" y="2590"/>
                </a:lnTo>
                <a:lnTo>
                  <a:pt x="1469" y="2589"/>
                </a:lnTo>
                <a:lnTo>
                  <a:pt x="1469" y="2590"/>
                </a:lnTo>
                <a:lnTo>
                  <a:pt x="1468" y="2590"/>
                </a:lnTo>
                <a:lnTo>
                  <a:pt x="1468" y="2591"/>
                </a:lnTo>
                <a:lnTo>
                  <a:pt x="1467" y="2591"/>
                </a:lnTo>
                <a:lnTo>
                  <a:pt x="1467" y="2592"/>
                </a:lnTo>
                <a:lnTo>
                  <a:pt x="1466" y="2592"/>
                </a:lnTo>
                <a:lnTo>
                  <a:pt x="1467" y="2592"/>
                </a:lnTo>
                <a:lnTo>
                  <a:pt x="1467" y="2593"/>
                </a:lnTo>
                <a:lnTo>
                  <a:pt x="1468" y="2593"/>
                </a:lnTo>
                <a:lnTo>
                  <a:pt x="1468" y="2594"/>
                </a:lnTo>
                <a:lnTo>
                  <a:pt x="1467" y="2594"/>
                </a:lnTo>
                <a:lnTo>
                  <a:pt x="1467" y="2595"/>
                </a:lnTo>
                <a:lnTo>
                  <a:pt x="1466" y="2595"/>
                </a:lnTo>
                <a:lnTo>
                  <a:pt x="1466" y="2596"/>
                </a:lnTo>
                <a:lnTo>
                  <a:pt x="1465" y="2596"/>
                </a:lnTo>
                <a:lnTo>
                  <a:pt x="1465" y="2595"/>
                </a:lnTo>
                <a:lnTo>
                  <a:pt x="1464" y="2595"/>
                </a:lnTo>
                <a:lnTo>
                  <a:pt x="1464" y="2596"/>
                </a:lnTo>
                <a:lnTo>
                  <a:pt x="1463" y="2596"/>
                </a:lnTo>
                <a:lnTo>
                  <a:pt x="1463" y="2597"/>
                </a:lnTo>
                <a:lnTo>
                  <a:pt x="1462" y="2597"/>
                </a:lnTo>
                <a:lnTo>
                  <a:pt x="1461" y="2597"/>
                </a:lnTo>
                <a:lnTo>
                  <a:pt x="1461" y="2596"/>
                </a:lnTo>
                <a:lnTo>
                  <a:pt x="1460" y="2596"/>
                </a:lnTo>
                <a:lnTo>
                  <a:pt x="1459" y="2596"/>
                </a:lnTo>
                <a:lnTo>
                  <a:pt x="1458" y="2596"/>
                </a:lnTo>
                <a:lnTo>
                  <a:pt x="1458" y="2597"/>
                </a:lnTo>
                <a:lnTo>
                  <a:pt x="1457" y="2597"/>
                </a:lnTo>
                <a:lnTo>
                  <a:pt x="1456" y="2597"/>
                </a:lnTo>
                <a:lnTo>
                  <a:pt x="1456" y="2598"/>
                </a:lnTo>
                <a:lnTo>
                  <a:pt x="1456" y="2597"/>
                </a:lnTo>
                <a:lnTo>
                  <a:pt x="1455" y="2597"/>
                </a:lnTo>
                <a:lnTo>
                  <a:pt x="1454" y="2597"/>
                </a:lnTo>
                <a:lnTo>
                  <a:pt x="1454" y="2598"/>
                </a:lnTo>
                <a:lnTo>
                  <a:pt x="1453" y="2598"/>
                </a:lnTo>
                <a:lnTo>
                  <a:pt x="1452" y="2598"/>
                </a:lnTo>
                <a:lnTo>
                  <a:pt x="1451" y="2598"/>
                </a:lnTo>
                <a:lnTo>
                  <a:pt x="1451" y="2599"/>
                </a:lnTo>
                <a:lnTo>
                  <a:pt x="1450" y="2599"/>
                </a:lnTo>
                <a:lnTo>
                  <a:pt x="1450" y="2600"/>
                </a:lnTo>
                <a:lnTo>
                  <a:pt x="1450" y="2601"/>
                </a:lnTo>
                <a:lnTo>
                  <a:pt x="1449" y="2601"/>
                </a:lnTo>
                <a:lnTo>
                  <a:pt x="1449" y="2602"/>
                </a:lnTo>
                <a:lnTo>
                  <a:pt x="1448" y="2603"/>
                </a:lnTo>
                <a:lnTo>
                  <a:pt x="1448" y="2602"/>
                </a:lnTo>
                <a:lnTo>
                  <a:pt x="1447" y="2602"/>
                </a:lnTo>
                <a:lnTo>
                  <a:pt x="1447" y="2603"/>
                </a:lnTo>
                <a:lnTo>
                  <a:pt x="1447" y="2604"/>
                </a:lnTo>
                <a:lnTo>
                  <a:pt x="1446" y="2605"/>
                </a:lnTo>
                <a:lnTo>
                  <a:pt x="1445" y="2605"/>
                </a:lnTo>
                <a:lnTo>
                  <a:pt x="1445" y="2606"/>
                </a:lnTo>
                <a:lnTo>
                  <a:pt x="1444" y="2606"/>
                </a:lnTo>
                <a:lnTo>
                  <a:pt x="1444" y="2605"/>
                </a:lnTo>
                <a:lnTo>
                  <a:pt x="1444" y="2606"/>
                </a:lnTo>
                <a:lnTo>
                  <a:pt x="1443" y="2605"/>
                </a:lnTo>
                <a:lnTo>
                  <a:pt x="1443" y="2606"/>
                </a:lnTo>
                <a:lnTo>
                  <a:pt x="1443" y="2607"/>
                </a:lnTo>
                <a:lnTo>
                  <a:pt x="1442" y="2607"/>
                </a:lnTo>
                <a:lnTo>
                  <a:pt x="1442" y="2608"/>
                </a:lnTo>
                <a:lnTo>
                  <a:pt x="1441" y="2608"/>
                </a:lnTo>
                <a:lnTo>
                  <a:pt x="1440" y="2609"/>
                </a:lnTo>
                <a:lnTo>
                  <a:pt x="1441" y="2609"/>
                </a:lnTo>
                <a:lnTo>
                  <a:pt x="1440" y="2610"/>
                </a:lnTo>
                <a:lnTo>
                  <a:pt x="1439" y="2610"/>
                </a:lnTo>
                <a:lnTo>
                  <a:pt x="1439" y="2611"/>
                </a:lnTo>
                <a:lnTo>
                  <a:pt x="1438" y="2611"/>
                </a:lnTo>
                <a:lnTo>
                  <a:pt x="1439" y="2612"/>
                </a:lnTo>
                <a:lnTo>
                  <a:pt x="1440" y="2612"/>
                </a:lnTo>
                <a:lnTo>
                  <a:pt x="1439" y="2613"/>
                </a:lnTo>
                <a:lnTo>
                  <a:pt x="1439" y="2614"/>
                </a:lnTo>
                <a:lnTo>
                  <a:pt x="1438" y="2614"/>
                </a:lnTo>
                <a:lnTo>
                  <a:pt x="1438" y="2615"/>
                </a:lnTo>
                <a:lnTo>
                  <a:pt x="1438" y="2616"/>
                </a:lnTo>
                <a:lnTo>
                  <a:pt x="1438" y="2617"/>
                </a:lnTo>
                <a:lnTo>
                  <a:pt x="1437" y="2618"/>
                </a:lnTo>
                <a:lnTo>
                  <a:pt x="1437" y="2619"/>
                </a:lnTo>
                <a:lnTo>
                  <a:pt x="1437" y="2620"/>
                </a:lnTo>
                <a:lnTo>
                  <a:pt x="1436" y="2620"/>
                </a:lnTo>
                <a:lnTo>
                  <a:pt x="1435" y="2620"/>
                </a:lnTo>
                <a:lnTo>
                  <a:pt x="1435" y="2621"/>
                </a:lnTo>
                <a:lnTo>
                  <a:pt x="1434" y="2621"/>
                </a:lnTo>
                <a:lnTo>
                  <a:pt x="1434" y="2622"/>
                </a:lnTo>
                <a:lnTo>
                  <a:pt x="1434" y="2623"/>
                </a:lnTo>
                <a:lnTo>
                  <a:pt x="1433" y="2623"/>
                </a:lnTo>
                <a:lnTo>
                  <a:pt x="1433" y="2624"/>
                </a:lnTo>
                <a:lnTo>
                  <a:pt x="1432" y="2624"/>
                </a:lnTo>
                <a:lnTo>
                  <a:pt x="1432" y="2625"/>
                </a:lnTo>
                <a:lnTo>
                  <a:pt x="1432" y="2626"/>
                </a:lnTo>
                <a:lnTo>
                  <a:pt x="1431" y="2626"/>
                </a:lnTo>
                <a:lnTo>
                  <a:pt x="1431" y="2627"/>
                </a:lnTo>
                <a:lnTo>
                  <a:pt x="1431" y="2628"/>
                </a:lnTo>
                <a:lnTo>
                  <a:pt x="1430" y="2628"/>
                </a:lnTo>
                <a:lnTo>
                  <a:pt x="1429" y="2628"/>
                </a:lnTo>
                <a:lnTo>
                  <a:pt x="1428" y="2628"/>
                </a:lnTo>
                <a:lnTo>
                  <a:pt x="1428" y="2629"/>
                </a:lnTo>
                <a:lnTo>
                  <a:pt x="1427" y="2629"/>
                </a:lnTo>
                <a:lnTo>
                  <a:pt x="1427" y="2630"/>
                </a:lnTo>
                <a:lnTo>
                  <a:pt x="1425" y="2630"/>
                </a:lnTo>
                <a:lnTo>
                  <a:pt x="1424" y="2630"/>
                </a:lnTo>
                <a:lnTo>
                  <a:pt x="1423" y="2630"/>
                </a:lnTo>
                <a:lnTo>
                  <a:pt x="1423" y="2631"/>
                </a:lnTo>
                <a:lnTo>
                  <a:pt x="1423" y="2632"/>
                </a:lnTo>
                <a:lnTo>
                  <a:pt x="1422" y="2632"/>
                </a:lnTo>
                <a:lnTo>
                  <a:pt x="1422" y="2633"/>
                </a:lnTo>
                <a:lnTo>
                  <a:pt x="1421" y="2634"/>
                </a:lnTo>
                <a:lnTo>
                  <a:pt x="1421" y="2635"/>
                </a:lnTo>
                <a:lnTo>
                  <a:pt x="1420" y="2635"/>
                </a:lnTo>
                <a:lnTo>
                  <a:pt x="1419" y="2635"/>
                </a:lnTo>
                <a:lnTo>
                  <a:pt x="1418" y="2635"/>
                </a:lnTo>
                <a:lnTo>
                  <a:pt x="1418" y="2636"/>
                </a:lnTo>
                <a:lnTo>
                  <a:pt x="1418" y="2637"/>
                </a:lnTo>
                <a:lnTo>
                  <a:pt x="1417" y="2637"/>
                </a:lnTo>
                <a:lnTo>
                  <a:pt x="1417" y="2638"/>
                </a:lnTo>
                <a:lnTo>
                  <a:pt x="1417" y="2639"/>
                </a:lnTo>
                <a:lnTo>
                  <a:pt x="1417" y="2640"/>
                </a:lnTo>
                <a:lnTo>
                  <a:pt x="1417" y="2641"/>
                </a:lnTo>
                <a:lnTo>
                  <a:pt x="1417" y="2642"/>
                </a:lnTo>
                <a:lnTo>
                  <a:pt x="1418" y="2642"/>
                </a:lnTo>
                <a:lnTo>
                  <a:pt x="1417" y="2642"/>
                </a:lnTo>
                <a:lnTo>
                  <a:pt x="1417" y="2643"/>
                </a:lnTo>
                <a:lnTo>
                  <a:pt x="1416" y="2643"/>
                </a:lnTo>
                <a:lnTo>
                  <a:pt x="1415" y="2643"/>
                </a:lnTo>
                <a:lnTo>
                  <a:pt x="1415" y="2644"/>
                </a:lnTo>
                <a:lnTo>
                  <a:pt x="1415" y="2645"/>
                </a:lnTo>
                <a:lnTo>
                  <a:pt x="1414" y="2645"/>
                </a:lnTo>
                <a:lnTo>
                  <a:pt x="1415" y="2645"/>
                </a:lnTo>
                <a:lnTo>
                  <a:pt x="1414" y="2645"/>
                </a:lnTo>
                <a:lnTo>
                  <a:pt x="1414" y="2646"/>
                </a:lnTo>
                <a:lnTo>
                  <a:pt x="1414" y="2647"/>
                </a:lnTo>
                <a:lnTo>
                  <a:pt x="1413" y="2647"/>
                </a:lnTo>
                <a:lnTo>
                  <a:pt x="1413" y="2648"/>
                </a:lnTo>
                <a:lnTo>
                  <a:pt x="1412" y="2649"/>
                </a:lnTo>
                <a:lnTo>
                  <a:pt x="1411" y="2649"/>
                </a:lnTo>
                <a:lnTo>
                  <a:pt x="1411" y="2650"/>
                </a:lnTo>
                <a:lnTo>
                  <a:pt x="1410" y="2650"/>
                </a:lnTo>
                <a:lnTo>
                  <a:pt x="1410" y="2651"/>
                </a:lnTo>
                <a:lnTo>
                  <a:pt x="1410" y="2652"/>
                </a:lnTo>
                <a:lnTo>
                  <a:pt x="1409" y="2652"/>
                </a:lnTo>
                <a:lnTo>
                  <a:pt x="1409" y="2653"/>
                </a:lnTo>
                <a:lnTo>
                  <a:pt x="1409" y="2654"/>
                </a:lnTo>
                <a:lnTo>
                  <a:pt x="1408" y="2654"/>
                </a:lnTo>
                <a:lnTo>
                  <a:pt x="1409" y="2654"/>
                </a:lnTo>
                <a:lnTo>
                  <a:pt x="1409" y="2655"/>
                </a:lnTo>
                <a:lnTo>
                  <a:pt x="1410" y="2655"/>
                </a:lnTo>
                <a:lnTo>
                  <a:pt x="1411" y="2656"/>
                </a:lnTo>
                <a:lnTo>
                  <a:pt x="1410" y="2656"/>
                </a:lnTo>
                <a:lnTo>
                  <a:pt x="1411" y="2656"/>
                </a:lnTo>
                <a:lnTo>
                  <a:pt x="1411" y="2657"/>
                </a:lnTo>
                <a:lnTo>
                  <a:pt x="1411" y="2658"/>
                </a:lnTo>
                <a:lnTo>
                  <a:pt x="1412" y="2658"/>
                </a:lnTo>
                <a:lnTo>
                  <a:pt x="1411" y="2659"/>
                </a:lnTo>
                <a:lnTo>
                  <a:pt x="1411" y="2660"/>
                </a:lnTo>
                <a:lnTo>
                  <a:pt x="1410" y="2660"/>
                </a:lnTo>
                <a:lnTo>
                  <a:pt x="1409" y="2660"/>
                </a:lnTo>
                <a:lnTo>
                  <a:pt x="1409" y="2661"/>
                </a:lnTo>
                <a:lnTo>
                  <a:pt x="1409" y="2662"/>
                </a:lnTo>
                <a:lnTo>
                  <a:pt x="1408" y="2662"/>
                </a:lnTo>
                <a:lnTo>
                  <a:pt x="1407" y="2662"/>
                </a:lnTo>
                <a:lnTo>
                  <a:pt x="1407" y="2661"/>
                </a:lnTo>
                <a:lnTo>
                  <a:pt x="1407" y="2662"/>
                </a:lnTo>
                <a:lnTo>
                  <a:pt x="1407" y="2663"/>
                </a:lnTo>
                <a:lnTo>
                  <a:pt x="1406" y="2663"/>
                </a:lnTo>
                <a:lnTo>
                  <a:pt x="1406" y="2664"/>
                </a:lnTo>
                <a:lnTo>
                  <a:pt x="1407" y="2664"/>
                </a:lnTo>
                <a:lnTo>
                  <a:pt x="1407" y="2665"/>
                </a:lnTo>
                <a:lnTo>
                  <a:pt x="1406" y="2665"/>
                </a:lnTo>
                <a:lnTo>
                  <a:pt x="1406" y="2666"/>
                </a:lnTo>
                <a:lnTo>
                  <a:pt x="1407" y="2666"/>
                </a:lnTo>
                <a:lnTo>
                  <a:pt x="1407" y="2667"/>
                </a:lnTo>
                <a:lnTo>
                  <a:pt x="1407" y="2668"/>
                </a:lnTo>
                <a:lnTo>
                  <a:pt x="1408" y="2669"/>
                </a:lnTo>
                <a:lnTo>
                  <a:pt x="1408" y="2670"/>
                </a:lnTo>
                <a:lnTo>
                  <a:pt x="1408" y="2672"/>
                </a:lnTo>
                <a:lnTo>
                  <a:pt x="1408" y="2673"/>
                </a:lnTo>
                <a:lnTo>
                  <a:pt x="1409" y="2673"/>
                </a:lnTo>
                <a:lnTo>
                  <a:pt x="1409" y="2674"/>
                </a:lnTo>
                <a:lnTo>
                  <a:pt x="1410" y="2674"/>
                </a:lnTo>
                <a:lnTo>
                  <a:pt x="1410" y="2675"/>
                </a:lnTo>
                <a:lnTo>
                  <a:pt x="1410" y="2676"/>
                </a:lnTo>
                <a:lnTo>
                  <a:pt x="1410" y="2677"/>
                </a:lnTo>
                <a:lnTo>
                  <a:pt x="1409" y="2677"/>
                </a:lnTo>
                <a:lnTo>
                  <a:pt x="1409" y="2678"/>
                </a:lnTo>
                <a:lnTo>
                  <a:pt x="1409" y="2679"/>
                </a:lnTo>
                <a:lnTo>
                  <a:pt x="1408" y="2680"/>
                </a:lnTo>
                <a:lnTo>
                  <a:pt x="1408" y="2681"/>
                </a:lnTo>
                <a:lnTo>
                  <a:pt x="1407" y="2681"/>
                </a:lnTo>
                <a:lnTo>
                  <a:pt x="1407" y="2682"/>
                </a:lnTo>
                <a:lnTo>
                  <a:pt x="1407" y="2683"/>
                </a:lnTo>
                <a:lnTo>
                  <a:pt x="1407" y="2684"/>
                </a:lnTo>
                <a:lnTo>
                  <a:pt x="1406" y="2684"/>
                </a:lnTo>
                <a:lnTo>
                  <a:pt x="1406" y="2685"/>
                </a:lnTo>
                <a:lnTo>
                  <a:pt x="1406" y="2686"/>
                </a:lnTo>
                <a:lnTo>
                  <a:pt x="1405" y="2686"/>
                </a:lnTo>
                <a:lnTo>
                  <a:pt x="1405" y="2687"/>
                </a:lnTo>
                <a:lnTo>
                  <a:pt x="1404" y="2687"/>
                </a:lnTo>
                <a:lnTo>
                  <a:pt x="1403" y="2688"/>
                </a:lnTo>
                <a:lnTo>
                  <a:pt x="1403" y="2689"/>
                </a:lnTo>
                <a:lnTo>
                  <a:pt x="1402" y="2689"/>
                </a:lnTo>
                <a:lnTo>
                  <a:pt x="1401" y="2689"/>
                </a:lnTo>
                <a:lnTo>
                  <a:pt x="1401" y="2690"/>
                </a:lnTo>
                <a:lnTo>
                  <a:pt x="1400" y="2690"/>
                </a:lnTo>
                <a:lnTo>
                  <a:pt x="1399" y="2691"/>
                </a:lnTo>
                <a:lnTo>
                  <a:pt x="1399" y="2692"/>
                </a:lnTo>
                <a:lnTo>
                  <a:pt x="1399" y="2694"/>
                </a:lnTo>
                <a:lnTo>
                  <a:pt x="1399" y="2695"/>
                </a:lnTo>
                <a:lnTo>
                  <a:pt x="1398" y="2695"/>
                </a:lnTo>
                <a:lnTo>
                  <a:pt x="1397" y="2695"/>
                </a:lnTo>
                <a:lnTo>
                  <a:pt x="1397" y="2696"/>
                </a:lnTo>
                <a:lnTo>
                  <a:pt x="1397" y="2695"/>
                </a:lnTo>
                <a:lnTo>
                  <a:pt x="1396" y="2695"/>
                </a:lnTo>
                <a:lnTo>
                  <a:pt x="1396" y="2694"/>
                </a:lnTo>
                <a:lnTo>
                  <a:pt x="1395" y="2694"/>
                </a:lnTo>
                <a:lnTo>
                  <a:pt x="1395" y="2693"/>
                </a:lnTo>
                <a:lnTo>
                  <a:pt x="1394" y="2693"/>
                </a:lnTo>
                <a:lnTo>
                  <a:pt x="1394" y="2692"/>
                </a:lnTo>
                <a:lnTo>
                  <a:pt x="1393" y="2692"/>
                </a:lnTo>
                <a:lnTo>
                  <a:pt x="1393" y="2691"/>
                </a:lnTo>
                <a:lnTo>
                  <a:pt x="1392" y="2691"/>
                </a:lnTo>
                <a:lnTo>
                  <a:pt x="1392" y="2690"/>
                </a:lnTo>
                <a:lnTo>
                  <a:pt x="1391" y="2690"/>
                </a:lnTo>
                <a:lnTo>
                  <a:pt x="1390" y="2690"/>
                </a:lnTo>
                <a:lnTo>
                  <a:pt x="1390" y="2689"/>
                </a:lnTo>
                <a:lnTo>
                  <a:pt x="1389" y="2689"/>
                </a:lnTo>
                <a:lnTo>
                  <a:pt x="1389" y="2688"/>
                </a:lnTo>
                <a:lnTo>
                  <a:pt x="1390" y="2688"/>
                </a:lnTo>
                <a:lnTo>
                  <a:pt x="1390" y="2687"/>
                </a:lnTo>
                <a:lnTo>
                  <a:pt x="1390" y="2686"/>
                </a:lnTo>
                <a:lnTo>
                  <a:pt x="1390" y="2685"/>
                </a:lnTo>
                <a:lnTo>
                  <a:pt x="1390" y="2684"/>
                </a:lnTo>
                <a:lnTo>
                  <a:pt x="1389" y="2684"/>
                </a:lnTo>
                <a:lnTo>
                  <a:pt x="1389" y="2683"/>
                </a:lnTo>
                <a:lnTo>
                  <a:pt x="1388" y="2683"/>
                </a:lnTo>
                <a:lnTo>
                  <a:pt x="1387" y="2682"/>
                </a:lnTo>
                <a:lnTo>
                  <a:pt x="1386" y="2682"/>
                </a:lnTo>
                <a:lnTo>
                  <a:pt x="1387" y="2682"/>
                </a:lnTo>
                <a:lnTo>
                  <a:pt x="1387" y="2681"/>
                </a:lnTo>
                <a:lnTo>
                  <a:pt x="1386" y="2681"/>
                </a:lnTo>
                <a:lnTo>
                  <a:pt x="1386" y="2680"/>
                </a:lnTo>
                <a:lnTo>
                  <a:pt x="1385" y="2680"/>
                </a:lnTo>
                <a:lnTo>
                  <a:pt x="1385" y="2679"/>
                </a:lnTo>
                <a:lnTo>
                  <a:pt x="1385" y="2678"/>
                </a:lnTo>
                <a:lnTo>
                  <a:pt x="1384" y="2678"/>
                </a:lnTo>
                <a:lnTo>
                  <a:pt x="1383" y="2678"/>
                </a:lnTo>
                <a:lnTo>
                  <a:pt x="1382" y="2678"/>
                </a:lnTo>
                <a:lnTo>
                  <a:pt x="1382" y="2677"/>
                </a:lnTo>
                <a:lnTo>
                  <a:pt x="1381" y="2677"/>
                </a:lnTo>
                <a:lnTo>
                  <a:pt x="1381" y="2676"/>
                </a:lnTo>
                <a:lnTo>
                  <a:pt x="1380" y="2676"/>
                </a:lnTo>
                <a:lnTo>
                  <a:pt x="1380" y="2675"/>
                </a:lnTo>
                <a:lnTo>
                  <a:pt x="1379" y="2675"/>
                </a:lnTo>
                <a:lnTo>
                  <a:pt x="1380" y="2675"/>
                </a:lnTo>
                <a:lnTo>
                  <a:pt x="1380" y="2674"/>
                </a:lnTo>
                <a:lnTo>
                  <a:pt x="1379" y="2674"/>
                </a:lnTo>
                <a:lnTo>
                  <a:pt x="1379" y="2673"/>
                </a:lnTo>
                <a:lnTo>
                  <a:pt x="1378" y="2673"/>
                </a:lnTo>
                <a:lnTo>
                  <a:pt x="1378" y="2672"/>
                </a:lnTo>
                <a:lnTo>
                  <a:pt x="1378" y="2671"/>
                </a:lnTo>
                <a:lnTo>
                  <a:pt x="1377" y="2671"/>
                </a:lnTo>
                <a:lnTo>
                  <a:pt x="1377" y="2670"/>
                </a:lnTo>
                <a:lnTo>
                  <a:pt x="1378" y="2670"/>
                </a:lnTo>
                <a:lnTo>
                  <a:pt x="1377" y="2670"/>
                </a:lnTo>
                <a:lnTo>
                  <a:pt x="1377" y="2669"/>
                </a:lnTo>
                <a:lnTo>
                  <a:pt x="1377" y="2668"/>
                </a:lnTo>
                <a:lnTo>
                  <a:pt x="1378" y="2667"/>
                </a:lnTo>
                <a:lnTo>
                  <a:pt x="1377" y="2666"/>
                </a:lnTo>
                <a:lnTo>
                  <a:pt x="1378" y="2666"/>
                </a:lnTo>
                <a:lnTo>
                  <a:pt x="1378" y="2665"/>
                </a:lnTo>
                <a:lnTo>
                  <a:pt x="1378" y="2664"/>
                </a:lnTo>
                <a:lnTo>
                  <a:pt x="1378" y="2663"/>
                </a:lnTo>
                <a:lnTo>
                  <a:pt x="1377" y="2663"/>
                </a:lnTo>
                <a:lnTo>
                  <a:pt x="1377" y="2662"/>
                </a:lnTo>
                <a:lnTo>
                  <a:pt x="1377" y="2661"/>
                </a:lnTo>
                <a:lnTo>
                  <a:pt x="1376" y="2661"/>
                </a:lnTo>
                <a:lnTo>
                  <a:pt x="1377" y="2661"/>
                </a:lnTo>
                <a:lnTo>
                  <a:pt x="1377" y="2660"/>
                </a:lnTo>
                <a:lnTo>
                  <a:pt x="1376" y="2660"/>
                </a:lnTo>
                <a:lnTo>
                  <a:pt x="1376" y="2659"/>
                </a:lnTo>
                <a:lnTo>
                  <a:pt x="1377" y="2659"/>
                </a:lnTo>
                <a:lnTo>
                  <a:pt x="1378" y="2659"/>
                </a:lnTo>
                <a:lnTo>
                  <a:pt x="1378" y="2658"/>
                </a:lnTo>
                <a:lnTo>
                  <a:pt x="1378" y="2657"/>
                </a:lnTo>
                <a:lnTo>
                  <a:pt x="1379" y="2657"/>
                </a:lnTo>
                <a:lnTo>
                  <a:pt x="1379" y="2656"/>
                </a:lnTo>
                <a:lnTo>
                  <a:pt x="1380" y="2656"/>
                </a:lnTo>
                <a:lnTo>
                  <a:pt x="1380" y="2655"/>
                </a:lnTo>
                <a:lnTo>
                  <a:pt x="1380" y="2654"/>
                </a:lnTo>
                <a:lnTo>
                  <a:pt x="1380" y="2653"/>
                </a:lnTo>
                <a:lnTo>
                  <a:pt x="1379" y="2653"/>
                </a:lnTo>
                <a:lnTo>
                  <a:pt x="1380" y="2653"/>
                </a:lnTo>
                <a:lnTo>
                  <a:pt x="1380" y="2652"/>
                </a:lnTo>
                <a:lnTo>
                  <a:pt x="1380" y="2651"/>
                </a:lnTo>
                <a:lnTo>
                  <a:pt x="1381" y="2651"/>
                </a:lnTo>
                <a:lnTo>
                  <a:pt x="1382" y="2651"/>
                </a:lnTo>
                <a:lnTo>
                  <a:pt x="1382" y="2650"/>
                </a:lnTo>
                <a:lnTo>
                  <a:pt x="1383" y="2650"/>
                </a:lnTo>
                <a:lnTo>
                  <a:pt x="1383" y="2649"/>
                </a:lnTo>
                <a:lnTo>
                  <a:pt x="1383" y="2648"/>
                </a:lnTo>
                <a:lnTo>
                  <a:pt x="1383" y="2647"/>
                </a:lnTo>
                <a:lnTo>
                  <a:pt x="1383" y="2646"/>
                </a:lnTo>
                <a:lnTo>
                  <a:pt x="1383" y="2645"/>
                </a:lnTo>
                <a:lnTo>
                  <a:pt x="1383" y="2644"/>
                </a:lnTo>
                <a:lnTo>
                  <a:pt x="1384" y="2644"/>
                </a:lnTo>
                <a:lnTo>
                  <a:pt x="1384" y="2643"/>
                </a:lnTo>
                <a:lnTo>
                  <a:pt x="1384" y="2642"/>
                </a:lnTo>
                <a:lnTo>
                  <a:pt x="1384" y="2641"/>
                </a:lnTo>
                <a:lnTo>
                  <a:pt x="1385" y="2641"/>
                </a:lnTo>
                <a:lnTo>
                  <a:pt x="1385" y="2640"/>
                </a:lnTo>
                <a:lnTo>
                  <a:pt x="1384" y="2640"/>
                </a:lnTo>
                <a:lnTo>
                  <a:pt x="1384" y="2639"/>
                </a:lnTo>
                <a:lnTo>
                  <a:pt x="1384" y="2638"/>
                </a:lnTo>
                <a:lnTo>
                  <a:pt x="1384" y="2637"/>
                </a:lnTo>
                <a:lnTo>
                  <a:pt x="1384" y="2636"/>
                </a:lnTo>
                <a:lnTo>
                  <a:pt x="1384" y="2635"/>
                </a:lnTo>
                <a:lnTo>
                  <a:pt x="1385" y="2635"/>
                </a:lnTo>
                <a:lnTo>
                  <a:pt x="1384" y="2635"/>
                </a:lnTo>
                <a:lnTo>
                  <a:pt x="1384" y="2634"/>
                </a:lnTo>
                <a:lnTo>
                  <a:pt x="1384" y="2633"/>
                </a:lnTo>
                <a:lnTo>
                  <a:pt x="1385" y="2633"/>
                </a:lnTo>
                <a:lnTo>
                  <a:pt x="1386" y="2633"/>
                </a:lnTo>
                <a:lnTo>
                  <a:pt x="1386" y="2632"/>
                </a:lnTo>
                <a:lnTo>
                  <a:pt x="1387" y="2632"/>
                </a:lnTo>
                <a:lnTo>
                  <a:pt x="1386" y="2631"/>
                </a:lnTo>
                <a:lnTo>
                  <a:pt x="1386" y="2630"/>
                </a:lnTo>
                <a:lnTo>
                  <a:pt x="1387" y="2630"/>
                </a:lnTo>
                <a:lnTo>
                  <a:pt x="1387" y="2629"/>
                </a:lnTo>
                <a:lnTo>
                  <a:pt x="1386" y="2628"/>
                </a:lnTo>
                <a:lnTo>
                  <a:pt x="1386" y="2627"/>
                </a:lnTo>
                <a:lnTo>
                  <a:pt x="1386" y="2626"/>
                </a:lnTo>
                <a:lnTo>
                  <a:pt x="1386" y="2625"/>
                </a:lnTo>
                <a:lnTo>
                  <a:pt x="1385" y="2625"/>
                </a:lnTo>
                <a:lnTo>
                  <a:pt x="1386" y="2625"/>
                </a:lnTo>
                <a:lnTo>
                  <a:pt x="1385" y="2625"/>
                </a:lnTo>
                <a:lnTo>
                  <a:pt x="1385" y="2624"/>
                </a:lnTo>
                <a:lnTo>
                  <a:pt x="1385" y="2623"/>
                </a:lnTo>
                <a:lnTo>
                  <a:pt x="1385" y="2622"/>
                </a:lnTo>
                <a:lnTo>
                  <a:pt x="1384" y="2622"/>
                </a:lnTo>
                <a:lnTo>
                  <a:pt x="1383" y="2622"/>
                </a:lnTo>
                <a:lnTo>
                  <a:pt x="1382" y="2622"/>
                </a:lnTo>
                <a:lnTo>
                  <a:pt x="1382" y="2621"/>
                </a:lnTo>
                <a:lnTo>
                  <a:pt x="1383" y="2621"/>
                </a:lnTo>
                <a:lnTo>
                  <a:pt x="1383" y="2620"/>
                </a:lnTo>
                <a:lnTo>
                  <a:pt x="1383" y="2618"/>
                </a:lnTo>
                <a:lnTo>
                  <a:pt x="1383" y="2617"/>
                </a:lnTo>
                <a:lnTo>
                  <a:pt x="1383" y="2616"/>
                </a:lnTo>
                <a:lnTo>
                  <a:pt x="1383" y="2615"/>
                </a:lnTo>
                <a:lnTo>
                  <a:pt x="1382" y="2615"/>
                </a:lnTo>
                <a:lnTo>
                  <a:pt x="1382" y="2614"/>
                </a:lnTo>
                <a:lnTo>
                  <a:pt x="1382" y="2613"/>
                </a:lnTo>
                <a:lnTo>
                  <a:pt x="1381" y="2613"/>
                </a:lnTo>
                <a:lnTo>
                  <a:pt x="1380" y="2613"/>
                </a:lnTo>
                <a:lnTo>
                  <a:pt x="1380" y="2612"/>
                </a:lnTo>
                <a:lnTo>
                  <a:pt x="1379" y="2612"/>
                </a:lnTo>
                <a:lnTo>
                  <a:pt x="1379" y="2611"/>
                </a:lnTo>
                <a:lnTo>
                  <a:pt x="1379" y="2610"/>
                </a:lnTo>
                <a:lnTo>
                  <a:pt x="1378" y="2610"/>
                </a:lnTo>
                <a:lnTo>
                  <a:pt x="1377" y="2609"/>
                </a:lnTo>
                <a:lnTo>
                  <a:pt x="1376" y="2609"/>
                </a:lnTo>
                <a:lnTo>
                  <a:pt x="1376" y="2608"/>
                </a:lnTo>
                <a:lnTo>
                  <a:pt x="1375" y="2607"/>
                </a:lnTo>
                <a:lnTo>
                  <a:pt x="1374" y="2607"/>
                </a:lnTo>
                <a:lnTo>
                  <a:pt x="1373" y="2607"/>
                </a:lnTo>
                <a:lnTo>
                  <a:pt x="1372" y="2607"/>
                </a:lnTo>
                <a:lnTo>
                  <a:pt x="1371" y="2607"/>
                </a:lnTo>
                <a:lnTo>
                  <a:pt x="1370" y="2607"/>
                </a:lnTo>
                <a:lnTo>
                  <a:pt x="1369" y="2607"/>
                </a:lnTo>
                <a:lnTo>
                  <a:pt x="1368" y="2607"/>
                </a:lnTo>
                <a:lnTo>
                  <a:pt x="1368" y="2608"/>
                </a:lnTo>
                <a:lnTo>
                  <a:pt x="1368" y="2607"/>
                </a:lnTo>
                <a:lnTo>
                  <a:pt x="1367" y="2607"/>
                </a:lnTo>
                <a:lnTo>
                  <a:pt x="1367" y="2606"/>
                </a:lnTo>
                <a:lnTo>
                  <a:pt x="1366" y="2606"/>
                </a:lnTo>
                <a:lnTo>
                  <a:pt x="1366" y="2605"/>
                </a:lnTo>
                <a:lnTo>
                  <a:pt x="1365" y="2605"/>
                </a:lnTo>
                <a:lnTo>
                  <a:pt x="1365" y="2604"/>
                </a:lnTo>
                <a:lnTo>
                  <a:pt x="1365" y="2603"/>
                </a:lnTo>
                <a:lnTo>
                  <a:pt x="1364" y="2603"/>
                </a:lnTo>
                <a:lnTo>
                  <a:pt x="1363" y="2603"/>
                </a:lnTo>
                <a:lnTo>
                  <a:pt x="1363" y="2604"/>
                </a:lnTo>
                <a:lnTo>
                  <a:pt x="1363" y="2605"/>
                </a:lnTo>
                <a:lnTo>
                  <a:pt x="1362" y="2605"/>
                </a:lnTo>
                <a:lnTo>
                  <a:pt x="1361" y="2605"/>
                </a:lnTo>
                <a:lnTo>
                  <a:pt x="1361" y="2606"/>
                </a:lnTo>
                <a:lnTo>
                  <a:pt x="1360" y="2606"/>
                </a:lnTo>
                <a:lnTo>
                  <a:pt x="1359" y="2606"/>
                </a:lnTo>
                <a:lnTo>
                  <a:pt x="1358" y="2606"/>
                </a:lnTo>
                <a:lnTo>
                  <a:pt x="1358" y="2605"/>
                </a:lnTo>
                <a:lnTo>
                  <a:pt x="1358" y="2606"/>
                </a:lnTo>
                <a:lnTo>
                  <a:pt x="1357" y="2606"/>
                </a:lnTo>
                <a:lnTo>
                  <a:pt x="1357" y="2607"/>
                </a:lnTo>
                <a:lnTo>
                  <a:pt x="1357" y="2608"/>
                </a:lnTo>
                <a:lnTo>
                  <a:pt x="1357" y="2609"/>
                </a:lnTo>
                <a:lnTo>
                  <a:pt x="1357" y="2610"/>
                </a:lnTo>
                <a:lnTo>
                  <a:pt x="1357" y="2611"/>
                </a:lnTo>
                <a:lnTo>
                  <a:pt x="1356" y="2611"/>
                </a:lnTo>
                <a:lnTo>
                  <a:pt x="1355" y="2611"/>
                </a:lnTo>
                <a:lnTo>
                  <a:pt x="1354" y="2611"/>
                </a:lnTo>
                <a:lnTo>
                  <a:pt x="1354" y="2610"/>
                </a:lnTo>
                <a:lnTo>
                  <a:pt x="1353" y="2610"/>
                </a:lnTo>
                <a:lnTo>
                  <a:pt x="1353" y="2611"/>
                </a:lnTo>
                <a:lnTo>
                  <a:pt x="1353" y="2610"/>
                </a:lnTo>
                <a:lnTo>
                  <a:pt x="1352" y="2610"/>
                </a:lnTo>
                <a:lnTo>
                  <a:pt x="1351" y="2610"/>
                </a:lnTo>
                <a:lnTo>
                  <a:pt x="1350" y="2610"/>
                </a:lnTo>
                <a:lnTo>
                  <a:pt x="1350" y="2611"/>
                </a:lnTo>
                <a:lnTo>
                  <a:pt x="1349" y="2611"/>
                </a:lnTo>
                <a:lnTo>
                  <a:pt x="1350" y="2611"/>
                </a:lnTo>
                <a:lnTo>
                  <a:pt x="1350" y="2612"/>
                </a:lnTo>
                <a:lnTo>
                  <a:pt x="1349" y="2612"/>
                </a:lnTo>
                <a:lnTo>
                  <a:pt x="1349" y="2613"/>
                </a:lnTo>
                <a:lnTo>
                  <a:pt x="1348" y="2613"/>
                </a:lnTo>
                <a:lnTo>
                  <a:pt x="1347" y="2614"/>
                </a:lnTo>
                <a:lnTo>
                  <a:pt x="1346" y="2614"/>
                </a:lnTo>
                <a:lnTo>
                  <a:pt x="1345" y="2614"/>
                </a:lnTo>
                <a:lnTo>
                  <a:pt x="1345" y="2615"/>
                </a:lnTo>
                <a:lnTo>
                  <a:pt x="1344" y="2615"/>
                </a:lnTo>
                <a:lnTo>
                  <a:pt x="1344" y="2616"/>
                </a:lnTo>
                <a:lnTo>
                  <a:pt x="1344" y="2617"/>
                </a:lnTo>
                <a:lnTo>
                  <a:pt x="1343" y="2617"/>
                </a:lnTo>
                <a:lnTo>
                  <a:pt x="1342" y="2617"/>
                </a:lnTo>
                <a:lnTo>
                  <a:pt x="1341" y="2617"/>
                </a:lnTo>
                <a:lnTo>
                  <a:pt x="1341" y="2616"/>
                </a:lnTo>
                <a:lnTo>
                  <a:pt x="1340" y="2616"/>
                </a:lnTo>
                <a:lnTo>
                  <a:pt x="1339" y="2616"/>
                </a:lnTo>
                <a:lnTo>
                  <a:pt x="1338" y="2616"/>
                </a:lnTo>
                <a:lnTo>
                  <a:pt x="1337" y="2616"/>
                </a:lnTo>
                <a:lnTo>
                  <a:pt x="1337" y="2617"/>
                </a:lnTo>
                <a:lnTo>
                  <a:pt x="1336" y="2617"/>
                </a:lnTo>
                <a:lnTo>
                  <a:pt x="1335" y="2617"/>
                </a:lnTo>
                <a:lnTo>
                  <a:pt x="1335" y="2618"/>
                </a:lnTo>
                <a:lnTo>
                  <a:pt x="1334" y="2618"/>
                </a:lnTo>
                <a:lnTo>
                  <a:pt x="1333" y="2618"/>
                </a:lnTo>
                <a:lnTo>
                  <a:pt x="1332" y="2619"/>
                </a:lnTo>
                <a:lnTo>
                  <a:pt x="1332" y="2620"/>
                </a:lnTo>
                <a:lnTo>
                  <a:pt x="1331" y="2620"/>
                </a:lnTo>
                <a:lnTo>
                  <a:pt x="1331" y="2619"/>
                </a:lnTo>
                <a:lnTo>
                  <a:pt x="1331" y="2620"/>
                </a:lnTo>
                <a:lnTo>
                  <a:pt x="1330" y="2620"/>
                </a:lnTo>
                <a:lnTo>
                  <a:pt x="1330" y="2621"/>
                </a:lnTo>
                <a:lnTo>
                  <a:pt x="1329" y="2621"/>
                </a:lnTo>
                <a:lnTo>
                  <a:pt x="1329" y="2620"/>
                </a:lnTo>
                <a:lnTo>
                  <a:pt x="1329" y="2619"/>
                </a:lnTo>
                <a:lnTo>
                  <a:pt x="1329" y="2618"/>
                </a:lnTo>
                <a:lnTo>
                  <a:pt x="1328" y="2618"/>
                </a:lnTo>
                <a:lnTo>
                  <a:pt x="1328" y="2619"/>
                </a:lnTo>
                <a:lnTo>
                  <a:pt x="1327" y="2619"/>
                </a:lnTo>
                <a:lnTo>
                  <a:pt x="1326" y="2619"/>
                </a:lnTo>
                <a:lnTo>
                  <a:pt x="1326" y="2618"/>
                </a:lnTo>
                <a:lnTo>
                  <a:pt x="1326" y="2619"/>
                </a:lnTo>
                <a:lnTo>
                  <a:pt x="1326" y="2620"/>
                </a:lnTo>
                <a:lnTo>
                  <a:pt x="1325" y="2620"/>
                </a:lnTo>
                <a:lnTo>
                  <a:pt x="1324" y="2620"/>
                </a:lnTo>
                <a:lnTo>
                  <a:pt x="1324" y="2621"/>
                </a:lnTo>
                <a:lnTo>
                  <a:pt x="1324" y="2620"/>
                </a:lnTo>
                <a:lnTo>
                  <a:pt x="1323" y="2620"/>
                </a:lnTo>
                <a:lnTo>
                  <a:pt x="1322" y="2620"/>
                </a:lnTo>
                <a:lnTo>
                  <a:pt x="1322" y="2619"/>
                </a:lnTo>
                <a:lnTo>
                  <a:pt x="1321" y="2619"/>
                </a:lnTo>
                <a:lnTo>
                  <a:pt x="1320" y="2619"/>
                </a:lnTo>
                <a:lnTo>
                  <a:pt x="1320" y="2618"/>
                </a:lnTo>
                <a:lnTo>
                  <a:pt x="1319" y="2619"/>
                </a:lnTo>
                <a:lnTo>
                  <a:pt x="1319" y="2620"/>
                </a:lnTo>
                <a:lnTo>
                  <a:pt x="1319" y="2621"/>
                </a:lnTo>
                <a:lnTo>
                  <a:pt x="1319" y="2622"/>
                </a:lnTo>
                <a:lnTo>
                  <a:pt x="1318" y="2622"/>
                </a:lnTo>
                <a:lnTo>
                  <a:pt x="1318" y="2623"/>
                </a:lnTo>
                <a:lnTo>
                  <a:pt x="1318" y="2624"/>
                </a:lnTo>
                <a:lnTo>
                  <a:pt x="1318" y="2625"/>
                </a:lnTo>
                <a:lnTo>
                  <a:pt x="1319" y="2625"/>
                </a:lnTo>
                <a:lnTo>
                  <a:pt x="1319" y="2626"/>
                </a:lnTo>
                <a:lnTo>
                  <a:pt x="1319" y="2627"/>
                </a:lnTo>
                <a:lnTo>
                  <a:pt x="1318" y="2627"/>
                </a:lnTo>
                <a:lnTo>
                  <a:pt x="1318" y="2628"/>
                </a:lnTo>
                <a:lnTo>
                  <a:pt x="1317" y="2628"/>
                </a:lnTo>
                <a:lnTo>
                  <a:pt x="1316" y="2628"/>
                </a:lnTo>
                <a:lnTo>
                  <a:pt x="1315" y="2628"/>
                </a:lnTo>
                <a:lnTo>
                  <a:pt x="1315" y="2627"/>
                </a:lnTo>
                <a:lnTo>
                  <a:pt x="1315" y="2626"/>
                </a:lnTo>
                <a:lnTo>
                  <a:pt x="1314" y="2626"/>
                </a:lnTo>
                <a:lnTo>
                  <a:pt x="1314" y="2625"/>
                </a:lnTo>
                <a:lnTo>
                  <a:pt x="1314" y="2626"/>
                </a:lnTo>
                <a:lnTo>
                  <a:pt x="1313" y="2626"/>
                </a:lnTo>
                <a:lnTo>
                  <a:pt x="1312" y="2626"/>
                </a:lnTo>
                <a:lnTo>
                  <a:pt x="1312" y="2625"/>
                </a:lnTo>
                <a:lnTo>
                  <a:pt x="1311" y="2625"/>
                </a:lnTo>
                <a:lnTo>
                  <a:pt x="1310" y="2625"/>
                </a:lnTo>
                <a:lnTo>
                  <a:pt x="1310" y="2624"/>
                </a:lnTo>
                <a:lnTo>
                  <a:pt x="1309" y="2624"/>
                </a:lnTo>
                <a:lnTo>
                  <a:pt x="1309" y="2625"/>
                </a:lnTo>
                <a:lnTo>
                  <a:pt x="1307" y="2625"/>
                </a:lnTo>
                <a:lnTo>
                  <a:pt x="1307" y="2626"/>
                </a:lnTo>
                <a:lnTo>
                  <a:pt x="1306" y="2626"/>
                </a:lnTo>
                <a:lnTo>
                  <a:pt x="1305" y="2626"/>
                </a:lnTo>
                <a:lnTo>
                  <a:pt x="1304" y="2626"/>
                </a:lnTo>
                <a:lnTo>
                  <a:pt x="1304" y="2625"/>
                </a:lnTo>
                <a:lnTo>
                  <a:pt x="1303" y="2625"/>
                </a:lnTo>
                <a:lnTo>
                  <a:pt x="1303" y="2624"/>
                </a:lnTo>
                <a:lnTo>
                  <a:pt x="1302" y="2624"/>
                </a:lnTo>
                <a:lnTo>
                  <a:pt x="1301" y="2624"/>
                </a:lnTo>
                <a:lnTo>
                  <a:pt x="1301" y="2623"/>
                </a:lnTo>
                <a:lnTo>
                  <a:pt x="1300" y="2623"/>
                </a:lnTo>
                <a:lnTo>
                  <a:pt x="1299" y="2623"/>
                </a:lnTo>
                <a:lnTo>
                  <a:pt x="1298" y="2623"/>
                </a:lnTo>
                <a:lnTo>
                  <a:pt x="1298" y="2624"/>
                </a:lnTo>
                <a:lnTo>
                  <a:pt x="1297" y="2624"/>
                </a:lnTo>
                <a:lnTo>
                  <a:pt x="1296" y="2624"/>
                </a:lnTo>
                <a:lnTo>
                  <a:pt x="1295" y="2624"/>
                </a:lnTo>
                <a:lnTo>
                  <a:pt x="1295" y="2623"/>
                </a:lnTo>
                <a:lnTo>
                  <a:pt x="1294" y="2623"/>
                </a:lnTo>
                <a:lnTo>
                  <a:pt x="1294" y="2622"/>
                </a:lnTo>
                <a:lnTo>
                  <a:pt x="1294" y="2621"/>
                </a:lnTo>
                <a:lnTo>
                  <a:pt x="1294" y="2620"/>
                </a:lnTo>
                <a:lnTo>
                  <a:pt x="1293" y="2620"/>
                </a:lnTo>
                <a:lnTo>
                  <a:pt x="1292" y="2620"/>
                </a:lnTo>
                <a:lnTo>
                  <a:pt x="1291" y="2620"/>
                </a:lnTo>
                <a:lnTo>
                  <a:pt x="1291" y="2621"/>
                </a:lnTo>
                <a:lnTo>
                  <a:pt x="1291" y="2622"/>
                </a:lnTo>
                <a:lnTo>
                  <a:pt x="1291" y="2623"/>
                </a:lnTo>
                <a:lnTo>
                  <a:pt x="1290" y="2623"/>
                </a:lnTo>
                <a:lnTo>
                  <a:pt x="1290" y="2624"/>
                </a:lnTo>
                <a:lnTo>
                  <a:pt x="1289" y="2624"/>
                </a:lnTo>
                <a:lnTo>
                  <a:pt x="1290" y="2624"/>
                </a:lnTo>
                <a:lnTo>
                  <a:pt x="1289" y="2624"/>
                </a:lnTo>
                <a:lnTo>
                  <a:pt x="1289" y="2625"/>
                </a:lnTo>
                <a:lnTo>
                  <a:pt x="1288" y="2625"/>
                </a:lnTo>
                <a:lnTo>
                  <a:pt x="1287" y="2625"/>
                </a:lnTo>
                <a:lnTo>
                  <a:pt x="1287" y="2626"/>
                </a:lnTo>
                <a:lnTo>
                  <a:pt x="1287" y="2627"/>
                </a:lnTo>
                <a:lnTo>
                  <a:pt x="1287" y="2628"/>
                </a:lnTo>
                <a:lnTo>
                  <a:pt x="1287" y="2629"/>
                </a:lnTo>
                <a:lnTo>
                  <a:pt x="1286" y="2629"/>
                </a:lnTo>
                <a:lnTo>
                  <a:pt x="1286" y="2630"/>
                </a:lnTo>
                <a:lnTo>
                  <a:pt x="1285" y="2630"/>
                </a:lnTo>
                <a:lnTo>
                  <a:pt x="1285" y="2631"/>
                </a:lnTo>
                <a:lnTo>
                  <a:pt x="1285" y="2632"/>
                </a:lnTo>
                <a:lnTo>
                  <a:pt x="1284" y="2632"/>
                </a:lnTo>
                <a:lnTo>
                  <a:pt x="1283" y="2632"/>
                </a:lnTo>
                <a:lnTo>
                  <a:pt x="1283" y="2633"/>
                </a:lnTo>
                <a:lnTo>
                  <a:pt x="1283" y="2634"/>
                </a:lnTo>
                <a:lnTo>
                  <a:pt x="1283" y="2635"/>
                </a:lnTo>
                <a:lnTo>
                  <a:pt x="1282" y="2635"/>
                </a:lnTo>
                <a:lnTo>
                  <a:pt x="1282" y="2634"/>
                </a:lnTo>
                <a:lnTo>
                  <a:pt x="1281" y="2634"/>
                </a:lnTo>
                <a:lnTo>
                  <a:pt x="1280" y="2634"/>
                </a:lnTo>
                <a:lnTo>
                  <a:pt x="1279" y="2634"/>
                </a:lnTo>
                <a:lnTo>
                  <a:pt x="1278" y="2634"/>
                </a:lnTo>
                <a:lnTo>
                  <a:pt x="1278" y="2635"/>
                </a:lnTo>
                <a:lnTo>
                  <a:pt x="1277" y="2635"/>
                </a:lnTo>
                <a:lnTo>
                  <a:pt x="1277" y="2634"/>
                </a:lnTo>
                <a:lnTo>
                  <a:pt x="1277" y="2633"/>
                </a:lnTo>
                <a:lnTo>
                  <a:pt x="1277" y="2632"/>
                </a:lnTo>
                <a:lnTo>
                  <a:pt x="1276" y="2632"/>
                </a:lnTo>
                <a:lnTo>
                  <a:pt x="1275" y="2632"/>
                </a:lnTo>
                <a:lnTo>
                  <a:pt x="1274" y="2632"/>
                </a:lnTo>
                <a:lnTo>
                  <a:pt x="1274" y="2633"/>
                </a:lnTo>
                <a:lnTo>
                  <a:pt x="1273" y="2633"/>
                </a:lnTo>
                <a:lnTo>
                  <a:pt x="1272" y="2633"/>
                </a:lnTo>
                <a:lnTo>
                  <a:pt x="1272" y="2634"/>
                </a:lnTo>
                <a:lnTo>
                  <a:pt x="1271" y="2634"/>
                </a:lnTo>
                <a:lnTo>
                  <a:pt x="1271" y="2633"/>
                </a:lnTo>
                <a:lnTo>
                  <a:pt x="1270" y="2633"/>
                </a:lnTo>
                <a:lnTo>
                  <a:pt x="1270" y="2632"/>
                </a:lnTo>
                <a:lnTo>
                  <a:pt x="1270" y="2631"/>
                </a:lnTo>
                <a:lnTo>
                  <a:pt x="1270" y="2630"/>
                </a:lnTo>
                <a:lnTo>
                  <a:pt x="1269" y="2630"/>
                </a:lnTo>
                <a:lnTo>
                  <a:pt x="1269" y="2629"/>
                </a:lnTo>
                <a:lnTo>
                  <a:pt x="1268" y="2629"/>
                </a:lnTo>
                <a:lnTo>
                  <a:pt x="1268" y="2628"/>
                </a:lnTo>
                <a:lnTo>
                  <a:pt x="1267" y="2628"/>
                </a:lnTo>
                <a:lnTo>
                  <a:pt x="1267" y="2629"/>
                </a:lnTo>
                <a:lnTo>
                  <a:pt x="1266" y="2629"/>
                </a:lnTo>
                <a:lnTo>
                  <a:pt x="1266" y="2630"/>
                </a:lnTo>
                <a:lnTo>
                  <a:pt x="1266" y="2631"/>
                </a:lnTo>
                <a:lnTo>
                  <a:pt x="1265" y="2631"/>
                </a:lnTo>
                <a:lnTo>
                  <a:pt x="1264" y="2631"/>
                </a:lnTo>
                <a:lnTo>
                  <a:pt x="1263" y="2631"/>
                </a:lnTo>
                <a:lnTo>
                  <a:pt x="1263" y="2630"/>
                </a:lnTo>
                <a:lnTo>
                  <a:pt x="1262" y="2631"/>
                </a:lnTo>
                <a:lnTo>
                  <a:pt x="1261" y="2631"/>
                </a:lnTo>
                <a:lnTo>
                  <a:pt x="1260" y="2631"/>
                </a:lnTo>
                <a:lnTo>
                  <a:pt x="1260" y="2632"/>
                </a:lnTo>
                <a:lnTo>
                  <a:pt x="1259" y="2632"/>
                </a:lnTo>
                <a:lnTo>
                  <a:pt x="1258" y="2632"/>
                </a:lnTo>
                <a:lnTo>
                  <a:pt x="1258" y="2633"/>
                </a:lnTo>
                <a:lnTo>
                  <a:pt x="1257" y="2633"/>
                </a:lnTo>
                <a:lnTo>
                  <a:pt x="1256" y="2633"/>
                </a:lnTo>
                <a:lnTo>
                  <a:pt x="1256" y="2632"/>
                </a:lnTo>
                <a:lnTo>
                  <a:pt x="1255" y="2632"/>
                </a:lnTo>
                <a:lnTo>
                  <a:pt x="1254" y="2632"/>
                </a:lnTo>
                <a:lnTo>
                  <a:pt x="1253" y="2632"/>
                </a:lnTo>
                <a:lnTo>
                  <a:pt x="1253" y="2631"/>
                </a:lnTo>
                <a:lnTo>
                  <a:pt x="1254" y="2631"/>
                </a:lnTo>
                <a:lnTo>
                  <a:pt x="1256" y="2631"/>
                </a:lnTo>
                <a:lnTo>
                  <a:pt x="1256" y="2630"/>
                </a:lnTo>
                <a:lnTo>
                  <a:pt x="1255" y="2630"/>
                </a:lnTo>
                <a:lnTo>
                  <a:pt x="1255" y="2629"/>
                </a:lnTo>
                <a:lnTo>
                  <a:pt x="1254" y="2629"/>
                </a:lnTo>
                <a:lnTo>
                  <a:pt x="1254" y="2630"/>
                </a:lnTo>
                <a:lnTo>
                  <a:pt x="1253" y="2630"/>
                </a:lnTo>
                <a:lnTo>
                  <a:pt x="1252" y="2630"/>
                </a:lnTo>
                <a:lnTo>
                  <a:pt x="1251" y="2630"/>
                </a:lnTo>
                <a:lnTo>
                  <a:pt x="1251" y="2631"/>
                </a:lnTo>
                <a:lnTo>
                  <a:pt x="1250" y="2631"/>
                </a:lnTo>
                <a:lnTo>
                  <a:pt x="1250" y="2632"/>
                </a:lnTo>
                <a:lnTo>
                  <a:pt x="1249" y="2632"/>
                </a:lnTo>
                <a:lnTo>
                  <a:pt x="1248" y="2632"/>
                </a:lnTo>
                <a:lnTo>
                  <a:pt x="1247" y="2632"/>
                </a:lnTo>
                <a:lnTo>
                  <a:pt x="1246" y="2632"/>
                </a:lnTo>
                <a:lnTo>
                  <a:pt x="1246" y="2633"/>
                </a:lnTo>
                <a:lnTo>
                  <a:pt x="1246" y="2632"/>
                </a:lnTo>
                <a:lnTo>
                  <a:pt x="1246" y="2633"/>
                </a:lnTo>
                <a:lnTo>
                  <a:pt x="1245" y="2633"/>
                </a:lnTo>
                <a:lnTo>
                  <a:pt x="1245" y="2632"/>
                </a:lnTo>
                <a:lnTo>
                  <a:pt x="1244" y="2632"/>
                </a:lnTo>
                <a:lnTo>
                  <a:pt x="1244" y="2631"/>
                </a:lnTo>
                <a:lnTo>
                  <a:pt x="1243" y="2631"/>
                </a:lnTo>
                <a:lnTo>
                  <a:pt x="1242" y="2631"/>
                </a:lnTo>
                <a:lnTo>
                  <a:pt x="1242" y="2630"/>
                </a:lnTo>
                <a:lnTo>
                  <a:pt x="1241" y="2630"/>
                </a:lnTo>
                <a:lnTo>
                  <a:pt x="1240" y="2630"/>
                </a:lnTo>
                <a:lnTo>
                  <a:pt x="1240" y="2631"/>
                </a:lnTo>
                <a:lnTo>
                  <a:pt x="1239" y="2631"/>
                </a:lnTo>
                <a:lnTo>
                  <a:pt x="1238" y="2631"/>
                </a:lnTo>
                <a:lnTo>
                  <a:pt x="1238" y="2632"/>
                </a:lnTo>
                <a:lnTo>
                  <a:pt x="1237" y="2632"/>
                </a:lnTo>
                <a:lnTo>
                  <a:pt x="1237" y="2633"/>
                </a:lnTo>
                <a:lnTo>
                  <a:pt x="1236" y="2633"/>
                </a:lnTo>
                <a:lnTo>
                  <a:pt x="1235" y="2633"/>
                </a:lnTo>
                <a:lnTo>
                  <a:pt x="1234" y="2633"/>
                </a:lnTo>
                <a:lnTo>
                  <a:pt x="1233" y="2633"/>
                </a:lnTo>
                <a:lnTo>
                  <a:pt x="1232" y="2633"/>
                </a:lnTo>
                <a:lnTo>
                  <a:pt x="1231" y="2633"/>
                </a:lnTo>
                <a:lnTo>
                  <a:pt x="1231" y="2632"/>
                </a:lnTo>
                <a:lnTo>
                  <a:pt x="1230" y="2632"/>
                </a:lnTo>
                <a:lnTo>
                  <a:pt x="1229" y="2632"/>
                </a:lnTo>
                <a:lnTo>
                  <a:pt x="1229" y="2631"/>
                </a:lnTo>
                <a:lnTo>
                  <a:pt x="1229" y="2632"/>
                </a:lnTo>
                <a:lnTo>
                  <a:pt x="1229" y="2631"/>
                </a:lnTo>
                <a:lnTo>
                  <a:pt x="1229" y="2632"/>
                </a:lnTo>
                <a:lnTo>
                  <a:pt x="1228" y="2632"/>
                </a:lnTo>
                <a:lnTo>
                  <a:pt x="1228" y="2631"/>
                </a:lnTo>
                <a:lnTo>
                  <a:pt x="1227" y="2631"/>
                </a:lnTo>
                <a:lnTo>
                  <a:pt x="1227" y="2630"/>
                </a:lnTo>
                <a:lnTo>
                  <a:pt x="1227" y="2629"/>
                </a:lnTo>
                <a:lnTo>
                  <a:pt x="1227" y="2628"/>
                </a:lnTo>
                <a:lnTo>
                  <a:pt x="1226" y="2628"/>
                </a:lnTo>
                <a:lnTo>
                  <a:pt x="1226" y="2627"/>
                </a:lnTo>
                <a:lnTo>
                  <a:pt x="1225" y="2627"/>
                </a:lnTo>
                <a:lnTo>
                  <a:pt x="1225" y="2626"/>
                </a:lnTo>
                <a:lnTo>
                  <a:pt x="1224" y="2626"/>
                </a:lnTo>
                <a:lnTo>
                  <a:pt x="1224" y="2625"/>
                </a:lnTo>
                <a:lnTo>
                  <a:pt x="1224" y="2624"/>
                </a:lnTo>
                <a:lnTo>
                  <a:pt x="1224" y="2623"/>
                </a:lnTo>
                <a:lnTo>
                  <a:pt x="1223" y="2623"/>
                </a:lnTo>
                <a:lnTo>
                  <a:pt x="1222" y="2623"/>
                </a:lnTo>
                <a:lnTo>
                  <a:pt x="1222" y="2622"/>
                </a:lnTo>
                <a:lnTo>
                  <a:pt x="1221" y="2622"/>
                </a:lnTo>
                <a:lnTo>
                  <a:pt x="1221" y="2621"/>
                </a:lnTo>
                <a:lnTo>
                  <a:pt x="1221" y="2620"/>
                </a:lnTo>
                <a:lnTo>
                  <a:pt x="1220" y="2620"/>
                </a:lnTo>
                <a:lnTo>
                  <a:pt x="1219" y="2620"/>
                </a:lnTo>
                <a:lnTo>
                  <a:pt x="1218" y="2620"/>
                </a:lnTo>
                <a:lnTo>
                  <a:pt x="1218" y="2619"/>
                </a:lnTo>
                <a:lnTo>
                  <a:pt x="1218" y="2620"/>
                </a:lnTo>
                <a:lnTo>
                  <a:pt x="1217" y="2620"/>
                </a:lnTo>
                <a:lnTo>
                  <a:pt x="1217" y="2619"/>
                </a:lnTo>
                <a:lnTo>
                  <a:pt x="1217" y="2620"/>
                </a:lnTo>
                <a:lnTo>
                  <a:pt x="1216" y="2620"/>
                </a:lnTo>
                <a:lnTo>
                  <a:pt x="1216" y="2619"/>
                </a:lnTo>
                <a:lnTo>
                  <a:pt x="1216" y="2620"/>
                </a:lnTo>
                <a:lnTo>
                  <a:pt x="1215" y="2620"/>
                </a:lnTo>
                <a:lnTo>
                  <a:pt x="1214" y="2620"/>
                </a:lnTo>
                <a:lnTo>
                  <a:pt x="1214" y="2619"/>
                </a:lnTo>
                <a:lnTo>
                  <a:pt x="1213" y="2619"/>
                </a:lnTo>
                <a:lnTo>
                  <a:pt x="1212" y="2619"/>
                </a:lnTo>
                <a:lnTo>
                  <a:pt x="1211" y="2619"/>
                </a:lnTo>
                <a:lnTo>
                  <a:pt x="1211" y="2618"/>
                </a:lnTo>
                <a:lnTo>
                  <a:pt x="1211" y="2617"/>
                </a:lnTo>
                <a:lnTo>
                  <a:pt x="1210" y="2617"/>
                </a:lnTo>
                <a:lnTo>
                  <a:pt x="1210" y="2616"/>
                </a:lnTo>
                <a:lnTo>
                  <a:pt x="1209" y="2616"/>
                </a:lnTo>
                <a:lnTo>
                  <a:pt x="1208" y="2616"/>
                </a:lnTo>
                <a:lnTo>
                  <a:pt x="1208" y="2615"/>
                </a:lnTo>
                <a:lnTo>
                  <a:pt x="1207" y="2615"/>
                </a:lnTo>
                <a:lnTo>
                  <a:pt x="1206" y="2615"/>
                </a:lnTo>
                <a:lnTo>
                  <a:pt x="1206" y="2614"/>
                </a:lnTo>
                <a:lnTo>
                  <a:pt x="1205" y="2614"/>
                </a:lnTo>
                <a:lnTo>
                  <a:pt x="1205" y="2613"/>
                </a:lnTo>
                <a:lnTo>
                  <a:pt x="1205" y="2612"/>
                </a:lnTo>
                <a:lnTo>
                  <a:pt x="1204" y="2612"/>
                </a:lnTo>
                <a:lnTo>
                  <a:pt x="1203" y="2612"/>
                </a:lnTo>
                <a:lnTo>
                  <a:pt x="1203" y="2613"/>
                </a:lnTo>
                <a:lnTo>
                  <a:pt x="1202" y="2613"/>
                </a:lnTo>
                <a:lnTo>
                  <a:pt x="1201" y="2613"/>
                </a:lnTo>
                <a:lnTo>
                  <a:pt x="1200" y="2613"/>
                </a:lnTo>
                <a:lnTo>
                  <a:pt x="1199" y="2612"/>
                </a:lnTo>
                <a:lnTo>
                  <a:pt x="1199" y="2613"/>
                </a:lnTo>
                <a:lnTo>
                  <a:pt x="1198" y="2613"/>
                </a:lnTo>
                <a:lnTo>
                  <a:pt x="1198" y="2612"/>
                </a:lnTo>
                <a:lnTo>
                  <a:pt x="1197" y="2612"/>
                </a:lnTo>
                <a:lnTo>
                  <a:pt x="1197" y="2611"/>
                </a:lnTo>
                <a:lnTo>
                  <a:pt x="1196" y="2611"/>
                </a:lnTo>
                <a:lnTo>
                  <a:pt x="1195" y="2611"/>
                </a:lnTo>
                <a:lnTo>
                  <a:pt x="1194" y="2611"/>
                </a:lnTo>
                <a:lnTo>
                  <a:pt x="1194" y="2610"/>
                </a:lnTo>
                <a:lnTo>
                  <a:pt x="1194" y="2609"/>
                </a:lnTo>
                <a:lnTo>
                  <a:pt x="1195" y="2609"/>
                </a:lnTo>
                <a:lnTo>
                  <a:pt x="1195" y="2608"/>
                </a:lnTo>
                <a:lnTo>
                  <a:pt x="1195" y="2607"/>
                </a:lnTo>
                <a:lnTo>
                  <a:pt x="1196" y="2607"/>
                </a:lnTo>
                <a:lnTo>
                  <a:pt x="1195" y="2607"/>
                </a:lnTo>
                <a:lnTo>
                  <a:pt x="1194" y="2607"/>
                </a:lnTo>
                <a:lnTo>
                  <a:pt x="1194" y="2606"/>
                </a:lnTo>
                <a:lnTo>
                  <a:pt x="1194" y="2605"/>
                </a:lnTo>
                <a:lnTo>
                  <a:pt x="1193" y="2605"/>
                </a:lnTo>
                <a:lnTo>
                  <a:pt x="1193" y="2604"/>
                </a:lnTo>
                <a:lnTo>
                  <a:pt x="1192" y="2604"/>
                </a:lnTo>
                <a:lnTo>
                  <a:pt x="1191" y="2604"/>
                </a:lnTo>
                <a:lnTo>
                  <a:pt x="1190" y="2604"/>
                </a:lnTo>
                <a:lnTo>
                  <a:pt x="1189" y="2604"/>
                </a:lnTo>
                <a:lnTo>
                  <a:pt x="1188" y="2604"/>
                </a:lnTo>
                <a:lnTo>
                  <a:pt x="1187" y="2604"/>
                </a:lnTo>
                <a:lnTo>
                  <a:pt x="1187" y="2605"/>
                </a:lnTo>
                <a:lnTo>
                  <a:pt x="1186" y="2605"/>
                </a:lnTo>
                <a:lnTo>
                  <a:pt x="1186" y="2606"/>
                </a:lnTo>
                <a:lnTo>
                  <a:pt x="1186" y="2607"/>
                </a:lnTo>
                <a:lnTo>
                  <a:pt x="1185" y="2607"/>
                </a:lnTo>
                <a:lnTo>
                  <a:pt x="1184" y="2607"/>
                </a:lnTo>
                <a:lnTo>
                  <a:pt x="1184" y="2608"/>
                </a:lnTo>
                <a:lnTo>
                  <a:pt x="1184" y="2607"/>
                </a:lnTo>
                <a:lnTo>
                  <a:pt x="1183" y="2607"/>
                </a:lnTo>
                <a:lnTo>
                  <a:pt x="1182" y="2607"/>
                </a:lnTo>
                <a:lnTo>
                  <a:pt x="1181" y="2607"/>
                </a:lnTo>
                <a:lnTo>
                  <a:pt x="1181" y="2606"/>
                </a:lnTo>
                <a:lnTo>
                  <a:pt x="1181" y="2605"/>
                </a:lnTo>
                <a:lnTo>
                  <a:pt x="1181" y="2604"/>
                </a:lnTo>
                <a:lnTo>
                  <a:pt x="1180" y="2604"/>
                </a:lnTo>
                <a:lnTo>
                  <a:pt x="1179" y="2604"/>
                </a:lnTo>
                <a:lnTo>
                  <a:pt x="1179" y="2603"/>
                </a:lnTo>
                <a:lnTo>
                  <a:pt x="1178" y="2603"/>
                </a:lnTo>
                <a:lnTo>
                  <a:pt x="1178" y="2604"/>
                </a:lnTo>
                <a:lnTo>
                  <a:pt x="1178" y="2603"/>
                </a:lnTo>
                <a:lnTo>
                  <a:pt x="1178" y="2604"/>
                </a:lnTo>
                <a:lnTo>
                  <a:pt x="1177" y="2604"/>
                </a:lnTo>
                <a:lnTo>
                  <a:pt x="1178" y="2604"/>
                </a:lnTo>
                <a:lnTo>
                  <a:pt x="1177" y="2604"/>
                </a:lnTo>
                <a:lnTo>
                  <a:pt x="1177" y="2605"/>
                </a:lnTo>
                <a:lnTo>
                  <a:pt x="1178" y="2605"/>
                </a:lnTo>
                <a:lnTo>
                  <a:pt x="1178" y="2606"/>
                </a:lnTo>
                <a:lnTo>
                  <a:pt x="1177" y="2606"/>
                </a:lnTo>
                <a:lnTo>
                  <a:pt x="1177" y="2607"/>
                </a:lnTo>
                <a:lnTo>
                  <a:pt x="1178" y="2607"/>
                </a:lnTo>
                <a:lnTo>
                  <a:pt x="1178" y="2608"/>
                </a:lnTo>
                <a:lnTo>
                  <a:pt x="1177" y="2608"/>
                </a:lnTo>
                <a:lnTo>
                  <a:pt x="1177" y="2609"/>
                </a:lnTo>
                <a:lnTo>
                  <a:pt x="1176" y="2609"/>
                </a:lnTo>
                <a:lnTo>
                  <a:pt x="1176" y="2610"/>
                </a:lnTo>
                <a:lnTo>
                  <a:pt x="1175" y="2610"/>
                </a:lnTo>
                <a:lnTo>
                  <a:pt x="1175" y="2611"/>
                </a:lnTo>
                <a:lnTo>
                  <a:pt x="1175" y="2612"/>
                </a:lnTo>
                <a:lnTo>
                  <a:pt x="1174" y="2612"/>
                </a:lnTo>
                <a:lnTo>
                  <a:pt x="1175" y="2612"/>
                </a:lnTo>
                <a:lnTo>
                  <a:pt x="1174" y="2612"/>
                </a:lnTo>
                <a:lnTo>
                  <a:pt x="1174" y="2613"/>
                </a:lnTo>
                <a:lnTo>
                  <a:pt x="1174" y="2614"/>
                </a:lnTo>
                <a:lnTo>
                  <a:pt x="1173" y="2614"/>
                </a:lnTo>
                <a:lnTo>
                  <a:pt x="1173" y="2615"/>
                </a:lnTo>
                <a:lnTo>
                  <a:pt x="1173" y="2616"/>
                </a:lnTo>
                <a:lnTo>
                  <a:pt x="1173" y="2617"/>
                </a:lnTo>
                <a:lnTo>
                  <a:pt x="1174" y="2617"/>
                </a:lnTo>
                <a:lnTo>
                  <a:pt x="1173" y="2617"/>
                </a:lnTo>
                <a:lnTo>
                  <a:pt x="1173" y="2618"/>
                </a:lnTo>
                <a:lnTo>
                  <a:pt x="1173" y="2619"/>
                </a:lnTo>
                <a:lnTo>
                  <a:pt x="1171" y="2619"/>
                </a:lnTo>
                <a:lnTo>
                  <a:pt x="1171" y="2620"/>
                </a:lnTo>
                <a:lnTo>
                  <a:pt x="1170" y="2620"/>
                </a:lnTo>
                <a:lnTo>
                  <a:pt x="1169" y="2620"/>
                </a:lnTo>
                <a:lnTo>
                  <a:pt x="1169" y="2621"/>
                </a:lnTo>
                <a:lnTo>
                  <a:pt x="1169" y="2622"/>
                </a:lnTo>
                <a:lnTo>
                  <a:pt x="1168" y="2622"/>
                </a:lnTo>
                <a:lnTo>
                  <a:pt x="1168" y="2623"/>
                </a:lnTo>
                <a:lnTo>
                  <a:pt x="1168" y="2624"/>
                </a:lnTo>
                <a:lnTo>
                  <a:pt x="1167" y="2624"/>
                </a:lnTo>
                <a:lnTo>
                  <a:pt x="1166" y="2624"/>
                </a:lnTo>
                <a:lnTo>
                  <a:pt x="1165" y="2624"/>
                </a:lnTo>
                <a:lnTo>
                  <a:pt x="1164" y="2624"/>
                </a:lnTo>
                <a:lnTo>
                  <a:pt x="1163" y="2624"/>
                </a:lnTo>
                <a:lnTo>
                  <a:pt x="1163" y="2623"/>
                </a:lnTo>
                <a:lnTo>
                  <a:pt x="1162" y="2623"/>
                </a:lnTo>
                <a:lnTo>
                  <a:pt x="1162" y="2622"/>
                </a:lnTo>
                <a:lnTo>
                  <a:pt x="1161" y="2622"/>
                </a:lnTo>
                <a:lnTo>
                  <a:pt x="1161" y="2621"/>
                </a:lnTo>
                <a:lnTo>
                  <a:pt x="1159" y="2621"/>
                </a:lnTo>
                <a:lnTo>
                  <a:pt x="1158" y="2621"/>
                </a:lnTo>
                <a:lnTo>
                  <a:pt x="1157" y="2621"/>
                </a:lnTo>
                <a:lnTo>
                  <a:pt x="1157" y="2620"/>
                </a:lnTo>
                <a:lnTo>
                  <a:pt x="1157" y="2619"/>
                </a:lnTo>
                <a:lnTo>
                  <a:pt x="1157" y="2618"/>
                </a:lnTo>
                <a:lnTo>
                  <a:pt x="1157" y="2619"/>
                </a:lnTo>
                <a:lnTo>
                  <a:pt x="1156" y="2619"/>
                </a:lnTo>
                <a:lnTo>
                  <a:pt x="1156" y="2620"/>
                </a:lnTo>
                <a:lnTo>
                  <a:pt x="1155" y="2620"/>
                </a:lnTo>
                <a:lnTo>
                  <a:pt x="1154" y="2620"/>
                </a:lnTo>
                <a:lnTo>
                  <a:pt x="1154" y="2619"/>
                </a:lnTo>
                <a:lnTo>
                  <a:pt x="1154" y="2618"/>
                </a:lnTo>
                <a:lnTo>
                  <a:pt x="1153" y="2618"/>
                </a:lnTo>
                <a:lnTo>
                  <a:pt x="1153" y="2617"/>
                </a:lnTo>
                <a:lnTo>
                  <a:pt x="1152" y="2617"/>
                </a:lnTo>
                <a:lnTo>
                  <a:pt x="1151" y="2617"/>
                </a:lnTo>
                <a:lnTo>
                  <a:pt x="1150" y="2617"/>
                </a:lnTo>
                <a:lnTo>
                  <a:pt x="1149" y="2617"/>
                </a:lnTo>
                <a:lnTo>
                  <a:pt x="1148" y="2617"/>
                </a:lnTo>
                <a:lnTo>
                  <a:pt x="1147" y="2617"/>
                </a:lnTo>
                <a:lnTo>
                  <a:pt x="1147" y="2616"/>
                </a:lnTo>
                <a:lnTo>
                  <a:pt x="1147" y="2614"/>
                </a:lnTo>
                <a:lnTo>
                  <a:pt x="1146" y="2614"/>
                </a:lnTo>
                <a:lnTo>
                  <a:pt x="1147" y="2613"/>
                </a:lnTo>
                <a:lnTo>
                  <a:pt x="1147" y="2612"/>
                </a:lnTo>
                <a:lnTo>
                  <a:pt x="1147" y="2611"/>
                </a:lnTo>
                <a:lnTo>
                  <a:pt x="1146" y="2611"/>
                </a:lnTo>
                <a:lnTo>
                  <a:pt x="1146" y="2610"/>
                </a:lnTo>
                <a:lnTo>
                  <a:pt x="1146" y="2609"/>
                </a:lnTo>
                <a:lnTo>
                  <a:pt x="1146" y="2608"/>
                </a:lnTo>
                <a:lnTo>
                  <a:pt x="1146" y="2607"/>
                </a:lnTo>
                <a:lnTo>
                  <a:pt x="1145" y="2607"/>
                </a:lnTo>
                <a:lnTo>
                  <a:pt x="1145" y="2606"/>
                </a:lnTo>
                <a:lnTo>
                  <a:pt x="1146" y="2606"/>
                </a:lnTo>
                <a:lnTo>
                  <a:pt x="1145" y="2606"/>
                </a:lnTo>
                <a:lnTo>
                  <a:pt x="1145" y="2605"/>
                </a:lnTo>
                <a:lnTo>
                  <a:pt x="1146" y="2605"/>
                </a:lnTo>
                <a:lnTo>
                  <a:pt x="1147" y="2605"/>
                </a:lnTo>
                <a:lnTo>
                  <a:pt x="1147" y="2604"/>
                </a:lnTo>
                <a:lnTo>
                  <a:pt x="1146" y="2604"/>
                </a:lnTo>
                <a:lnTo>
                  <a:pt x="1146" y="2603"/>
                </a:lnTo>
                <a:lnTo>
                  <a:pt x="1146" y="2602"/>
                </a:lnTo>
                <a:lnTo>
                  <a:pt x="1145" y="2602"/>
                </a:lnTo>
                <a:lnTo>
                  <a:pt x="1145" y="2601"/>
                </a:lnTo>
                <a:lnTo>
                  <a:pt x="1144" y="2601"/>
                </a:lnTo>
                <a:lnTo>
                  <a:pt x="1144" y="2600"/>
                </a:lnTo>
                <a:lnTo>
                  <a:pt x="1145" y="2600"/>
                </a:lnTo>
                <a:lnTo>
                  <a:pt x="1144" y="2600"/>
                </a:lnTo>
                <a:lnTo>
                  <a:pt x="1144" y="2599"/>
                </a:lnTo>
                <a:lnTo>
                  <a:pt x="1145" y="2599"/>
                </a:lnTo>
                <a:lnTo>
                  <a:pt x="1144" y="2599"/>
                </a:lnTo>
                <a:lnTo>
                  <a:pt x="1144" y="2598"/>
                </a:lnTo>
                <a:lnTo>
                  <a:pt x="1144" y="2597"/>
                </a:lnTo>
                <a:lnTo>
                  <a:pt x="1143" y="2597"/>
                </a:lnTo>
                <a:lnTo>
                  <a:pt x="1143" y="2598"/>
                </a:lnTo>
                <a:lnTo>
                  <a:pt x="1143" y="2599"/>
                </a:lnTo>
                <a:lnTo>
                  <a:pt x="1143" y="2600"/>
                </a:lnTo>
                <a:lnTo>
                  <a:pt x="1142" y="2600"/>
                </a:lnTo>
                <a:lnTo>
                  <a:pt x="1142" y="2601"/>
                </a:lnTo>
                <a:lnTo>
                  <a:pt x="1141" y="2601"/>
                </a:lnTo>
                <a:lnTo>
                  <a:pt x="1140" y="2601"/>
                </a:lnTo>
                <a:lnTo>
                  <a:pt x="1140" y="2602"/>
                </a:lnTo>
                <a:lnTo>
                  <a:pt x="1140" y="2601"/>
                </a:lnTo>
                <a:lnTo>
                  <a:pt x="1140" y="2602"/>
                </a:lnTo>
                <a:lnTo>
                  <a:pt x="1139" y="2602"/>
                </a:lnTo>
                <a:lnTo>
                  <a:pt x="1140" y="2602"/>
                </a:lnTo>
                <a:lnTo>
                  <a:pt x="1139" y="2602"/>
                </a:lnTo>
                <a:lnTo>
                  <a:pt x="1139" y="2603"/>
                </a:lnTo>
                <a:lnTo>
                  <a:pt x="1139" y="2604"/>
                </a:lnTo>
                <a:lnTo>
                  <a:pt x="1138" y="2604"/>
                </a:lnTo>
                <a:lnTo>
                  <a:pt x="1138" y="2605"/>
                </a:lnTo>
                <a:lnTo>
                  <a:pt x="1137" y="2605"/>
                </a:lnTo>
                <a:lnTo>
                  <a:pt x="1136" y="2605"/>
                </a:lnTo>
                <a:lnTo>
                  <a:pt x="1135" y="2605"/>
                </a:lnTo>
                <a:lnTo>
                  <a:pt x="1134" y="2605"/>
                </a:lnTo>
                <a:lnTo>
                  <a:pt x="1134" y="2606"/>
                </a:lnTo>
                <a:lnTo>
                  <a:pt x="1134" y="2607"/>
                </a:lnTo>
                <a:lnTo>
                  <a:pt x="1135" y="2607"/>
                </a:lnTo>
                <a:lnTo>
                  <a:pt x="1135" y="2608"/>
                </a:lnTo>
                <a:lnTo>
                  <a:pt x="1135" y="2609"/>
                </a:lnTo>
                <a:lnTo>
                  <a:pt x="1135" y="2610"/>
                </a:lnTo>
                <a:lnTo>
                  <a:pt x="1135" y="2611"/>
                </a:lnTo>
                <a:lnTo>
                  <a:pt x="1135" y="2612"/>
                </a:lnTo>
                <a:lnTo>
                  <a:pt x="1134" y="2612"/>
                </a:lnTo>
                <a:lnTo>
                  <a:pt x="1134" y="2613"/>
                </a:lnTo>
                <a:lnTo>
                  <a:pt x="1134" y="2614"/>
                </a:lnTo>
                <a:lnTo>
                  <a:pt x="1135" y="2614"/>
                </a:lnTo>
                <a:lnTo>
                  <a:pt x="1135" y="2615"/>
                </a:lnTo>
                <a:lnTo>
                  <a:pt x="1136" y="2615"/>
                </a:lnTo>
                <a:lnTo>
                  <a:pt x="1136" y="2616"/>
                </a:lnTo>
                <a:lnTo>
                  <a:pt x="1136" y="2617"/>
                </a:lnTo>
                <a:lnTo>
                  <a:pt x="1136" y="2618"/>
                </a:lnTo>
                <a:lnTo>
                  <a:pt x="1137" y="2618"/>
                </a:lnTo>
                <a:lnTo>
                  <a:pt x="1137" y="2619"/>
                </a:lnTo>
                <a:lnTo>
                  <a:pt x="1136" y="2619"/>
                </a:lnTo>
                <a:lnTo>
                  <a:pt x="1137" y="2619"/>
                </a:lnTo>
                <a:lnTo>
                  <a:pt x="1136" y="2619"/>
                </a:lnTo>
                <a:lnTo>
                  <a:pt x="1136" y="2620"/>
                </a:lnTo>
                <a:lnTo>
                  <a:pt x="1137" y="2620"/>
                </a:lnTo>
                <a:lnTo>
                  <a:pt x="1137" y="2621"/>
                </a:lnTo>
                <a:lnTo>
                  <a:pt x="1138" y="2621"/>
                </a:lnTo>
                <a:lnTo>
                  <a:pt x="1138" y="2622"/>
                </a:lnTo>
                <a:lnTo>
                  <a:pt x="1137" y="2622"/>
                </a:lnTo>
                <a:lnTo>
                  <a:pt x="1137" y="2623"/>
                </a:lnTo>
                <a:lnTo>
                  <a:pt x="1136" y="2623"/>
                </a:lnTo>
                <a:lnTo>
                  <a:pt x="1136" y="2622"/>
                </a:lnTo>
                <a:lnTo>
                  <a:pt x="1136" y="2623"/>
                </a:lnTo>
                <a:lnTo>
                  <a:pt x="1135" y="2623"/>
                </a:lnTo>
                <a:lnTo>
                  <a:pt x="1134" y="2623"/>
                </a:lnTo>
                <a:lnTo>
                  <a:pt x="1134" y="2624"/>
                </a:lnTo>
                <a:lnTo>
                  <a:pt x="1133" y="2624"/>
                </a:lnTo>
                <a:lnTo>
                  <a:pt x="1133" y="2625"/>
                </a:lnTo>
                <a:lnTo>
                  <a:pt x="1132" y="2625"/>
                </a:lnTo>
                <a:lnTo>
                  <a:pt x="1131" y="2625"/>
                </a:lnTo>
                <a:lnTo>
                  <a:pt x="1131" y="2624"/>
                </a:lnTo>
                <a:lnTo>
                  <a:pt x="1130" y="2624"/>
                </a:lnTo>
                <a:lnTo>
                  <a:pt x="1130" y="2625"/>
                </a:lnTo>
                <a:lnTo>
                  <a:pt x="1130" y="2624"/>
                </a:lnTo>
                <a:lnTo>
                  <a:pt x="1129" y="2624"/>
                </a:lnTo>
                <a:lnTo>
                  <a:pt x="1128" y="2624"/>
                </a:lnTo>
                <a:lnTo>
                  <a:pt x="1127" y="2624"/>
                </a:lnTo>
                <a:lnTo>
                  <a:pt x="1126" y="2624"/>
                </a:lnTo>
                <a:lnTo>
                  <a:pt x="1126" y="2623"/>
                </a:lnTo>
                <a:lnTo>
                  <a:pt x="1125" y="2623"/>
                </a:lnTo>
                <a:lnTo>
                  <a:pt x="1125" y="2622"/>
                </a:lnTo>
                <a:lnTo>
                  <a:pt x="1124" y="2622"/>
                </a:lnTo>
                <a:lnTo>
                  <a:pt x="1123" y="2622"/>
                </a:lnTo>
                <a:lnTo>
                  <a:pt x="1123" y="2621"/>
                </a:lnTo>
                <a:lnTo>
                  <a:pt x="1122" y="2621"/>
                </a:lnTo>
                <a:lnTo>
                  <a:pt x="1122" y="2620"/>
                </a:lnTo>
                <a:lnTo>
                  <a:pt x="1123" y="2620"/>
                </a:lnTo>
                <a:lnTo>
                  <a:pt x="1123" y="2619"/>
                </a:lnTo>
                <a:lnTo>
                  <a:pt x="1123" y="2618"/>
                </a:lnTo>
                <a:lnTo>
                  <a:pt x="1123" y="2617"/>
                </a:lnTo>
                <a:lnTo>
                  <a:pt x="1124" y="2617"/>
                </a:lnTo>
                <a:lnTo>
                  <a:pt x="1124" y="2616"/>
                </a:lnTo>
                <a:lnTo>
                  <a:pt x="1125" y="2616"/>
                </a:lnTo>
                <a:lnTo>
                  <a:pt x="1125" y="2615"/>
                </a:lnTo>
                <a:lnTo>
                  <a:pt x="1124" y="2615"/>
                </a:lnTo>
                <a:lnTo>
                  <a:pt x="1123" y="2615"/>
                </a:lnTo>
                <a:lnTo>
                  <a:pt x="1123" y="2614"/>
                </a:lnTo>
                <a:lnTo>
                  <a:pt x="1123" y="2613"/>
                </a:lnTo>
                <a:lnTo>
                  <a:pt x="1122" y="2613"/>
                </a:lnTo>
                <a:lnTo>
                  <a:pt x="1122" y="2612"/>
                </a:lnTo>
                <a:lnTo>
                  <a:pt x="1121" y="2612"/>
                </a:lnTo>
                <a:lnTo>
                  <a:pt x="1120" y="2612"/>
                </a:lnTo>
                <a:lnTo>
                  <a:pt x="1120" y="2611"/>
                </a:lnTo>
                <a:lnTo>
                  <a:pt x="1120" y="2610"/>
                </a:lnTo>
                <a:lnTo>
                  <a:pt x="1119" y="2610"/>
                </a:lnTo>
                <a:lnTo>
                  <a:pt x="1118" y="2610"/>
                </a:lnTo>
                <a:lnTo>
                  <a:pt x="1118" y="2609"/>
                </a:lnTo>
                <a:lnTo>
                  <a:pt x="1118" y="2608"/>
                </a:lnTo>
                <a:lnTo>
                  <a:pt x="1117" y="2608"/>
                </a:lnTo>
                <a:lnTo>
                  <a:pt x="1117" y="2607"/>
                </a:lnTo>
                <a:lnTo>
                  <a:pt x="1118" y="2607"/>
                </a:lnTo>
                <a:lnTo>
                  <a:pt x="1118" y="2606"/>
                </a:lnTo>
                <a:lnTo>
                  <a:pt x="1118" y="2605"/>
                </a:lnTo>
                <a:lnTo>
                  <a:pt x="1118" y="2604"/>
                </a:lnTo>
                <a:lnTo>
                  <a:pt x="1117" y="2604"/>
                </a:lnTo>
                <a:lnTo>
                  <a:pt x="1117" y="2603"/>
                </a:lnTo>
                <a:lnTo>
                  <a:pt x="1116" y="2603"/>
                </a:lnTo>
                <a:lnTo>
                  <a:pt x="1115" y="2603"/>
                </a:lnTo>
                <a:lnTo>
                  <a:pt x="1115" y="2602"/>
                </a:lnTo>
                <a:lnTo>
                  <a:pt x="1115" y="2601"/>
                </a:lnTo>
                <a:lnTo>
                  <a:pt x="1115" y="2600"/>
                </a:lnTo>
                <a:lnTo>
                  <a:pt x="1114" y="2600"/>
                </a:lnTo>
                <a:lnTo>
                  <a:pt x="1114" y="2599"/>
                </a:lnTo>
                <a:lnTo>
                  <a:pt x="1114" y="2598"/>
                </a:lnTo>
                <a:lnTo>
                  <a:pt x="1113" y="2598"/>
                </a:lnTo>
                <a:lnTo>
                  <a:pt x="1113" y="2596"/>
                </a:lnTo>
                <a:lnTo>
                  <a:pt x="1112" y="2596"/>
                </a:lnTo>
                <a:lnTo>
                  <a:pt x="1111" y="2596"/>
                </a:lnTo>
                <a:lnTo>
                  <a:pt x="1111" y="2595"/>
                </a:lnTo>
                <a:lnTo>
                  <a:pt x="1110" y="2595"/>
                </a:lnTo>
                <a:lnTo>
                  <a:pt x="1110" y="2594"/>
                </a:lnTo>
                <a:lnTo>
                  <a:pt x="1109" y="2594"/>
                </a:lnTo>
                <a:lnTo>
                  <a:pt x="1109" y="2595"/>
                </a:lnTo>
                <a:lnTo>
                  <a:pt x="1108" y="2595"/>
                </a:lnTo>
                <a:lnTo>
                  <a:pt x="1108" y="2594"/>
                </a:lnTo>
                <a:lnTo>
                  <a:pt x="1107" y="2594"/>
                </a:lnTo>
                <a:lnTo>
                  <a:pt x="1107" y="2593"/>
                </a:lnTo>
                <a:lnTo>
                  <a:pt x="1106" y="2593"/>
                </a:lnTo>
                <a:lnTo>
                  <a:pt x="1107" y="2593"/>
                </a:lnTo>
                <a:lnTo>
                  <a:pt x="1106" y="2593"/>
                </a:lnTo>
                <a:lnTo>
                  <a:pt x="1106" y="2592"/>
                </a:lnTo>
                <a:lnTo>
                  <a:pt x="1105" y="2592"/>
                </a:lnTo>
                <a:lnTo>
                  <a:pt x="1105" y="2591"/>
                </a:lnTo>
                <a:lnTo>
                  <a:pt x="1104" y="2591"/>
                </a:lnTo>
                <a:lnTo>
                  <a:pt x="1104" y="2590"/>
                </a:lnTo>
                <a:lnTo>
                  <a:pt x="1104" y="2589"/>
                </a:lnTo>
                <a:lnTo>
                  <a:pt x="1103" y="2589"/>
                </a:lnTo>
                <a:lnTo>
                  <a:pt x="1103" y="2587"/>
                </a:lnTo>
                <a:lnTo>
                  <a:pt x="1103" y="2586"/>
                </a:lnTo>
                <a:lnTo>
                  <a:pt x="1103" y="2585"/>
                </a:lnTo>
                <a:lnTo>
                  <a:pt x="1103" y="2584"/>
                </a:lnTo>
                <a:lnTo>
                  <a:pt x="1103" y="2583"/>
                </a:lnTo>
                <a:lnTo>
                  <a:pt x="1103" y="2582"/>
                </a:lnTo>
                <a:lnTo>
                  <a:pt x="1103" y="2581"/>
                </a:lnTo>
                <a:lnTo>
                  <a:pt x="1102" y="2581"/>
                </a:lnTo>
                <a:lnTo>
                  <a:pt x="1103" y="2581"/>
                </a:lnTo>
                <a:lnTo>
                  <a:pt x="1103" y="2580"/>
                </a:lnTo>
                <a:lnTo>
                  <a:pt x="1102" y="2580"/>
                </a:lnTo>
                <a:lnTo>
                  <a:pt x="1102" y="2579"/>
                </a:lnTo>
                <a:lnTo>
                  <a:pt x="1102" y="2578"/>
                </a:lnTo>
                <a:lnTo>
                  <a:pt x="1101" y="2578"/>
                </a:lnTo>
                <a:lnTo>
                  <a:pt x="1101" y="2577"/>
                </a:lnTo>
                <a:lnTo>
                  <a:pt x="1102" y="2577"/>
                </a:lnTo>
                <a:lnTo>
                  <a:pt x="1101" y="2577"/>
                </a:lnTo>
                <a:lnTo>
                  <a:pt x="1101" y="2576"/>
                </a:lnTo>
                <a:lnTo>
                  <a:pt x="1101" y="2575"/>
                </a:lnTo>
                <a:lnTo>
                  <a:pt x="1100" y="2575"/>
                </a:lnTo>
                <a:lnTo>
                  <a:pt x="1100" y="2576"/>
                </a:lnTo>
                <a:lnTo>
                  <a:pt x="1100" y="2575"/>
                </a:lnTo>
                <a:lnTo>
                  <a:pt x="1099" y="2575"/>
                </a:lnTo>
                <a:lnTo>
                  <a:pt x="1099" y="2576"/>
                </a:lnTo>
                <a:lnTo>
                  <a:pt x="1098" y="2576"/>
                </a:lnTo>
                <a:lnTo>
                  <a:pt x="1098" y="2579"/>
                </a:lnTo>
                <a:lnTo>
                  <a:pt x="1097" y="2579"/>
                </a:lnTo>
                <a:lnTo>
                  <a:pt x="1097" y="2580"/>
                </a:lnTo>
                <a:lnTo>
                  <a:pt x="1097" y="2581"/>
                </a:lnTo>
                <a:lnTo>
                  <a:pt x="1096" y="2581"/>
                </a:lnTo>
                <a:lnTo>
                  <a:pt x="1097" y="2581"/>
                </a:lnTo>
                <a:lnTo>
                  <a:pt x="1096" y="2581"/>
                </a:lnTo>
                <a:lnTo>
                  <a:pt x="1096" y="2582"/>
                </a:lnTo>
                <a:lnTo>
                  <a:pt x="1096" y="2581"/>
                </a:lnTo>
                <a:lnTo>
                  <a:pt x="1096" y="2582"/>
                </a:lnTo>
                <a:lnTo>
                  <a:pt x="1096" y="2583"/>
                </a:lnTo>
                <a:lnTo>
                  <a:pt x="1096" y="2584"/>
                </a:lnTo>
                <a:lnTo>
                  <a:pt x="1096" y="2585"/>
                </a:lnTo>
                <a:lnTo>
                  <a:pt x="1095" y="2585"/>
                </a:lnTo>
                <a:lnTo>
                  <a:pt x="1095" y="2586"/>
                </a:lnTo>
                <a:lnTo>
                  <a:pt x="1094" y="2586"/>
                </a:lnTo>
                <a:lnTo>
                  <a:pt x="1094" y="2587"/>
                </a:lnTo>
                <a:lnTo>
                  <a:pt x="1093" y="2587"/>
                </a:lnTo>
                <a:lnTo>
                  <a:pt x="1093" y="2588"/>
                </a:lnTo>
                <a:lnTo>
                  <a:pt x="1092" y="2588"/>
                </a:lnTo>
                <a:lnTo>
                  <a:pt x="1092" y="2589"/>
                </a:lnTo>
                <a:lnTo>
                  <a:pt x="1091" y="2589"/>
                </a:lnTo>
                <a:lnTo>
                  <a:pt x="1091" y="2588"/>
                </a:lnTo>
                <a:lnTo>
                  <a:pt x="1091" y="2587"/>
                </a:lnTo>
                <a:lnTo>
                  <a:pt x="1091" y="2586"/>
                </a:lnTo>
                <a:lnTo>
                  <a:pt x="1091" y="2585"/>
                </a:lnTo>
                <a:lnTo>
                  <a:pt x="1090" y="2585"/>
                </a:lnTo>
                <a:lnTo>
                  <a:pt x="1090" y="2584"/>
                </a:lnTo>
                <a:lnTo>
                  <a:pt x="1091" y="2584"/>
                </a:lnTo>
                <a:lnTo>
                  <a:pt x="1090" y="2584"/>
                </a:lnTo>
                <a:lnTo>
                  <a:pt x="1090" y="2583"/>
                </a:lnTo>
                <a:lnTo>
                  <a:pt x="1089" y="2583"/>
                </a:lnTo>
                <a:lnTo>
                  <a:pt x="1089" y="2584"/>
                </a:lnTo>
                <a:lnTo>
                  <a:pt x="1089" y="2583"/>
                </a:lnTo>
                <a:lnTo>
                  <a:pt x="1088" y="2583"/>
                </a:lnTo>
                <a:lnTo>
                  <a:pt x="1087" y="2583"/>
                </a:lnTo>
                <a:lnTo>
                  <a:pt x="1086" y="2583"/>
                </a:lnTo>
                <a:lnTo>
                  <a:pt x="1086" y="2582"/>
                </a:lnTo>
                <a:lnTo>
                  <a:pt x="1085" y="2582"/>
                </a:lnTo>
                <a:lnTo>
                  <a:pt x="1084" y="2582"/>
                </a:lnTo>
                <a:lnTo>
                  <a:pt x="1084" y="2581"/>
                </a:lnTo>
                <a:lnTo>
                  <a:pt x="1083" y="2581"/>
                </a:lnTo>
                <a:lnTo>
                  <a:pt x="1082" y="2581"/>
                </a:lnTo>
                <a:lnTo>
                  <a:pt x="1081" y="2581"/>
                </a:lnTo>
                <a:lnTo>
                  <a:pt x="1080" y="2581"/>
                </a:lnTo>
                <a:lnTo>
                  <a:pt x="1079" y="2581"/>
                </a:lnTo>
                <a:lnTo>
                  <a:pt x="1078" y="2581"/>
                </a:lnTo>
                <a:lnTo>
                  <a:pt x="1078" y="2580"/>
                </a:lnTo>
                <a:lnTo>
                  <a:pt x="1078" y="2581"/>
                </a:lnTo>
                <a:lnTo>
                  <a:pt x="1076" y="2581"/>
                </a:lnTo>
                <a:lnTo>
                  <a:pt x="1075" y="2581"/>
                </a:lnTo>
                <a:lnTo>
                  <a:pt x="1074" y="2581"/>
                </a:lnTo>
                <a:lnTo>
                  <a:pt x="1074" y="2583"/>
                </a:lnTo>
                <a:lnTo>
                  <a:pt x="1073" y="2583"/>
                </a:lnTo>
                <a:lnTo>
                  <a:pt x="1073" y="2584"/>
                </a:lnTo>
                <a:lnTo>
                  <a:pt x="1072" y="2584"/>
                </a:lnTo>
                <a:lnTo>
                  <a:pt x="1072" y="2585"/>
                </a:lnTo>
                <a:lnTo>
                  <a:pt x="1072" y="2586"/>
                </a:lnTo>
                <a:lnTo>
                  <a:pt x="1071" y="2586"/>
                </a:lnTo>
                <a:lnTo>
                  <a:pt x="1070" y="2586"/>
                </a:lnTo>
                <a:lnTo>
                  <a:pt x="1069" y="2586"/>
                </a:lnTo>
                <a:lnTo>
                  <a:pt x="1069" y="2585"/>
                </a:lnTo>
                <a:lnTo>
                  <a:pt x="1068" y="2585"/>
                </a:lnTo>
                <a:lnTo>
                  <a:pt x="1068" y="2584"/>
                </a:lnTo>
                <a:lnTo>
                  <a:pt x="1067" y="2584"/>
                </a:lnTo>
                <a:lnTo>
                  <a:pt x="1066" y="2584"/>
                </a:lnTo>
                <a:lnTo>
                  <a:pt x="1066" y="2585"/>
                </a:lnTo>
                <a:lnTo>
                  <a:pt x="1065" y="2585"/>
                </a:lnTo>
                <a:lnTo>
                  <a:pt x="1064" y="2585"/>
                </a:lnTo>
                <a:lnTo>
                  <a:pt x="1063" y="2585"/>
                </a:lnTo>
                <a:lnTo>
                  <a:pt x="1062" y="2585"/>
                </a:lnTo>
                <a:lnTo>
                  <a:pt x="1061" y="2585"/>
                </a:lnTo>
                <a:lnTo>
                  <a:pt x="1061" y="2584"/>
                </a:lnTo>
                <a:lnTo>
                  <a:pt x="1060" y="2584"/>
                </a:lnTo>
                <a:lnTo>
                  <a:pt x="1060" y="2585"/>
                </a:lnTo>
                <a:lnTo>
                  <a:pt x="1060" y="2584"/>
                </a:lnTo>
                <a:lnTo>
                  <a:pt x="1059" y="2584"/>
                </a:lnTo>
                <a:lnTo>
                  <a:pt x="1059" y="2583"/>
                </a:lnTo>
                <a:lnTo>
                  <a:pt x="1058" y="2583"/>
                </a:lnTo>
                <a:lnTo>
                  <a:pt x="1058" y="2582"/>
                </a:lnTo>
                <a:lnTo>
                  <a:pt x="1057" y="2582"/>
                </a:lnTo>
                <a:lnTo>
                  <a:pt x="1057" y="2581"/>
                </a:lnTo>
                <a:lnTo>
                  <a:pt x="1056" y="2581"/>
                </a:lnTo>
                <a:lnTo>
                  <a:pt x="1056" y="2580"/>
                </a:lnTo>
                <a:lnTo>
                  <a:pt x="1055" y="2580"/>
                </a:lnTo>
                <a:lnTo>
                  <a:pt x="1054" y="2580"/>
                </a:lnTo>
                <a:lnTo>
                  <a:pt x="1054" y="2581"/>
                </a:lnTo>
                <a:lnTo>
                  <a:pt x="1053" y="2581"/>
                </a:lnTo>
                <a:lnTo>
                  <a:pt x="1053" y="2582"/>
                </a:lnTo>
                <a:lnTo>
                  <a:pt x="1053" y="2581"/>
                </a:lnTo>
                <a:lnTo>
                  <a:pt x="1052" y="2581"/>
                </a:lnTo>
                <a:lnTo>
                  <a:pt x="1049" y="2581"/>
                </a:lnTo>
                <a:lnTo>
                  <a:pt x="1049" y="2580"/>
                </a:lnTo>
                <a:lnTo>
                  <a:pt x="1048" y="2580"/>
                </a:lnTo>
                <a:lnTo>
                  <a:pt x="1048" y="2581"/>
                </a:lnTo>
                <a:lnTo>
                  <a:pt x="1047" y="2581"/>
                </a:lnTo>
                <a:lnTo>
                  <a:pt x="1047" y="2580"/>
                </a:lnTo>
                <a:lnTo>
                  <a:pt x="1046" y="2580"/>
                </a:lnTo>
                <a:lnTo>
                  <a:pt x="1046" y="2579"/>
                </a:lnTo>
                <a:lnTo>
                  <a:pt x="1047" y="2579"/>
                </a:lnTo>
                <a:lnTo>
                  <a:pt x="1047" y="2578"/>
                </a:lnTo>
                <a:lnTo>
                  <a:pt x="1047" y="2577"/>
                </a:lnTo>
                <a:lnTo>
                  <a:pt x="1048" y="2577"/>
                </a:lnTo>
                <a:lnTo>
                  <a:pt x="1048" y="2576"/>
                </a:lnTo>
                <a:lnTo>
                  <a:pt x="1048" y="2575"/>
                </a:lnTo>
                <a:lnTo>
                  <a:pt x="1048" y="2574"/>
                </a:lnTo>
                <a:lnTo>
                  <a:pt x="1047" y="2574"/>
                </a:lnTo>
                <a:lnTo>
                  <a:pt x="1047" y="2573"/>
                </a:lnTo>
                <a:lnTo>
                  <a:pt x="1047" y="2572"/>
                </a:lnTo>
                <a:lnTo>
                  <a:pt x="1047" y="2571"/>
                </a:lnTo>
                <a:lnTo>
                  <a:pt x="1047" y="2570"/>
                </a:lnTo>
                <a:lnTo>
                  <a:pt x="1047" y="2569"/>
                </a:lnTo>
                <a:lnTo>
                  <a:pt x="1046" y="2569"/>
                </a:lnTo>
                <a:lnTo>
                  <a:pt x="1046" y="2568"/>
                </a:lnTo>
                <a:lnTo>
                  <a:pt x="1046" y="2567"/>
                </a:lnTo>
                <a:lnTo>
                  <a:pt x="1047" y="2567"/>
                </a:lnTo>
                <a:lnTo>
                  <a:pt x="1047" y="2566"/>
                </a:lnTo>
                <a:lnTo>
                  <a:pt x="1047" y="2565"/>
                </a:lnTo>
                <a:lnTo>
                  <a:pt x="1048" y="2565"/>
                </a:lnTo>
                <a:lnTo>
                  <a:pt x="1049" y="2565"/>
                </a:lnTo>
                <a:lnTo>
                  <a:pt x="1050" y="2565"/>
                </a:lnTo>
                <a:lnTo>
                  <a:pt x="1051" y="2565"/>
                </a:lnTo>
                <a:lnTo>
                  <a:pt x="1051" y="2564"/>
                </a:lnTo>
                <a:lnTo>
                  <a:pt x="1051" y="2563"/>
                </a:lnTo>
                <a:lnTo>
                  <a:pt x="1051" y="2562"/>
                </a:lnTo>
                <a:lnTo>
                  <a:pt x="1052" y="2562"/>
                </a:lnTo>
                <a:lnTo>
                  <a:pt x="1052" y="2561"/>
                </a:lnTo>
                <a:lnTo>
                  <a:pt x="1051" y="2561"/>
                </a:lnTo>
                <a:lnTo>
                  <a:pt x="1052" y="2561"/>
                </a:lnTo>
                <a:lnTo>
                  <a:pt x="1052" y="2560"/>
                </a:lnTo>
                <a:lnTo>
                  <a:pt x="1053" y="2560"/>
                </a:lnTo>
                <a:lnTo>
                  <a:pt x="1053" y="2559"/>
                </a:lnTo>
                <a:lnTo>
                  <a:pt x="1054" y="2559"/>
                </a:lnTo>
                <a:lnTo>
                  <a:pt x="1054" y="2558"/>
                </a:lnTo>
                <a:lnTo>
                  <a:pt x="1053" y="2558"/>
                </a:lnTo>
                <a:lnTo>
                  <a:pt x="1054" y="2558"/>
                </a:lnTo>
                <a:lnTo>
                  <a:pt x="1053" y="2558"/>
                </a:lnTo>
                <a:lnTo>
                  <a:pt x="1053" y="2557"/>
                </a:lnTo>
                <a:lnTo>
                  <a:pt x="1054" y="2557"/>
                </a:lnTo>
                <a:lnTo>
                  <a:pt x="1054" y="2556"/>
                </a:lnTo>
                <a:lnTo>
                  <a:pt x="1053" y="2556"/>
                </a:lnTo>
                <a:lnTo>
                  <a:pt x="1053" y="2555"/>
                </a:lnTo>
                <a:lnTo>
                  <a:pt x="1053" y="2554"/>
                </a:lnTo>
                <a:lnTo>
                  <a:pt x="1052" y="2554"/>
                </a:lnTo>
                <a:lnTo>
                  <a:pt x="1053" y="2554"/>
                </a:lnTo>
                <a:lnTo>
                  <a:pt x="1053" y="2553"/>
                </a:lnTo>
                <a:lnTo>
                  <a:pt x="1054" y="2553"/>
                </a:lnTo>
                <a:lnTo>
                  <a:pt x="1054" y="2552"/>
                </a:lnTo>
                <a:lnTo>
                  <a:pt x="1054" y="2551"/>
                </a:lnTo>
                <a:lnTo>
                  <a:pt x="1055" y="2551"/>
                </a:lnTo>
                <a:lnTo>
                  <a:pt x="1054" y="2551"/>
                </a:lnTo>
                <a:lnTo>
                  <a:pt x="1054" y="2550"/>
                </a:lnTo>
                <a:lnTo>
                  <a:pt x="1053" y="2550"/>
                </a:lnTo>
                <a:lnTo>
                  <a:pt x="1053" y="2549"/>
                </a:lnTo>
                <a:lnTo>
                  <a:pt x="1054" y="2549"/>
                </a:lnTo>
                <a:lnTo>
                  <a:pt x="1053" y="2549"/>
                </a:lnTo>
                <a:lnTo>
                  <a:pt x="1052" y="2549"/>
                </a:lnTo>
                <a:lnTo>
                  <a:pt x="1051" y="2549"/>
                </a:lnTo>
                <a:lnTo>
                  <a:pt x="1051" y="2548"/>
                </a:lnTo>
                <a:lnTo>
                  <a:pt x="1050" y="2548"/>
                </a:lnTo>
                <a:lnTo>
                  <a:pt x="1050" y="2547"/>
                </a:lnTo>
                <a:lnTo>
                  <a:pt x="1049" y="2547"/>
                </a:lnTo>
                <a:lnTo>
                  <a:pt x="1049" y="2546"/>
                </a:lnTo>
                <a:lnTo>
                  <a:pt x="1048" y="2546"/>
                </a:lnTo>
                <a:lnTo>
                  <a:pt x="1048" y="2545"/>
                </a:lnTo>
                <a:lnTo>
                  <a:pt x="1047" y="2545"/>
                </a:lnTo>
                <a:lnTo>
                  <a:pt x="1046" y="2545"/>
                </a:lnTo>
                <a:lnTo>
                  <a:pt x="1045" y="2545"/>
                </a:lnTo>
                <a:lnTo>
                  <a:pt x="1045" y="2546"/>
                </a:lnTo>
                <a:lnTo>
                  <a:pt x="1044" y="2546"/>
                </a:lnTo>
                <a:lnTo>
                  <a:pt x="1043" y="2546"/>
                </a:lnTo>
                <a:lnTo>
                  <a:pt x="1043" y="2545"/>
                </a:lnTo>
                <a:lnTo>
                  <a:pt x="1042" y="2545"/>
                </a:lnTo>
                <a:lnTo>
                  <a:pt x="1041" y="2545"/>
                </a:lnTo>
                <a:lnTo>
                  <a:pt x="1041" y="2546"/>
                </a:lnTo>
                <a:lnTo>
                  <a:pt x="1040" y="2546"/>
                </a:lnTo>
                <a:lnTo>
                  <a:pt x="1040" y="2547"/>
                </a:lnTo>
                <a:lnTo>
                  <a:pt x="1040" y="2548"/>
                </a:lnTo>
                <a:lnTo>
                  <a:pt x="1039" y="2548"/>
                </a:lnTo>
                <a:lnTo>
                  <a:pt x="1039" y="2549"/>
                </a:lnTo>
                <a:lnTo>
                  <a:pt x="1038" y="2549"/>
                </a:lnTo>
                <a:lnTo>
                  <a:pt x="1038" y="2550"/>
                </a:lnTo>
                <a:lnTo>
                  <a:pt x="1037" y="2550"/>
                </a:lnTo>
                <a:lnTo>
                  <a:pt x="1037" y="2551"/>
                </a:lnTo>
                <a:lnTo>
                  <a:pt x="1036" y="2551"/>
                </a:lnTo>
                <a:lnTo>
                  <a:pt x="1036" y="2552"/>
                </a:lnTo>
                <a:lnTo>
                  <a:pt x="1035" y="2553"/>
                </a:lnTo>
                <a:lnTo>
                  <a:pt x="1036" y="2553"/>
                </a:lnTo>
                <a:lnTo>
                  <a:pt x="1036" y="2554"/>
                </a:lnTo>
                <a:lnTo>
                  <a:pt x="1035" y="2554"/>
                </a:lnTo>
                <a:lnTo>
                  <a:pt x="1034" y="2554"/>
                </a:lnTo>
                <a:lnTo>
                  <a:pt x="1034" y="2555"/>
                </a:lnTo>
                <a:lnTo>
                  <a:pt x="1033" y="2555"/>
                </a:lnTo>
                <a:lnTo>
                  <a:pt x="1032" y="2555"/>
                </a:lnTo>
                <a:lnTo>
                  <a:pt x="1032" y="2554"/>
                </a:lnTo>
                <a:lnTo>
                  <a:pt x="1031" y="2554"/>
                </a:lnTo>
                <a:lnTo>
                  <a:pt x="1030" y="2554"/>
                </a:lnTo>
                <a:lnTo>
                  <a:pt x="1029" y="2554"/>
                </a:lnTo>
                <a:lnTo>
                  <a:pt x="1029" y="2555"/>
                </a:lnTo>
                <a:lnTo>
                  <a:pt x="1028" y="2555"/>
                </a:lnTo>
                <a:lnTo>
                  <a:pt x="1028" y="2554"/>
                </a:lnTo>
                <a:lnTo>
                  <a:pt x="1027" y="2554"/>
                </a:lnTo>
                <a:lnTo>
                  <a:pt x="1027" y="2555"/>
                </a:lnTo>
                <a:lnTo>
                  <a:pt x="1026" y="2555"/>
                </a:lnTo>
                <a:lnTo>
                  <a:pt x="1025" y="2555"/>
                </a:lnTo>
                <a:lnTo>
                  <a:pt x="1025" y="2556"/>
                </a:lnTo>
                <a:lnTo>
                  <a:pt x="1024" y="2556"/>
                </a:lnTo>
                <a:lnTo>
                  <a:pt x="1023" y="2556"/>
                </a:lnTo>
                <a:lnTo>
                  <a:pt x="1022" y="2556"/>
                </a:lnTo>
                <a:lnTo>
                  <a:pt x="1022" y="2555"/>
                </a:lnTo>
                <a:lnTo>
                  <a:pt x="1021" y="2555"/>
                </a:lnTo>
                <a:lnTo>
                  <a:pt x="1020" y="2554"/>
                </a:lnTo>
                <a:lnTo>
                  <a:pt x="1019" y="2554"/>
                </a:lnTo>
                <a:lnTo>
                  <a:pt x="1019" y="2553"/>
                </a:lnTo>
                <a:lnTo>
                  <a:pt x="1018" y="2553"/>
                </a:lnTo>
                <a:lnTo>
                  <a:pt x="1017" y="2553"/>
                </a:lnTo>
                <a:lnTo>
                  <a:pt x="1017" y="2552"/>
                </a:lnTo>
                <a:lnTo>
                  <a:pt x="1016" y="2552"/>
                </a:lnTo>
                <a:lnTo>
                  <a:pt x="1015" y="2552"/>
                </a:lnTo>
                <a:lnTo>
                  <a:pt x="1014" y="2552"/>
                </a:lnTo>
                <a:lnTo>
                  <a:pt x="1014" y="2551"/>
                </a:lnTo>
                <a:lnTo>
                  <a:pt x="1014" y="2552"/>
                </a:lnTo>
                <a:lnTo>
                  <a:pt x="1013" y="2552"/>
                </a:lnTo>
                <a:lnTo>
                  <a:pt x="1013" y="2551"/>
                </a:lnTo>
                <a:lnTo>
                  <a:pt x="1012" y="2551"/>
                </a:lnTo>
                <a:lnTo>
                  <a:pt x="1011" y="2550"/>
                </a:lnTo>
                <a:lnTo>
                  <a:pt x="1010" y="2550"/>
                </a:lnTo>
                <a:lnTo>
                  <a:pt x="1009" y="2550"/>
                </a:lnTo>
                <a:lnTo>
                  <a:pt x="1009" y="2549"/>
                </a:lnTo>
                <a:lnTo>
                  <a:pt x="1010" y="2549"/>
                </a:lnTo>
                <a:lnTo>
                  <a:pt x="1010" y="2548"/>
                </a:lnTo>
                <a:lnTo>
                  <a:pt x="1009" y="2548"/>
                </a:lnTo>
                <a:lnTo>
                  <a:pt x="1010" y="2548"/>
                </a:lnTo>
                <a:lnTo>
                  <a:pt x="1010" y="2547"/>
                </a:lnTo>
                <a:lnTo>
                  <a:pt x="1010" y="2546"/>
                </a:lnTo>
                <a:lnTo>
                  <a:pt x="1009" y="2546"/>
                </a:lnTo>
                <a:lnTo>
                  <a:pt x="1009" y="2545"/>
                </a:lnTo>
                <a:lnTo>
                  <a:pt x="1007" y="2545"/>
                </a:lnTo>
                <a:lnTo>
                  <a:pt x="1007" y="2544"/>
                </a:lnTo>
                <a:lnTo>
                  <a:pt x="1006" y="2544"/>
                </a:lnTo>
                <a:lnTo>
                  <a:pt x="1006" y="2543"/>
                </a:lnTo>
                <a:lnTo>
                  <a:pt x="1005" y="2543"/>
                </a:lnTo>
                <a:lnTo>
                  <a:pt x="1005" y="2542"/>
                </a:lnTo>
                <a:lnTo>
                  <a:pt x="1005" y="2541"/>
                </a:lnTo>
                <a:lnTo>
                  <a:pt x="1004" y="2541"/>
                </a:lnTo>
                <a:lnTo>
                  <a:pt x="1004" y="2540"/>
                </a:lnTo>
                <a:lnTo>
                  <a:pt x="1003" y="2540"/>
                </a:lnTo>
                <a:lnTo>
                  <a:pt x="1003" y="2539"/>
                </a:lnTo>
                <a:lnTo>
                  <a:pt x="1002" y="2539"/>
                </a:lnTo>
                <a:lnTo>
                  <a:pt x="1002" y="2540"/>
                </a:lnTo>
                <a:lnTo>
                  <a:pt x="1001" y="2540"/>
                </a:lnTo>
                <a:lnTo>
                  <a:pt x="1000" y="2540"/>
                </a:lnTo>
                <a:lnTo>
                  <a:pt x="1000" y="2539"/>
                </a:lnTo>
                <a:lnTo>
                  <a:pt x="1000" y="2540"/>
                </a:lnTo>
                <a:lnTo>
                  <a:pt x="999" y="2540"/>
                </a:lnTo>
                <a:lnTo>
                  <a:pt x="998" y="2540"/>
                </a:lnTo>
                <a:lnTo>
                  <a:pt x="998" y="2539"/>
                </a:lnTo>
                <a:lnTo>
                  <a:pt x="997" y="2539"/>
                </a:lnTo>
                <a:lnTo>
                  <a:pt x="997" y="2538"/>
                </a:lnTo>
                <a:lnTo>
                  <a:pt x="996" y="2538"/>
                </a:lnTo>
                <a:lnTo>
                  <a:pt x="995" y="2539"/>
                </a:lnTo>
                <a:lnTo>
                  <a:pt x="995" y="2538"/>
                </a:lnTo>
                <a:lnTo>
                  <a:pt x="994" y="2538"/>
                </a:lnTo>
                <a:lnTo>
                  <a:pt x="994" y="2539"/>
                </a:lnTo>
                <a:lnTo>
                  <a:pt x="993" y="2539"/>
                </a:lnTo>
                <a:lnTo>
                  <a:pt x="993" y="2538"/>
                </a:lnTo>
                <a:lnTo>
                  <a:pt x="992" y="2538"/>
                </a:lnTo>
                <a:lnTo>
                  <a:pt x="992" y="2539"/>
                </a:lnTo>
                <a:lnTo>
                  <a:pt x="991" y="2539"/>
                </a:lnTo>
                <a:lnTo>
                  <a:pt x="991" y="2540"/>
                </a:lnTo>
                <a:lnTo>
                  <a:pt x="990" y="2540"/>
                </a:lnTo>
                <a:lnTo>
                  <a:pt x="990" y="2539"/>
                </a:lnTo>
                <a:lnTo>
                  <a:pt x="990" y="2538"/>
                </a:lnTo>
                <a:lnTo>
                  <a:pt x="989" y="2538"/>
                </a:lnTo>
                <a:lnTo>
                  <a:pt x="988" y="2538"/>
                </a:lnTo>
                <a:lnTo>
                  <a:pt x="988" y="2537"/>
                </a:lnTo>
                <a:lnTo>
                  <a:pt x="987" y="2537"/>
                </a:lnTo>
                <a:lnTo>
                  <a:pt x="987" y="2536"/>
                </a:lnTo>
                <a:lnTo>
                  <a:pt x="986" y="2536"/>
                </a:lnTo>
                <a:lnTo>
                  <a:pt x="986" y="2535"/>
                </a:lnTo>
                <a:lnTo>
                  <a:pt x="987" y="2535"/>
                </a:lnTo>
                <a:lnTo>
                  <a:pt x="987" y="2534"/>
                </a:lnTo>
                <a:lnTo>
                  <a:pt x="986" y="2534"/>
                </a:lnTo>
                <a:lnTo>
                  <a:pt x="986" y="2533"/>
                </a:lnTo>
                <a:lnTo>
                  <a:pt x="985" y="2533"/>
                </a:lnTo>
                <a:lnTo>
                  <a:pt x="985" y="2532"/>
                </a:lnTo>
                <a:lnTo>
                  <a:pt x="986" y="2532"/>
                </a:lnTo>
                <a:lnTo>
                  <a:pt x="985" y="2532"/>
                </a:lnTo>
                <a:lnTo>
                  <a:pt x="985" y="2531"/>
                </a:lnTo>
                <a:lnTo>
                  <a:pt x="986" y="2531"/>
                </a:lnTo>
                <a:lnTo>
                  <a:pt x="985" y="2531"/>
                </a:lnTo>
                <a:lnTo>
                  <a:pt x="985" y="2530"/>
                </a:lnTo>
                <a:lnTo>
                  <a:pt x="984" y="2530"/>
                </a:lnTo>
                <a:lnTo>
                  <a:pt x="983" y="2530"/>
                </a:lnTo>
                <a:lnTo>
                  <a:pt x="983" y="2529"/>
                </a:lnTo>
                <a:lnTo>
                  <a:pt x="982" y="2529"/>
                </a:lnTo>
                <a:lnTo>
                  <a:pt x="983" y="2529"/>
                </a:lnTo>
                <a:lnTo>
                  <a:pt x="983" y="2528"/>
                </a:lnTo>
                <a:lnTo>
                  <a:pt x="983" y="2527"/>
                </a:lnTo>
                <a:lnTo>
                  <a:pt x="982" y="2527"/>
                </a:lnTo>
                <a:lnTo>
                  <a:pt x="981" y="2527"/>
                </a:lnTo>
                <a:lnTo>
                  <a:pt x="980" y="2527"/>
                </a:lnTo>
                <a:lnTo>
                  <a:pt x="980" y="2526"/>
                </a:lnTo>
                <a:lnTo>
                  <a:pt x="980" y="2527"/>
                </a:lnTo>
                <a:lnTo>
                  <a:pt x="979" y="2527"/>
                </a:lnTo>
                <a:lnTo>
                  <a:pt x="978" y="2527"/>
                </a:lnTo>
                <a:lnTo>
                  <a:pt x="978" y="2526"/>
                </a:lnTo>
                <a:lnTo>
                  <a:pt x="977" y="2526"/>
                </a:lnTo>
                <a:lnTo>
                  <a:pt x="976" y="2526"/>
                </a:lnTo>
                <a:lnTo>
                  <a:pt x="976" y="2527"/>
                </a:lnTo>
                <a:lnTo>
                  <a:pt x="976" y="2526"/>
                </a:lnTo>
                <a:lnTo>
                  <a:pt x="975" y="2526"/>
                </a:lnTo>
                <a:lnTo>
                  <a:pt x="974" y="2526"/>
                </a:lnTo>
                <a:lnTo>
                  <a:pt x="973" y="2526"/>
                </a:lnTo>
                <a:lnTo>
                  <a:pt x="973" y="2525"/>
                </a:lnTo>
                <a:lnTo>
                  <a:pt x="972" y="2525"/>
                </a:lnTo>
                <a:lnTo>
                  <a:pt x="972" y="2524"/>
                </a:lnTo>
                <a:lnTo>
                  <a:pt x="971" y="2524"/>
                </a:lnTo>
                <a:lnTo>
                  <a:pt x="971" y="2523"/>
                </a:lnTo>
                <a:lnTo>
                  <a:pt x="970" y="2523"/>
                </a:lnTo>
                <a:lnTo>
                  <a:pt x="970" y="2524"/>
                </a:lnTo>
                <a:lnTo>
                  <a:pt x="969" y="2524"/>
                </a:lnTo>
                <a:lnTo>
                  <a:pt x="968" y="2524"/>
                </a:lnTo>
                <a:lnTo>
                  <a:pt x="968" y="2523"/>
                </a:lnTo>
                <a:lnTo>
                  <a:pt x="967" y="2523"/>
                </a:lnTo>
                <a:lnTo>
                  <a:pt x="967" y="2522"/>
                </a:lnTo>
                <a:lnTo>
                  <a:pt x="966" y="2522"/>
                </a:lnTo>
                <a:lnTo>
                  <a:pt x="966" y="2521"/>
                </a:lnTo>
                <a:lnTo>
                  <a:pt x="967" y="2521"/>
                </a:lnTo>
                <a:lnTo>
                  <a:pt x="967" y="2520"/>
                </a:lnTo>
                <a:lnTo>
                  <a:pt x="967" y="2519"/>
                </a:lnTo>
                <a:lnTo>
                  <a:pt x="967" y="2518"/>
                </a:lnTo>
                <a:lnTo>
                  <a:pt x="967" y="2517"/>
                </a:lnTo>
                <a:lnTo>
                  <a:pt x="967" y="2516"/>
                </a:lnTo>
                <a:lnTo>
                  <a:pt x="968" y="2516"/>
                </a:lnTo>
                <a:lnTo>
                  <a:pt x="968" y="2515"/>
                </a:lnTo>
                <a:lnTo>
                  <a:pt x="968" y="2514"/>
                </a:lnTo>
                <a:lnTo>
                  <a:pt x="968" y="2513"/>
                </a:lnTo>
                <a:lnTo>
                  <a:pt x="968" y="2512"/>
                </a:lnTo>
                <a:lnTo>
                  <a:pt x="968" y="2511"/>
                </a:lnTo>
                <a:lnTo>
                  <a:pt x="969" y="2511"/>
                </a:lnTo>
                <a:lnTo>
                  <a:pt x="969" y="2510"/>
                </a:lnTo>
                <a:lnTo>
                  <a:pt x="969" y="2509"/>
                </a:lnTo>
                <a:lnTo>
                  <a:pt x="969" y="2508"/>
                </a:lnTo>
                <a:lnTo>
                  <a:pt x="968" y="2508"/>
                </a:lnTo>
                <a:lnTo>
                  <a:pt x="967" y="2508"/>
                </a:lnTo>
                <a:lnTo>
                  <a:pt x="967" y="2507"/>
                </a:lnTo>
                <a:lnTo>
                  <a:pt x="965" y="2507"/>
                </a:lnTo>
                <a:lnTo>
                  <a:pt x="965" y="2508"/>
                </a:lnTo>
                <a:lnTo>
                  <a:pt x="964" y="2508"/>
                </a:lnTo>
                <a:lnTo>
                  <a:pt x="964" y="2507"/>
                </a:lnTo>
                <a:lnTo>
                  <a:pt x="963" y="2507"/>
                </a:lnTo>
                <a:lnTo>
                  <a:pt x="963" y="2506"/>
                </a:lnTo>
                <a:lnTo>
                  <a:pt x="963" y="2505"/>
                </a:lnTo>
                <a:lnTo>
                  <a:pt x="963" y="2504"/>
                </a:lnTo>
                <a:lnTo>
                  <a:pt x="964" y="2504"/>
                </a:lnTo>
                <a:lnTo>
                  <a:pt x="964" y="2503"/>
                </a:lnTo>
                <a:lnTo>
                  <a:pt x="964" y="2502"/>
                </a:lnTo>
                <a:lnTo>
                  <a:pt x="965" y="2502"/>
                </a:lnTo>
                <a:lnTo>
                  <a:pt x="965" y="2501"/>
                </a:lnTo>
                <a:lnTo>
                  <a:pt x="964" y="2501"/>
                </a:lnTo>
                <a:lnTo>
                  <a:pt x="965" y="2500"/>
                </a:lnTo>
                <a:lnTo>
                  <a:pt x="964" y="2500"/>
                </a:lnTo>
                <a:lnTo>
                  <a:pt x="963" y="2500"/>
                </a:lnTo>
                <a:lnTo>
                  <a:pt x="963" y="2499"/>
                </a:lnTo>
                <a:lnTo>
                  <a:pt x="962" y="2499"/>
                </a:lnTo>
                <a:lnTo>
                  <a:pt x="962" y="2497"/>
                </a:lnTo>
                <a:lnTo>
                  <a:pt x="962" y="2496"/>
                </a:lnTo>
                <a:lnTo>
                  <a:pt x="961" y="2496"/>
                </a:lnTo>
                <a:lnTo>
                  <a:pt x="962" y="2496"/>
                </a:lnTo>
                <a:lnTo>
                  <a:pt x="962" y="2495"/>
                </a:lnTo>
                <a:lnTo>
                  <a:pt x="962" y="2494"/>
                </a:lnTo>
                <a:lnTo>
                  <a:pt x="961" y="2494"/>
                </a:lnTo>
                <a:lnTo>
                  <a:pt x="961" y="2493"/>
                </a:lnTo>
                <a:lnTo>
                  <a:pt x="962" y="2493"/>
                </a:lnTo>
                <a:lnTo>
                  <a:pt x="961" y="2493"/>
                </a:lnTo>
                <a:lnTo>
                  <a:pt x="961" y="2492"/>
                </a:lnTo>
                <a:lnTo>
                  <a:pt x="962" y="2492"/>
                </a:lnTo>
                <a:lnTo>
                  <a:pt x="962" y="2491"/>
                </a:lnTo>
                <a:lnTo>
                  <a:pt x="963" y="2491"/>
                </a:lnTo>
                <a:lnTo>
                  <a:pt x="964" y="2491"/>
                </a:lnTo>
                <a:lnTo>
                  <a:pt x="964" y="2490"/>
                </a:lnTo>
                <a:lnTo>
                  <a:pt x="964" y="2489"/>
                </a:lnTo>
                <a:lnTo>
                  <a:pt x="965" y="2489"/>
                </a:lnTo>
                <a:lnTo>
                  <a:pt x="965" y="2488"/>
                </a:lnTo>
                <a:lnTo>
                  <a:pt x="964" y="2488"/>
                </a:lnTo>
                <a:lnTo>
                  <a:pt x="963" y="2488"/>
                </a:lnTo>
                <a:lnTo>
                  <a:pt x="962" y="2488"/>
                </a:lnTo>
                <a:lnTo>
                  <a:pt x="960" y="2488"/>
                </a:lnTo>
                <a:lnTo>
                  <a:pt x="959" y="2488"/>
                </a:lnTo>
                <a:lnTo>
                  <a:pt x="958" y="2488"/>
                </a:lnTo>
                <a:lnTo>
                  <a:pt x="957" y="2488"/>
                </a:lnTo>
                <a:lnTo>
                  <a:pt x="957" y="2487"/>
                </a:lnTo>
                <a:lnTo>
                  <a:pt x="957" y="2488"/>
                </a:lnTo>
                <a:lnTo>
                  <a:pt x="957" y="2487"/>
                </a:lnTo>
                <a:lnTo>
                  <a:pt x="957" y="2486"/>
                </a:lnTo>
                <a:lnTo>
                  <a:pt x="957" y="2485"/>
                </a:lnTo>
                <a:lnTo>
                  <a:pt x="958" y="2485"/>
                </a:lnTo>
                <a:lnTo>
                  <a:pt x="957" y="2484"/>
                </a:lnTo>
                <a:lnTo>
                  <a:pt x="956" y="2483"/>
                </a:lnTo>
                <a:lnTo>
                  <a:pt x="955" y="2483"/>
                </a:lnTo>
                <a:lnTo>
                  <a:pt x="955" y="2482"/>
                </a:lnTo>
                <a:lnTo>
                  <a:pt x="954" y="2482"/>
                </a:lnTo>
                <a:lnTo>
                  <a:pt x="954" y="2483"/>
                </a:lnTo>
                <a:lnTo>
                  <a:pt x="953" y="2483"/>
                </a:lnTo>
                <a:lnTo>
                  <a:pt x="952" y="2483"/>
                </a:lnTo>
                <a:lnTo>
                  <a:pt x="951" y="2483"/>
                </a:lnTo>
                <a:lnTo>
                  <a:pt x="951" y="2482"/>
                </a:lnTo>
                <a:lnTo>
                  <a:pt x="950" y="2482"/>
                </a:lnTo>
                <a:lnTo>
                  <a:pt x="949" y="2482"/>
                </a:lnTo>
                <a:lnTo>
                  <a:pt x="949" y="2483"/>
                </a:lnTo>
                <a:lnTo>
                  <a:pt x="948" y="2483"/>
                </a:lnTo>
                <a:lnTo>
                  <a:pt x="947" y="2483"/>
                </a:lnTo>
                <a:lnTo>
                  <a:pt x="947" y="2482"/>
                </a:lnTo>
                <a:lnTo>
                  <a:pt x="946" y="2482"/>
                </a:lnTo>
                <a:lnTo>
                  <a:pt x="945" y="2482"/>
                </a:lnTo>
                <a:lnTo>
                  <a:pt x="946" y="2482"/>
                </a:lnTo>
                <a:lnTo>
                  <a:pt x="946" y="2481"/>
                </a:lnTo>
                <a:lnTo>
                  <a:pt x="947" y="2481"/>
                </a:lnTo>
                <a:lnTo>
                  <a:pt x="947" y="2480"/>
                </a:lnTo>
                <a:lnTo>
                  <a:pt x="946" y="2480"/>
                </a:lnTo>
                <a:lnTo>
                  <a:pt x="945" y="2480"/>
                </a:lnTo>
                <a:lnTo>
                  <a:pt x="944" y="2479"/>
                </a:lnTo>
                <a:lnTo>
                  <a:pt x="943" y="2479"/>
                </a:lnTo>
                <a:lnTo>
                  <a:pt x="942" y="2479"/>
                </a:lnTo>
                <a:lnTo>
                  <a:pt x="942" y="2480"/>
                </a:lnTo>
                <a:lnTo>
                  <a:pt x="941" y="2480"/>
                </a:lnTo>
                <a:lnTo>
                  <a:pt x="940" y="2480"/>
                </a:lnTo>
                <a:lnTo>
                  <a:pt x="939" y="2480"/>
                </a:lnTo>
                <a:lnTo>
                  <a:pt x="938" y="2480"/>
                </a:lnTo>
                <a:lnTo>
                  <a:pt x="938" y="2479"/>
                </a:lnTo>
                <a:lnTo>
                  <a:pt x="937" y="2480"/>
                </a:lnTo>
                <a:lnTo>
                  <a:pt x="936" y="2480"/>
                </a:lnTo>
                <a:lnTo>
                  <a:pt x="935" y="2480"/>
                </a:lnTo>
                <a:lnTo>
                  <a:pt x="935" y="2481"/>
                </a:lnTo>
                <a:lnTo>
                  <a:pt x="934" y="2481"/>
                </a:lnTo>
                <a:lnTo>
                  <a:pt x="933" y="2481"/>
                </a:lnTo>
                <a:lnTo>
                  <a:pt x="933" y="2482"/>
                </a:lnTo>
                <a:lnTo>
                  <a:pt x="932" y="2482"/>
                </a:lnTo>
                <a:lnTo>
                  <a:pt x="931" y="2482"/>
                </a:lnTo>
                <a:lnTo>
                  <a:pt x="930" y="2482"/>
                </a:lnTo>
                <a:lnTo>
                  <a:pt x="929" y="2482"/>
                </a:lnTo>
                <a:lnTo>
                  <a:pt x="929" y="2483"/>
                </a:lnTo>
                <a:lnTo>
                  <a:pt x="929" y="2484"/>
                </a:lnTo>
                <a:lnTo>
                  <a:pt x="928" y="2484"/>
                </a:lnTo>
                <a:lnTo>
                  <a:pt x="928" y="2485"/>
                </a:lnTo>
                <a:lnTo>
                  <a:pt x="928" y="2486"/>
                </a:lnTo>
                <a:lnTo>
                  <a:pt x="929" y="2486"/>
                </a:lnTo>
                <a:lnTo>
                  <a:pt x="928" y="2487"/>
                </a:lnTo>
                <a:lnTo>
                  <a:pt x="927" y="2487"/>
                </a:lnTo>
                <a:lnTo>
                  <a:pt x="927" y="2488"/>
                </a:lnTo>
                <a:lnTo>
                  <a:pt x="927" y="2487"/>
                </a:lnTo>
                <a:lnTo>
                  <a:pt x="926" y="2487"/>
                </a:lnTo>
                <a:lnTo>
                  <a:pt x="926" y="2488"/>
                </a:lnTo>
                <a:lnTo>
                  <a:pt x="925" y="2488"/>
                </a:lnTo>
                <a:lnTo>
                  <a:pt x="924" y="2488"/>
                </a:lnTo>
                <a:lnTo>
                  <a:pt x="922" y="2488"/>
                </a:lnTo>
                <a:lnTo>
                  <a:pt x="921" y="2488"/>
                </a:lnTo>
                <a:lnTo>
                  <a:pt x="920" y="2488"/>
                </a:lnTo>
                <a:lnTo>
                  <a:pt x="920" y="2489"/>
                </a:lnTo>
                <a:lnTo>
                  <a:pt x="919" y="2489"/>
                </a:lnTo>
                <a:lnTo>
                  <a:pt x="919" y="2490"/>
                </a:lnTo>
                <a:lnTo>
                  <a:pt x="918" y="2490"/>
                </a:lnTo>
                <a:lnTo>
                  <a:pt x="918" y="2491"/>
                </a:lnTo>
                <a:lnTo>
                  <a:pt x="917" y="2491"/>
                </a:lnTo>
                <a:lnTo>
                  <a:pt x="916" y="2491"/>
                </a:lnTo>
                <a:lnTo>
                  <a:pt x="916" y="2492"/>
                </a:lnTo>
                <a:lnTo>
                  <a:pt x="915" y="2492"/>
                </a:lnTo>
                <a:lnTo>
                  <a:pt x="916" y="2492"/>
                </a:lnTo>
                <a:lnTo>
                  <a:pt x="916" y="2493"/>
                </a:lnTo>
                <a:lnTo>
                  <a:pt x="916" y="2494"/>
                </a:lnTo>
                <a:lnTo>
                  <a:pt x="916" y="2495"/>
                </a:lnTo>
                <a:lnTo>
                  <a:pt x="915" y="2495"/>
                </a:lnTo>
                <a:lnTo>
                  <a:pt x="914" y="2495"/>
                </a:lnTo>
                <a:lnTo>
                  <a:pt x="914" y="2496"/>
                </a:lnTo>
                <a:lnTo>
                  <a:pt x="913" y="2496"/>
                </a:lnTo>
                <a:lnTo>
                  <a:pt x="913" y="2495"/>
                </a:lnTo>
                <a:lnTo>
                  <a:pt x="912" y="2495"/>
                </a:lnTo>
                <a:lnTo>
                  <a:pt x="912" y="2494"/>
                </a:lnTo>
                <a:lnTo>
                  <a:pt x="911" y="2494"/>
                </a:lnTo>
                <a:lnTo>
                  <a:pt x="910" y="2494"/>
                </a:lnTo>
                <a:lnTo>
                  <a:pt x="910" y="2495"/>
                </a:lnTo>
                <a:lnTo>
                  <a:pt x="909" y="2495"/>
                </a:lnTo>
                <a:lnTo>
                  <a:pt x="909" y="2494"/>
                </a:lnTo>
                <a:lnTo>
                  <a:pt x="908" y="2494"/>
                </a:lnTo>
                <a:lnTo>
                  <a:pt x="908" y="2493"/>
                </a:lnTo>
                <a:lnTo>
                  <a:pt x="908" y="2492"/>
                </a:lnTo>
                <a:lnTo>
                  <a:pt x="907" y="2492"/>
                </a:lnTo>
                <a:lnTo>
                  <a:pt x="907" y="2491"/>
                </a:lnTo>
                <a:lnTo>
                  <a:pt x="907" y="2492"/>
                </a:lnTo>
                <a:lnTo>
                  <a:pt x="906" y="2492"/>
                </a:lnTo>
                <a:lnTo>
                  <a:pt x="905" y="2492"/>
                </a:lnTo>
                <a:lnTo>
                  <a:pt x="905" y="2491"/>
                </a:lnTo>
                <a:lnTo>
                  <a:pt x="904" y="2491"/>
                </a:lnTo>
                <a:lnTo>
                  <a:pt x="904" y="2490"/>
                </a:lnTo>
                <a:lnTo>
                  <a:pt x="903" y="2490"/>
                </a:lnTo>
                <a:lnTo>
                  <a:pt x="903" y="2489"/>
                </a:lnTo>
                <a:lnTo>
                  <a:pt x="903" y="2488"/>
                </a:lnTo>
                <a:lnTo>
                  <a:pt x="904" y="2488"/>
                </a:lnTo>
                <a:lnTo>
                  <a:pt x="903" y="2488"/>
                </a:lnTo>
                <a:lnTo>
                  <a:pt x="903" y="2487"/>
                </a:lnTo>
                <a:lnTo>
                  <a:pt x="903" y="2486"/>
                </a:lnTo>
                <a:lnTo>
                  <a:pt x="902" y="2486"/>
                </a:lnTo>
                <a:lnTo>
                  <a:pt x="901" y="2486"/>
                </a:lnTo>
                <a:lnTo>
                  <a:pt x="901" y="2485"/>
                </a:lnTo>
                <a:lnTo>
                  <a:pt x="901" y="2484"/>
                </a:lnTo>
                <a:lnTo>
                  <a:pt x="900" y="2484"/>
                </a:lnTo>
                <a:lnTo>
                  <a:pt x="899" y="2484"/>
                </a:lnTo>
                <a:lnTo>
                  <a:pt x="899" y="2485"/>
                </a:lnTo>
                <a:lnTo>
                  <a:pt x="899" y="2484"/>
                </a:lnTo>
                <a:lnTo>
                  <a:pt x="898" y="2484"/>
                </a:lnTo>
                <a:lnTo>
                  <a:pt x="898" y="2483"/>
                </a:lnTo>
                <a:lnTo>
                  <a:pt x="897" y="2483"/>
                </a:lnTo>
                <a:lnTo>
                  <a:pt x="897" y="2482"/>
                </a:lnTo>
                <a:lnTo>
                  <a:pt x="896" y="2482"/>
                </a:lnTo>
                <a:lnTo>
                  <a:pt x="897" y="2482"/>
                </a:lnTo>
                <a:lnTo>
                  <a:pt x="897" y="2481"/>
                </a:lnTo>
                <a:lnTo>
                  <a:pt x="896" y="2481"/>
                </a:lnTo>
                <a:lnTo>
                  <a:pt x="896" y="2480"/>
                </a:lnTo>
                <a:lnTo>
                  <a:pt x="896" y="2479"/>
                </a:lnTo>
                <a:lnTo>
                  <a:pt x="897" y="2479"/>
                </a:lnTo>
                <a:lnTo>
                  <a:pt x="896" y="2478"/>
                </a:lnTo>
                <a:lnTo>
                  <a:pt x="897" y="2478"/>
                </a:lnTo>
                <a:lnTo>
                  <a:pt x="896" y="2478"/>
                </a:lnTo>
                <a:lnTo>
                  <a:pt x="896" y="2477"/>
                </a:lnTo>
                <a:lnTo>
                  <a:pt x="895" y="2477"/>
                </a:lnTo>
                <a:lnTo>
                  <a:pt x="895" y="2476"/>
                </a:lnTo>
                <a:lnTo>
                  <a:pt x="894" y="2476"/>
                </a:lnTo>
                <a:lnTo>
                  <a:pt x="894" y="2475"/>
                </a:lnTo>
                <a:lnTo>
                  <a:pt x="894" y="2474"/>
                </a:lnTo>
                <a:lnTo>
                  <a:pt x="893" y="2474"/>
                </a:lnTo>
                <a:lnTo>
                  <a:pt x="894" y="2474"/>
                </a:lnTo>
                <a:lnTo>
                  <a:pt x="894" y="2473"/>
                </a:lnTo>
                <a:lnTo>
                  <a:pt x="895" y="2473"/>
                </a:lnTo>
                <a:lnTo>
                  <a:pt x="894" y="2473"/>
                </a:lnTo>
                <a:lnTo>
                  <a:pt x="894" y="2472"/>
                </a:lnTo>
                <a:lnTo>
                  <a:pt x="895" y="2472"/>
                </a:lnTo>
                <a:lnTo>
                  <a:pt x="895" y="2471"/>
                </a:lnTo>
                <a:lnTo>
                  <a:pt x="894" y="2471"/>
                </a:lnTo>
                <a:lnTo>
                  <a:pt x="894" y="2470"/>
                </a:lnTo>
                <a:lnTo>
                  <a:pt x="894" y="2469"/>
                </a:lnTo>
                <a:lnTo>
                  <a:pt x="893" y="2469"/>
                </a:lnTo>
                <a:lnTo>
                  <a:pt x="892" y="2469"/>
                </a:lnTo>
                <a:lnTo>
                  <a:pt x="891" y="2469"/>
                </a:lnTo>
                <a:lnTo>
                  <a:pt x="890" y="2469"/>
                </a:lnTo>
                <a:lnTo>
                  <a:pt x="890" y="2468"/>
                </a:lnTo>
                <a:lnTo>
                  <a:pt x="889" y="2468"/>
                </a:lnTo>
                <a:lnTo>
                  <a:pt x="889" y="2467"/>
                </a:lnTo>
                <a:lnTo>
                  <a:pt x="889" y="2466"/>
                </a:lnTo>
                <a:lnTo>
                  <a:pt x="888" y="2466"/>
                </a:lnTo>
                <a:lnTo>
                  <a:pt x="888" y="2465"/>
                </a:lnTo>
                <a:lnTo>
                  <a:pt x="887" y="2465"/>
                </a:lnTo>
                <a:lnTo>
                  <a:pt x="887" y="2464"/>
                </a:lnTo>
                <a:lnTo>
                  <a:pt x="888" y="2464"/>
                </a:lnTo>
                <a:lnTo>
                  <a:pt x="888" y="2463"/>
                </a:lnTo>
                <a:lnTo>
                  <a:pt x="888" y="2462"/>
                </a:lnTo>
                <a:lnTo>
                  <a:pt x="887" y="2462"/>
                </a:lnTo>
                <a:lnTo>
                  <a:pt x="887" y="2461"/>
                </a:lnTo>
                <a:lnTo>
                  <a:pt x="886" y="2461"/>
                </a:lnTo>
                <a:lnTo>
                  <a:pt x="885" y="2461"/>
                </a:lnTo>
                <a:lnTo>
                  <a:pt x="885" y="2460"/>
                </a:lnTo>
                <a:lnTo>
                  <a:pt x="885" y="2461"/>
                </a:lnTo>
                <a:lnTo>
                  <a:pt x="884" y="2461"/>
                </a:lnTo>
                <a:lnTo>
                  <a:pt x="883" y="2461"/>
                </a:lnTo>
                <a:lnTo>
                  <a:pt x="882" y="2461"/>
                </a:lnTo>
                <a:lnTo>
                  <a:pt x="881" y="2461"/>
                </a:lnTo>
                <a:lnTo>
                  <a:pt x="881" y="2460"/>
                </a:lnTo>
                <a:lnTo>
                  <a:pt x="880" y="2460"/>
                </a:lnTo>
                <a:lnTo>
                  <a:pt x="881" y="2460"/>
                </a:lnTo>
                <a:lnTo>
                  <a:pt x="881" y="2459"/>
                </a:lnTo>
                <a:lnTo>
                  <a:pt x="880" y="2459"/>
                </a:lnTo>
                <a:lnTo>
                  <a:pt x="880" y="2458"/>
                </a:lnTo>
                <a:lnTo>
                  <a:pt x="880" y="2457"/>
                </a:lnTo>
                <a:lnTo>
                  <a:pt x="879" y="2457"/>
                </a:lnTo>
                <a:lnTo>
                  <a:pt x="879" y="2456"/>
                </a:lnTo>
                <a:lnTo>
                  <a:pt x="880" y="2456"/>
                </a:lnTo>
                <a:lnTo>
                  <a:pt x="879" y="2456"/>
                </a:lnTo>
                <a:lnTo>
                  <a:pt x="880" y="2456"/>
                </a:lnTo>
                <a:lnTo>
                  <a:pt x="881" y="2456"/>
                </a:lnTo>
                <a:lnTo>
                  <a:pt x="882" y="2456"/>
                </a:lnTo>
                <a:lnTo>
                  <a:pt x="882" y="2455"/>
                </a:lnTo>
                <a:lnTo>
                  <a:pt x="881" y="2454"/>
                </a:lnTo>
                <a:lnTo>
                  <a:pt x="880" y="2454"/>
                </a:lnTo>
                <a:lnTo>
                  <a:pt x="880" y="2453"/>
                </a:lnTo>
                <a:lnTo>
                  <a:pt x="879" y="2453"/>
                </a:lnTo>
                <a:lnTo>
                  <a:pt x="879" y="2454"/>
                </a:lnTo>
                <a:lnTo>
                  <a:pt x="879" y="2453"/>
                </a:lnTo>
                <a:lnTo>
                  <a:pt x="878" y="2453"/>
                </a:lnTo>
                <a:lnTo>
                  <a:pt x="877" y="2453"/>
                </a:lnTo>
                <a:lnTo>
                  <a:pt x="876" y="2453"/>
                </a:lnTo>
                <a:lnTo>
                  <a:pt x="876" y="2452"/>
                </a:lnTo>
                <a:lnTo>
                  <a:pt x="876" y="2451"/>
                </a:lnTo>
                <a:lnTo>
                  <a:pt x="875" y="2451"/>
                </a:lnTo>
                <a:lnTo>
                  <a:pt x="875" y="2450"/>
                </a:lnTo>
                <a:lnTo>
                  <a:pt x="874" y="2450"/>
                </a:lnTo>
                <a:lnTo>
                  <a:pt x="874" y="2451"/>
                </a:lnTo>
                <a:lnTo>
                  <a:pt x="874" y="2450"/>
                </a:lnTo>
                <a:lnTo>
                  <a:pt x="873" y="2450"/>
                </a:lnTo>
                <a:lnTo>
                  <a:pt x="873" y="2451"/>
                </a:lnTo>
                <a:lnTo>
                  <a:pt x="873" y="2452"/>
                </a:lnTo>
                <a:lnTo>
                  <a:pt x="872" y="2452"/>
                </a:lnTo>
                <a:lnTo>
                  <a:pt x="871" y="2452"/>
                </a:lnTo>
                <a:lnTo>
                  <a:pt x="871" y="2451"/>
                </a:lnTo>
                <a:lnTo>
                  <a:pt x="871" y="2450"/>
                </a:lnTo>
                <a:lnTo>
                  <a:pt x="871" y="2449"/>
                </a:lnTo>
                <a:lnTo>
                  <a:pt x="870" y="2449"/>
                </a:lnTo>
                <a:lnTo>
                  <a:pt x="869" y="2449"/>
                </a:lnTo>
                <a:lnTo>
                  <a:pt x="868" y="2449"/>
                </a:lnTo>
                <a:lnTo>
                  <a:pt x="868" y="2448"/>
                </a:lnTo>
                <a:lnTo>
                  <a:pt x="867" y="2448"/>
                </a:lnTo>
                <a:lnTo>
                  <a:pt x="867" y="2449"/>
                </a:lnTo>
                <a:lnTo>
                  <a:pt x="866" y="2449"/>
                </a:lnTo>
                <a:lnTo>
                  <a:pt x="866" y="2450"/>
                </a:lnTo>
                <a:lnTo>
                  <a:pt x="865" y="2450"/>
                </a:lnTo>
                <a:lnTo>
                  <a:pt x="864" y="2450"/>
                </a:lnTo>
                <a:lnTo>
                  <a:pt x="865" y="2450"/>
                </a:lnTo>
                <a:lnTo>
                  <a:pt x="865" y="2451"/>
                </a:lnTo>
                <a:lnTo>
                  <a:pt x="864" y="2451"/>
                </a:lnTo>
                <a:lnTo>
                  <a:pt x="864" y="2450"/>
                </a:lnTo>
                <a:lnTo>
                  <a:pt x="863" y="2450"/>
                </a:lnTo>
                <a:lnTo>
                  <a:pt x="862" y="2450"/>
                </a:lnTo>
                <a:lnTo>
                  <a:pt x="862" y="2449"/>
                </a:lnTo>
                <a:lnTo>
                  <a:pt x="862" y="2448"/>
                </a:lnTo>
                <a:lnTo>
                  <a:pt x="861" y="2449"/>
                </a:lnTo>
                <a:lnTo>
                  <a:pt x="861" y="2448"/>
                </a:lnTo>
                <a:lnTo>
                  <a:pt x="860" y="2448"/>
                </a:lnTo>
                <a:lnTo>
                  <a:pt x="860" y="2447"/>
                </a:lnTo>
                <a:lnTo>
                  <a:pt x="860" y="2446"/>
                </a:lnTo>
                <a:lnTo>
                  <a:pt x="859" y="2446"/>
                </a:lnTo>
                <a:lnTo>
                  <a:pt x="858" y="2446"/>
                </a:lnTo>
                <a:lnTo>
                  <a:pt x="858" y="2445"/>
                </a:lnTo>
                <a:lnTo>
                  <a:pt x="858" y="2444"/>
                </a:lnTo>
                <a:lnTo>
                  <a:pt x="857" y="2444"/>
                </a:lnTo>
                <a:lnTo>
                  <a:pt x="856" y="2444"/>
                </a:lnTo>
                <a:lnTo>
                  <a:pt x="856" y="2445"/>
                </a:lnTo>
                <a:lnTo>
                  <a:pt x="856" y="2444"/>
                </a:lnTo>
                <a:lnTo>
                  <a:pt x="856" y="2445"/>
                </a:lnTo>
                <a:lnTo>
                  <a:pt x="856" y="2444"/>
                </a:lnTo>
                <a:lnTo>
                  <a:pt x="855" y="2444"/>
                </a:lnTo>
                <a:lnTo>
                  <a:pt x="854" y="2444"/>
                </a:lnTo>
                <a:lnTo>
                  <a:pt x="854" y="2445"/>
                </a:lnTo>
                <a:lnTo>
                  <a:pt x="853" y="2445"/>
                </a:lnTo>
                <a:lnTo>
                  <a:pt x="852" y="2445"/>
                </a:lnTo>
                <a:lnTo>
                  <a:pt x="852" y="2444"/>
                </a:lnTo>
                <a:lnTo>
                  <a:pt x="851" y="2444"/>
                </a:lnTo>
                <a:lnTo>
                  <a:pt x="851" y="2443"/>
                </a:lnTo>
                <a:lnTo>
                  <a:pt x="851" y="2442"/>
                </a:lnTo>
                <a:lnTo>
                  <a:pt x="852" y="2442"/>
                </a:lnTo>
                <a:lnTo>
                  <a:pt x="851" y="2442"/>
                </a:lnTo>
                <a:lnTo>
                  <a:pt x="851" y="2441"/>
                </a:lnTo>
                <a:lnTo>
                  <a:pt x="851" y="2440"/>
                </a:lnTo>
                <a:lnTo>
                  <a:pt x="850" y="2441"/>
                </a:lnTo>
                <a:lnTo>
                  <a:pt x="849" y="2441"/>
                </a:lnTo>
                <a:lnTo>
                  <a:pt x="849" y="2440"/>
                </a:lnTo>
                <a:lnTo>
                  <a:pt x="849" y="2441"/>
                </a:lnTo>
                <a:lnTo>
                  <a:pt x="848" y="2441"/>
                </a:lnTo>
                <a:lnTo>
                  <a:pt x="847" y="2441"/>
                </a:lnTo>
                <a:lnTo>
                  <a:pt x="846" y="2441"/>
                </a:lnTo>
                <a:lnTo>
                  <a:pt x="846" y="2442"/>
                </a:lnTo>
                <a:lnTo>
                  <a:pt x="845" y="2442"/>
                </a:lnTo>
                <a:lnTo>
                  <a:pt x="844" y="2442"/>
                </a:lnTo>
                <a:lnTo>
                  <a:pt x="844" y="2443"/>
                </a:lnTo>
                <a:lnTo>
                  <a:pt x="844" y="2442"/>
                </a:lnTo>
                <a:lnTo>
                  <a:pt x="843" y="2442"/>
                </a:lnTo>
                <a:lnTo>
                  <a:pt x="842" y="2442"/>
                </a:lnTo>
                <a:lnTo>
                  <a:pt x="841" y="2442"/>
                </a:lnTo>
                <a:lnTo>
                  <a:pt x="840" y="2442"/>
                </a:lnTo>
                <a:lnTo>
                  <a:pt x="840" y="2441"/>
                </a:lnTo>
                <a:lnTo>
                  <a:pt x="840" y="2440"/>
                </a:lnTo>
                <a:lnTo>
                  <a:pt x="840" y="2439"/>
                </a:lnTo>
                <a:lnTo>
                  <a:pt x="839" y="2439"/>
                </a:lnTo>
                <a:lnTo>
                  <a:pt x="838" y="2439"/>
                </a:lnTo>
                <a:lnTo>
                  <a:pt x="837" y="2439"/>
                </a:lnTo>
                <a:lnTo>
                  <a:pt x="837" y="2438"/>
                </a:lnTo>
                <a:lnTo>
                  <a:pt x="836" y="2438"/>
                </a:lnTo>
                <a:lnTo>
                  <a:pt x="835" y="2438"/>
                </a:lnTo>
                <a:lnTo>
                  <a:pt x="835" y="2436"/>
                </a:lnTo>
                <a:lnTo>
                  <a:pt x="835" y="2435"/>
                </a:lnTo>
                <a:lnTo>
                  <a:pt x="834" y="2435"/>
                </a:lnTo>
                <a:lnTo>
                  <a:pt x="834" y="2434"/>
                </a:lnTo>
                <a:lnTo>
                  <a:pt x="833" y="2434"/>
                </a:lnTo>
                <a:lnTo>
                  <a:pt x="832" y="2434"/>
                </a:lnTo>
                <a:lnTo>
                  <a:pt x="831" y="2434"/>
                </a:lnTo>
                <a:lnTo>
                  <a:pt x="830" y="2434"/>
                </a:lnTo>
                <a:lnTo>
                  <a:pt x="829" y="2434"/>
                </a:lnTo>
                <a:lnTo>
                  <a:pt x="829" y="2435"/>
                </a:lnTo>
                <a:lnTo>
                  <a:pt x="829" y="2434"/>
                </a:lnTo>
                <a:lnTo>
                  <a:pt x="828" y="2434"/>
                </a:lnTo>
                <a:lnTo>
                  <a:pt x="828" y="2433"/>
                </a:lnTo>
                <a:lnTo>
                  <a:pt x="829" y="2433"/>
                </a:lnTo>
                <a:lnTo>
                  <a:pt x="829" y="2432"/>
                </a:lnTo>
                <a:lnTo>
                  <a:pt x="829" y="2431"/>
                </a:lnTo>
                <a:lnTo>
                  <a:pt x="830" y="2431"/>
                </a:lnTo>
                <a:lnTo>
                  <a:pt x="830" y="2432"/>
                </a:lnTo>
                <a:lnTo>
                  <a:pt x="830" y="2431"/>
                </a:lnTo>
                <a:lnTo>
                  <a:pt x="831" y="2431"/>
                </a:lnTo>
                <a:lnTo>
                  <a:pt x="832" y="2431"/>
                </a:lnTo>
                <a:lnTo>
                  <a:pt x="832" y="2430"/>
                </a:lnTo>
                <a:lnTo>
                  <a:pt x="833" y="2430"/>
                </a:lnTo>
                <a:lnTo>
                  <a:pt x="833" y="2429"/>
                </a:lnTo>
                <a:lnTo>
                  <a:pt x="832" y="2429"/>
                </a:lnTo>
                <a:lnTo>
                  <a:pt x="832" y="2428"/>
                </a:lnTo>
                <a:lnTo>
                  <a:pt x="832" y="2427"/>
                </a:lnTo>
                <a:lnTo>
                  <a:pt x="831" y="2427"/>
                </a:lnTo>
                <a:lnTo>
                  <a:pt x="830" y="2427"/>
                </a:lnTo>
                <a:lnTo>
                  <a:pt x="830" y="2426"/>
                </a:lnTo>
                <a:lnTo>
                  <a:pt x="830" y="2425"/>
                </a:lnTo>
                <a:lnTo>
                  <a:pt x="829" y="2425"/>
                </a:lnTo>
                <a:lnTo>
                  <a:pt x="828" y="2425"/>
                </a:lnTo>
                <a:lnTo>
                  <a:pt x="828" y="2426"/>
                </a:lnTo>
                <a:lnTo>
                  <a:pt x="827" y="2426"/>
                </a:lnTo>
                <a:lnTo>
                  <a:pt x="826" y="2426"/>
                </a:lnTo>
                <a:lnTo>
                  <a:pt x="826" y="2427"/>
                </a:lnTo>
                <a:lnTo>
                  <a:pt x="825" y="2427"/>
                </a:lnTo>
                <a:lnTo>
                  <a:pt x="824" y="2427"/>
                </a:lnTo>
                <a:lnTo>
                  <a:pt x="823" y="2427"/>
                </a:lnTo>
                <a:lnTo>
                  <a:pt x="822" y="2427"/>
                </a:lnTo>
                <a:lnTo>
                  <a:pt x="822" y="2426"/>
                </a:lnTo>
                <a:lnTo>
                  <a:pt x="823" y="2426"/>
                </a:lnTo>
                <a:lnTo>
                  <a:pt x="823" y="2425"/>
                </a:lnTo>
                <a:lnTo>
                  <a:pt x="824" y="2425"/>
                </a:lnTo>
                <a:lnTo>
                  <a:pt x="824" y="2424"/>
                </a:lnTo>
                <a:lnTo>
                  <a:pt x="824" y="2423"/>
                </a:lnTo>
                <a:lnTo>
                  <a:pt x="823" y="2423"/>
                </a:lnTo>
                <a:lnTo>
                  <a:pt x="822" y="2423"/>
                </a:lnTo>
                <a:lnTo>
                  <a:pt x="822" y="2422"/>
                </a:lnTo>
                <a:lnTo>
                  <a:pt x="821" y="2422"/>
                </a:lnTo>
                <a:lnTo>
                  <a:pt x="821" y="2421"/>
                </a:lnTo>
                <a:lnTo>
                  <a:pt x="820" y="2421"/>
                </a:lnTo>
                <a:lnTo>
                  <a:pt x="820" y="2420"/>
                </a:lnTo>
                <a:lnTo>
                  <a:pt x="819" y="2420"/>
                </a:lnTo>
                <a:lnTo>
                  <a:pt x="819" y="2419"/>
                </a:lnTo>
                <a:lnTo>
                  <a:pt x="819" y="2418"/>
                </a:lnTo>
                <a:lnTo>
                  <a:pt x="818" y="2418"/>
                </a:lnTo>
                <a:lnTo>
                  <a:pt x="818" y="2417"/>
                </a:lnTo>
                <a:lnTo>
                  <a:pt x="817" y="2417"/>
                </a:lnTo>
                <a:lnTo>
                  <a:pt x="817" y="2416"/>
                </a:lnTo>
                <a:lnTo>
                  <a:pt x="817" y="2415"/>
                </a:lnTo>
                <a:lnTo>
                  <a:pt x="816" y="2415"/>
                </a:lnTo>
                <a:lnTo>
                  <a:pt x="816" y="2414"/>
                </a:lnTo>
                <a:lnTo>
                  <a:pt x="815" y="2414"/>
                </a:lnTo>
                <a:lnTo>
                  <a:pt x="815" y="2413"/>
                </a:lnTo>
                <a:lnTo>
                  <a:pt x="814" y="2413"/>
                </a:lnTo>
                <a:lnTo>
                  <a:pt x="814" y="2414"/>
                </a:lnTo>
                <a:lnTo>
                  <a:pt x="813" y="2414"/>
                </a:lnTo>
                <a:lnTo>
                  <a:pt x="813" y="2415"/>
                </a:lnTo>
                <a:lnTo>
                  <a:pt x="812" y="2415"/>
                </a:lnTo>
                <a:lnTo>
                  <a:pt x="812" y="2416"/>
                </a:lnTo>
                <a:lnTo>
                  <a:pt x="811" y="2416"/>
                </a:lnTo>
                <a:lnTo>
                  <a:pt x="811" y="2415"/>
                </a:lnTo>
                <a:lnTo>
                  <a:pt x="810" y="2415"/>
                </a:lnTo>
                <a:lnTo>
                  <a:pt x="810" y="2414"/>
                </a:lnTo>
                <a:lnTo>
                  <a:pt x="809" y="2414"/>
                </a:lnTo>
                <a:lnTo>
                  <a:pt x="809" y="2413"/>
                </a:lnTo>
                <a:lnTo>
                  <a:pt x="808" y="2413"/>
                </a:lnTo>
                <a:lnTo>
                  <a:pt x="808" y="2412"/>
                </a:lnTo>
                <a:lnTo>
                  <a:pt x="808" y="2413"/>
                </a:lnTo>
                <a:lnTo>
                  <a:pt x="807" y="2413"/>
                </a:lnTo>
                <a:lnTo>
                  <a:pt x="807" y="2412"/>
                </a:lnTo>
                <a:lnTo>
                  <a:pt x="806" y="2412"/>
                </a:lnTo>
                <a:lnTo>
                  <a:pt x="806" y="2411"/>
                </a:lnTo>
                <a:lnTo>
                  <a:pt x="805" y="2411"/>
                </a:lnTo>
                <a:lnTo>
                  <a:pt x="804" y="2411"/>
                </a:lnTo>
                <a:lnTo>
                  <a:pt x="804" y="2410"/>
                </a:lnTo>
                <a:lnTo>
                  <a:pt x="804" y="2409"/>
                </a:lnTo>
                <a:lnTo>
                  <a:pt x="803" y="2409"/>
                </a:lnTo>
                <a:lnTo>
                  <a:pt x="802" y="2409"/>
                </a:lnTo>
                <a:lnTo>
                  <a:pt x="802" y="2408"/>
                </a:lnTo>
                <a:lnTo>
                  <a:pt x="801" y="2408"/>
                </a:lnTo>
                <a:lnTo>
                  <a:pt x="801" y="2407"/>
                </a:lnTo>
                <a:lnTo>
                  <a:pt x="800" y="2407"/>
                </a:lnTo>
                <a:lnTo>
                  <a:pt x="800" y="2408"/>
                </a:lnTo>
                <a:lnTo>
                  <a:pt x="800" y="2409"/>
                </a:lnTo>
                <a:lnTo>
                  <a:pt x="799" y="2409"/>
                </a:lnTo>
                <a:lnTo>
                  <a:pt x="799" y="2408"/>
                </a:lnTo>
                <a:lnTo>
                  <a:pt x="798" y="2408"/>
                </a:lnTo>
                <a:lnTo>
                  <a:pt x="797" y="2407"/>
                </a:lnTo>
                <a:lnTo>
                  <a:pt x="797" y="2406"/>
                </a:lnTo>
                <a:lnTo>
                  <a:pt x="796" y="2406"/>
                </a:lnTo>
                <a:lnTo>
                  <a:pt x="796" y="2405"/>
                </a:lnTo>
                <a:lnTo>
                  <a:pt x="795" y="2405"/>
                </a:lnTo>
                <a:lnTo>
                  <a:pt x="795" y="2406"/>
                </a:lnTo>
                <a:lnTo>
                  <a:pt x="794" y="2406"/>
                </a:lnTo>
                <a:lnTo>
                  <a:pt x="793" y="2406"/>
                </a:lnTo>
                <a:lnTo>
                  <a:pt x="792" y="2406"/>
                </a:lnTo>
                <a:lnTo>
                  <a:pt x="792" y="2405"/>
                </a:lnTo>
                <a:lnTo>
                  <a:pt x="792" y="2404"/>
                </a:lnTo>
                <a:lnTo>
                  <a:pt x="791" y="2404"/>
                </a:lnTo>
                <a:lnTo>
                  <a:pt x="790" y="2404"/>
                </a:lnTo>
                <a:lnTo>
                  <a:pt x="790" y="2403"/>
                </a:lnTo>
                <a:lnTo>
                  <a:pt x="789" y="2403"/>
                </a:lnTo>
                <a:lnTo>
                  <a:pt x="788" y="2402"/>
                </a:lnTo>
                <a:lnTo>
                  <a:pt x="788" y="2403"/>
                </a:lnTo>
                <a:lnTo>
                  <a:pt x="787" y="2403"/>
                </a:lnTo>
                <a:lnTo>
                  <a:pt x="787" y="2404"/>
                </a:lnTo>
                <a:lnTo>
                  <a:pt x="787" y="2403"/>
                </a:lnTo>
                <a:lnTo>
                  <a:pt x="786" y="2403"/>
                </a:lnTo>
                <a:lnTo>
                  <a:pt x="785" y="2403"/>
                </a:lnTo>
                <a:lnTo>
                  <a:pt x="785" y="2404"/>
                </a:lnTo>
                <a:lnTo>
                  <a:pt x="785" y="2403"/>
                </a:lnTo>
                <a:lnTo>
                  <a:pt x="784" y="2403"/>
                </a:lnTo>
                <a:lnTo>
                  <a:pt x="783" y="2403"/>
                </a:lnTo>
                <a:lnTo>
                  <a:pt x="782" y="2403"/>
                </a:lnTo>
                <a:lnTo>
                  <a:pt x="782" y="2404"/>
                </a:lnTo>
                <a:lnTo>
                  <a:pt x="782" y="2403"/>
                </a:lnTo>
                <a:lnTo>
                  <a:pt x="781" y="2403"/>
                </a:lnTo>
                <a:lnTo>
                  <a:pt x="781" y="2402"/>
                </a:lnTo>
                <a:lnTo>
                  <a:pt x="781" y="2401"/>
                </a:lnTo>
                <a:lnTo>
                  <a:pt x="782" y="2401"/>
                </a:lnTo>
                <a:lnTo>
                  <a:pt x="783" y="2401"/>
                </a:lnTo>
                <a:lnTo>
                  <a:pt x="783" y="2400"/>
                </a:lnTo>
                <a:lnTo>
                  <a:pt x="782" y="2400"/>
                </a:lnTo>
                <a:lnTo>
                  <a:pt x="783" y="2400"/>
                </a:lnTo>
                <a:lnTo>
                  <a:pt x="783" y="2399"/>
                </a:lnTo>
                <a:lnTo>
                  <a:pt x="783" y="2398"/>
                </a:lnTo>
                <a:lnTo>
                  <a:pt x="782" y="2398"/>
                </a:lnTo>
                <a:lnTo>
                  <a:pt x="782" y="2397"/>
                </a:lnTo>
                <a:lnTo>
                  <a:pt x="783" y="2397"/>
                </a:lnTo>
                <a:lnTo>
                  <a:pt x="784" y="2397"/>
                </a:lnTo>
                <a:lnTo>
                  <a:pt x="784" y="2396"/>
                </a:lnTo>
                <a:lnTo>
                  <a:pt x="784" y="2395"/>
                </a:lnTo>
                <a:lnTo>
                  <a:pt x="785" y="2395"/>
                </a:lnTo>
                <a:lnTo>
                  <a:pt x="785" y="2394"/>
                </a:lnTo>
                <a:lnTo>
                  <a:pt x="784" y="2394"/>
                </a:lnTo>
                <a:lnTo>
                  <a:pt x="783" y="2394"/>
                </a:lnTo>
                <a:lnTo>
                  <a:pt x="783" y="2393"/>
                </a:lnTo>
                <a:lnTo>
                  <a:pt x="783" y="2392"/>
                </a:lnTo>
                <a:lnTo>
                  <a:pt x="783" y="2391"/>
                </a:lnTo>
                <a:lnTo>
                  <a:pt x="782" y="2391"/>
                </a:lnTo>
                <a:lnTo>
                  <a:pt x="781" y="2391"/>
                </a:lnTo>
                <a:lnTo>
                  <a:pt x="780" y="2391"/>
                </a:lnTo>
                <a:lnTo>
                  <a:pt x="780" y="2390"/>
                </a:lnTo>
                <a:lnTo>
                  <a:pt x="779" y="2390"/>
                </a:lnTo>
                <a:lnTo>
                  <a:pt x="779" y="2389"/>
                </a:lnTo>
                <a:lnTo>
                  <a:pt x="778" y="2389"/>
                </a:lnTo>
                <a:lnTo>
                  <a:pt x="778" y="2388"/>
                </a:lnTo>
                <a:lnTo>
                  <a:pt x="778" y="2387"/>
                </a:lnTo>
                <a:lnTo>
                  <a:pt x="776" y="2387"/>
                </a:lnTo>
                <a:lnTo>
                  <a:pt x="776" y="2386"/>
                </a:lnTo>
                <a:lnTo>
                  <a:pt x="775" y="2386"/>
                </a:lnTo>
                <a:lnTo>
                  <a:pt x="776" y="2386"/>
                </a:lnTo>
                <a:lnTo>
                  <a:pt x="776" y="2385"/>
                </a:lnTo>
                <a:lnTo>
                  <a:pt x="776" y="2384"/>
                </a:lnTo>
                <a:lnTo>
                  <a:pt x="777" y="2384"/>
                </a:lnTo>
                <a:lnTo>
                  <a:pt x="777" y="2383"/>
                </a:lnTo>
                <a:lnTo>
                  <a:pt x="777" y="2382"/>
                </a:lnTo>
                <a:lnTo>
                  <a:pt x="776" y="2382"/>
                </a:lnTo>
                <a:lnTo>
                  <a:pt x="776" y="2381"/>
                </a:lnTo>
                <a:lnTo>
                  <a:pt x="777" y="2381"/>
                </a:lnTo>
                <a:lnTo>
                  <a:pt x="777" y="2380"/>
                </a:lnTo>
                <a:lnTo>
                  <a:pt x="778" y="2379"/>
                </a:lnTo>
                <a:lnTo>
                  <a:pt x="777" y="2379"/>
                </a:lnTo>
                <a:lnTo>
                  <a:pt x="777" y="2378"/>
                </a:lnTo>
                <a:lnTo>
                  <a:pt x="777" y="2377"/>
                </a:lnTo>
                <a:lnTo>
                  <a:pt x="776" y="2377"/>
                </a:lnTo>
                <a:lnTo>
                  <a:pt x="776" y="2376"/>
                </a:lnTo>
                <a:lnTo>
                  <a:pt x="776" y="2375"/>
                </a:lnTo>
                <a:lnTo>
                  <a:pt x="775" y="2375"/>
                </a:lnTo>
                <a:lnTo>
                  <a:pt x="775" y="2374"/>
                </a:lnTo>
                <a:lnTo>
                  <a:pt x="774" y="2374"/>
                </a:lnTo>
                <a:lnTo>
                  <a:pt x="774" y="2373"/>
                </a:lnTo>
                <a:lnTo>
                  <a:pt x="773" y="2373"/>
                </a:lnTo>
                <a:lnTo>
                  <a:pt x="773" y="2374"/>
                </a:lnTo>
                <a:lnTo>
                  <a:pt x="772" y="2374"/>
                </a:lnTo>
                <a:lnTo>
                  <a:pt x="772" y="2375"/>
                </a:lnTo>
                <a:lnTo>
                  <a:pt x="771" y="2375"/>
                </a:lnTo>
                <a:lnTo>
                  <a:pt x="771" y="2376"/>
                </a:lnTo>
                <a:lnTo>
                  <a:pt x="770" y="2376"/>
                </a:lnTo>
                <a:lnTo>
                  <a:pt x="770" y="2375"/>
                </a:lnTo>
                <a:lnTo>
                  <a:pt x="769" y="2375"/>
                </a:lnTo>
                <a:lnTo>
                  <a:pt x="769" y="2376"/>
                </a:lnTo>
                <a:lnTo>
                  <a:pt x="769" y="2375"/>
                </a:lnTo>
                <a:lnTo>
                  <a:pt x="768" y="2375"/>
                </a:lnTo>
                <a:lnTo>
                  <a:pt x="767" y="2375"/>
                </a:lnTo>
                <a:lnTo>
                  <a:pt x="767" y="2377"/>
                </a:lnTo>
                <a:lnTo>
                  <a:pt x="767" y="2376"/>
                </a:lnTo>
                <a:lnTo>
                  <a:pt x="767" y="2377"/>
                </a:lnTo>
                <a:lnTo>
                  <a:pt x="766" y="2377"/>
                </a:lnTo>
                <a:lnTo>
                  <a:pt x="765" y="2377"/>
                </a:lnTo>
                <a:lnTo>
                  <a:pt x="764" y="2377"/>
                </a:lnTo>
                <a:lnTo>
                  <a:pt x="764" y="2376"/>
                </a:lnTo>
                <a:lnTo>
                  <a:pt x="763" y="2376"/>
                </a:lnTo>
                <a:lnTo>
                  <a:pt x="763" y="2375"/>
                </a:lnTo>
                <a:lnTo>
                  <a:pt x="763" y="2376"/>
                </a:lnTo>
                <a:lnTo>
                  <a:pt x="763" y="2375"/>
                </a:lnTo>
                <a:lnTo>
                  <a:pt x="762" y="2375"/>
                </a:lnTo>
                <a:lnTo>
                  <a:pt x="763" y="2375"/>
                </a:lnTo>
                <a:lnTo>
                  <a:pt x="763" y="2374"/>
                </a:lnTo>
                <a:lnTo>
                  <a:pt x="762" y="2374"/>
                </a:lnTo>
                <a:lnTo>
                  <a:pt x="761" y="2374"/>
                </a:lnTo>
                <a:lnTo>
                  <a:pt x="761" y="2375"/>
                </a:lnTo>
                <a:lnTo>
                  <a:pt x="760" y="2375"/>
                </a:lnTo>
                <a:lnTo>
                  <a:pt x="759" y="2375"/>
                </a:lnTo>
                <a:lnTo>
                  <a:pt x="759" y="2374"/>
                </a:lnTo>
                <a:lnTo>
                  <a:pt x="758" y="2374"/>
                </a:lnTo>
                <a:lnTo>
                  <a:pt x="757" y="2374"/>
                </a:lnTo>
                <a:lnTo>
                  <a:pt x="756" y="2374"/>
                </a:lnTo>
                <a:lnTo>
                  <a:pt x="756" y="2373"/>
                </a:lnTo>
                <a:lnTo>
                  <a:pt x="755" y="2373"/>
                </a:lnTo>
                <a:lnTo>
                  <a:pt x="755" y="2372"/>
                </a:lnTo>
                <a:lnTo>
                  <a:pt x="754" y="2372"/>
                </a:lnTo>
                <a:lnTo>
                  <a:pt x="754" y="2371"/>
                </a:lnTo>
                <a:lnTo>
                  <a:pt x="753" y="2371"/>
                </a:lnTo>
                <a:lnTo>
                  <a:pt x="753" y="2372"/>
                </a:lnTo>
                <a:lnTo>
                  <a:pt x="752" y="2372"/>
                </a:lnTo>
                <a:lnTo>
                  <a:pt x="750" y="2372"/>
                </a:lnTo>
                <a:lnTo>
                  <a:pt x="750" y="2371"/>
                </a:lnTo>
                <a:lnTo>
                  <a:pt x="749" y="2371"/>
                </a:lnTo>
                <a:lnTo>
                  <a:pt x="748" y="2371"/>
                </a:lnTo>
                <a:lnTo>
                  <a:pt x="747" y="2371"/>
                </a:lnTo>
                <a:lnTo>
                  <a:pt x="746" y="2371"/>
                </a:lnTo>
                <a:lnTo>
                  <a:pt x="745" y="2371"/>
                </a:lnTo>
                <a:lnTo>
                  <a:pt x="744" y="2371"/>
                </a:lnTo>
                <a:lnTo>
                  <a:pt x="744" y="2370"/>
                </a:lnTo>
                <a:lnTo>
                  <a:pt x="743" y="2370"/>
                </a:lnTo>
                <a:lnTo>
                  <a:pt x="742" y="2370"/>
                </a:lnTo>
                <a:lnTo>
                  <a:pt x="742" y="2369"/>
                </a:lnTo>
                <a:lnTo>
                  <a:pt x="742" y="2368"/>
                </a:lnTo>
                <a:lnTo>
                  <a:pt x="741" y="2368"/>
                </a:lnTo>
                <a:lnTo>
                  <a:pt x="740" y="2368"/>
                </a:lnTo>
                <a:lnTo>
                  <a:pt x="740" y="2367"/>
                </a:lnTo>
                <a:lnTo>
                  <a:pt x="739" y="2367"/>
                </a:lnTo>
                <a:lnTo>
                  <a:pt x="738" y="2367"/>
                </a:lnTo>
                <a:lnTo>
                  <a:pt x="737" y="2367"/>
                </a:lnTo>
                <a:lnTo>
                  <a:pt x="737" y="2366"/>
                </a:lnTo>
                <a:lnTo>
                  <a:pt x="736" y="2366"/>
                </a:lnTo>
                <a:lnTo>
                  <a:pt x="735" y="2366"/>
                </a:lnTo>
                <a:lnTo>
                  <a:pt x="735" y="2365"/>
                </a:lnTo>
                <a:lnTo>
                  <a:pt x="734" y="2365"/>
                </a:lnTo>
                <a:lnTo>
                  <a:pt x="733" y="2365"/>
                </a:lnTo>
                <a:lnTo>
                  <a:pt x="732" y="2365"/>
                </a:lnTo>
                <a:lnTo>
                  <a:pt x="732" y="2364"/>
                </a:lnTo>
                <a:lnTo>
                  <a:pt x="732" y="2365"/>
                </a:lnTo>
                <a:lnTo>
                  <a:pt x="732" y="2366"/>
                </a:lnTo>
                <a:lnTo>
                  <a:pt x="732" y="2367"/>
                </a:lnTo>
                <a:lnTo>
                  <a:pt x="732" y="2368"/>
                </a:lnTo>
                <a:lnTo>
                  <a:pt x="731" y="2368"/>
                </a:lnTo>
                <a:lnTo>
                  <a:pt x="730" y="2368"/>
                </a:lnTo>
                <a:lnTo>
                  <a:pt x="729" y="2368"/>
                </a:lnTo>
                <a:lnTo>
                  <a:pt x="729" y="2367"/>
                </a:lnTo>
                <a:lnTo>
                  <a:pt x="728" y="2367"/>
                </a:lnTo>
                <a:lnTo>
                  <a:pt x="728" y="2366"/>
                </a:lnTo>
                <a:lnTo>
                  <a:pt x="727" y="2366"/>
                </a:lnTo>
                <a:lnTo>
                  <a:pt x="727" y="2367"/>
                </a:lnTo>
                <a:lnTo>
                  <a:pt x="726" y="2367"/>
                </a:lnTo>
                <a:lnTo>
                  <a:pt x="726" y="2368"/>
                </a:lnTo>
                <a:lnTo>
                  <a:pt x="727" y="2368"/>
                </a:lnTo>
                <a:lnTo>
                  <a:pt x="727" y="2369"/>
                </a:lnTo>
                <a:lnTo>
                  <a:pt x="726" y="2369"/>
                </a:lnTo>
                <a:lnTo>
                  <a:pt x="726" y="2371"/>
                </a:lnTo>
                <a:lnTo>
                  <a:pt x="726" y="2372"/>
                </a:lnTo>
                <a:lnTo>
                  <a:pt x="725" y="2372"/>
                </a:lnTo>
                <a:lnTo>
                  <a:pt x="724" y="2372"/>
                </a:lnTo>
                <a:lnTo>
                  <a:pt x="723" y="2372"/>
                </a:lnTo>
                <a:lnTo>
                  <a:pt x="723" y="2371"/>
                </a:lnTo>
                <a:lnTo>
                  <a:pt x="722" y="2371"/>
                </a:lnTo>
                <a:lnTo>
                  <a:pt x="721" y="2371"/>
                </a:lnTo>
                <a:lnTo>
                  <a:pt x="720" y="2371"/>
                </a:lnTo>
                <a:lnTo>
                  <a:pt x="719" y="2371"/>
                </a:lnTo>
                <a:lnTo>
                  <a:pt x="719" y="2370"/>
                </a:lnTo>
                <a:lnTo>
                  <a:pt x="719" y="2369"/>
                </a:lnTo>
                <a:lnTo>
                  <a:pt x="718" y="2369"/>
                </a:lnTo>
                <a:lnTo>
                  <a:pt x="717" y="2369"/>
                </a:lnTo>
                <a:lnTo>
                  <a:pt x="717" y="2368"/>
                </a:lnTo>
                <a:lnTo>
                  <a:pt x="716" y="2368"/>
                </a:lnTo>
                <a:lnTo>
                  <a:pt x="716" y="2367"/>
                </a:lnTo>
                <a:lnTo>
                  <a:pt x="716" y="2368"/>
                </a:lnTo>
                <a:lnTo>
                  <a:pt x="715" y="2368"/>
                </a:lnTo>
                <a:lnTo>
                  <a:pt x="715" y="2367"/>
                </a:lnTo>
                <a:lnTo>
                  <a:pt x="713" y="2367"/>
                </a:lnTo>
                <a:lnTo>
                  <a:pt x="713" y="2368"/>
                </a:lnTo>
                <a:lnTo>
                  <a:pt x="713" y="2369"/>
                </a:lnTo>
                <a:lnTo>
                  <a:pt x="712" y="2369"/>
                </a:lnTo>
                <a:lnTo>
                  <a:pt x="712" y="2370"/>
                </a:lnTo>
                <a:lnTo>
                  <a:pt x="713" y="2370"/>
                </a:lnTo>
                <a:lnTo>
                  <a:pt x="714" y="2370"/>
                </a:lnTo>
                <a:lnTo>
                  <a:pt x="714" y="2371"/>
                </a:lnTo>
                <a:lnTo>
                  <a:pt x="715" y="2371"/>
                </a:lnTo>
                <a:lnTo>
                  <a:pt x="714" y="2371"/>
                </a:lnTo>
                <a:lnTo>
                  <a:pt x="714" y="2372"/>
                </a:lnTo>
                <a:lnTo>
                  <a:pt x="713" y="2372"/>
                </a:lnTo>
                <a:lnTo>
                  <a:pt x="712" y="2372"/>
                </a:lnTo>
                <a:lnTo>
                  <a:pt x="712" y="2373"/>
                </a:lnTo>
                <a:lnTo>
                  <a:pt x="712" y="2374"/>
                </a:lnTo>
                <a:lnTo>
                  <a:pt x="713" y="2374"/>
                </a:lnTo>
                <a:lnTo>
                  <a:pt x="713" y="2375"/>
                </a:lnTo>
                <a:lnTo>
                  <a:pt x="712" y="2375"/>
                </a:lnTo>
                <a:lnTo>
                  <a:pt x="713" y="2375"/>
                </a:lnTo>
                <a:lnTo>
                  <a:pt x="713" y="2376"/>
                </a:lnTo>
                <a:lnTo>
                  <a:pt x="712" y="2376"/>
                </a:lnTo>
                <a:lnTo>
                  <a:pt x="712" y="2377"/>
                </a:lnTo>
                <a:lnTo>
                  <a:pt x="713" y="2378"/>
                </a:lnTo>
                <a:lnTo>
                  <a:pt x="714" y="2378"/>
                </a:lnTo>
                <a:lnTo>
                  <a:pt x="714" y="2379"/>
                </a:lnTo>
                <a:lnTo>
                  <a:pt x="714" y="2380"/>
                </a:lnTo>
                <a:lnTo>
                  <a:pt x="713" y="2380"/>
                </a:lnTo>
                <a:lnTo>
                  <a:pt x="712" y="2380"/>
                </a:lnTo>
                <a:lnTo>
                  <a:pt x="712" y="2381"/>
                </a:lnTo>
                <a:lnTo>
                  <a:pt x="713" y="2381"/>
                </a:lnTo>
                <a:lnTo>
                  <a:pt x="712" y="2381"/>
                </a:lnTo>
                <a:lnTo>
                  <a:pt x="713" y="2381"/>
                </a:lnTo>
                <a:lnTo>
                  <a:pt x="714" y="2381"/>
                </a:lnTo>
                <a:lnTo>
                  <a:pt x="714" y="2382"/>
                </a:lnTo>
                <a:lnTo>
                  <a:pt x="713" y="2382"/>
                </a:lnTo>
                <a:lnTo>
                  <a:pt x="713" y="2383"/>
                </a:lnTo>
                <a:lnTo>
                  <a:pt x="713" y="2384"/>
                </a:lnTo>
                <a:lnTo>
                  <a:pt x="712" y="2384"/>
                </a:lnTo>
                <a:lnTo>
                  <a:pt x="712" y="2385"/>
                </a:lnTo>
                <a:lnTo>
                  <a:pt x="711" y="2385"/>
                </a:lnTo>
                <a:lnTo>
                  <a:pt x="712" y="2385"/>
                </a:lnTo>
                <a:lnTo>
                  <a:pt x="712" y="2386"/>
                </a:lnTo>
                <a:lnTo>
                  <a:pt x="711" y="2386"/>
                </a:lnTo>
                <a:lnTo>
                  <a:pt x="711" y="2387"/>
                </a:lnTo>
                <a:lnTo>
                  <a:pt x="712" y="2387"/>
                </a:lnTo>
                <a:lnTo>
                  <a:pt x="712" y="2388"/>
                </a:lnTo>
                <a:lnTo>
                  <a:pt x="712" y="2389"/>
                </a:lnTo>
                <a:lnTo>
                  <a:pt x="711" y="2389"/>
                </a:lnTo>
                <a:lnTo>
                  <a:pt x="711" y="2390"/>
                </a:lnTo>
                <a:lnTo>
                  <a:pt x="710" y="2390"/>
                </a:lnTo>
                <a:lnTo>
                  <a:pt x="710" y="2391"/>
                </a:lnTo>
                <a:lnTo>
                  <a:pt x="709" y="2391"/>
                </a:lnTo>
                <a:lnTo>
                  <a:pt x="709" y="2392"/>
                </a:lnTo>
                <a:lnTo>
                  <a:pt x="708" y="2392"/>
                </a:lnTo>
                <a:lnTo>
                  <a:pt x="707" y="2392"/>
                </a:lnTo>
                <a:lnTo>
                  <a:pt x="707" y="2393"/>
                </a:lnTo>
                <a:lnTo>
                  <a:pt x="706" y="2394"/>
                </a:lnTo>
                <a:lnTo>
                  <a:pt x="706" y="2395"/>
                </a:lnTo>
                <a:lnTo>
                  <a:pt x="705" y="2395"/>
                </a:lnTo>
                <a:lnTo>
                  <a:pt x="704" y="2394"/>
                </a:lnTo>
                <a:lnTo>
                  <a:pt x="703" y="2394"/>
                </a:lnTo>
                <a:lnTo>
                  <a:pt x="704" y="2394"/>
                </a:lnTo>
                <a:lnTo>
                  <a:pt x="703" y="2394"/>
                </a:lnTo>
                <a:lnTo>
                  <a:pt x="702" y="2394"/>
                </a:lnTo>
                <a:lnTo>
                  <a:pt x="701" y="2394"/>
                </a:lnTo>
                <a:lnTo>
                  <a:pt x="700" y="2394"/>
                </a:lnTo>
                <a:lnTo>
                  <a:pt x="700" y="2395"/>
                </a:lnTo>
                <a:lnTo>
                  <a:pt x="699" y="2395"/>
                </a:lnTo>
                <a:lnTo>
                  <a:pt x="699" y="2396"/>
                </a:lnTo>
                <a:lnTo>
                  <a:pt x="700" y="2396"/>
                </a:lnTo>
                <a:lnTo>
                  <a:pt x="700" y="2397"/>
                </a:lnTo>
                <a:lnTo>
                  <a:pt x="701" y="2397"/>
                </a:lnTo>
                <a:lnTo>
                  <a:pt x="701" y="2398"/>
                </a:lnTo>
                <a:lnTo>
                  <a:pt x="702" y="2398"/>
                </a:lnTo>
                <a:lnTo>
                  <a:pt x="702" y="2399"/>
                </a:lnTo>
                <a:lnTo>
                  <a:pt x="702" y="2400"/>
                </a:lnTo>
                <a:lnTo>
                  <a:pt x="702" y="2401"/>
                </a:lnTo>
                <a:lnTo>
                  <a:pt x="702" y="2402"/>
                </a:lnTo>
                <a:lnTo>
                  <a:pt x="702" y="2403"/>
                </a:lnTo>
                <a:lnTo>
                  <a:pt x="702" y="2404"/>
                </a:lnTo>
                <a:lnTo>
                  <a:pt x="701" y="2404"/>
                </a:lnTo>
                <a:lnTo>
                  <a:pt x="701" y="2405"/>
                </a:lnTo>
                <a:lnTo>
                  <a:pt x="701" y="2406"/>
                </a:lnTo>
                <a:lnTo>
                  <a:pt x="700" y="2406"/>
                </a:lnTo>
                <a:lnTo>
                  <a:pt x="699" y="2406"/>
                </a:lnTo>
                <a:lnTo>
                  <a:pt x="698" y="2407"/>
                </a:lnTo>
                <a:lnTo>
                  <a:pt x="699" y="2408"/>
                </a:lnTo>
                <a:lnTo>
                  <a:pt x="699" y="2409"/>
                </a:lnTo>
                <a:lnTo>
                  <a:pt x="698" y="2409"/>
                </a:lnTo>
                <a:lnTo>
                  <a:pt x="697" y="2409"/>
                </a:lnTo>
                <a:lnTo>
                  <a:pt x="697" y="2410"/>
                </a:lnTo>
                <a:lnTo>
                  <a:pt x="696" y="2410"/>
                </a:lnTo>
                <a:lnTo>
                  <a:pt x="696" y="2409"/>
                </a:lnTo>
                <a:lnTo>
                  <a:pt x="695" y="2409"/>
                </a:lnTo>
                <a:lnTo>
                  <a:pt x="695" y="2408"/>
                </a:lnTo>
                <a:lnTo>
                  <a:pt x="694" y="2408"/>
                </a:lnTo>
                <a:lnTo>
                  <a:pt x="693" y="2408"/>
                </a:lnTo>
                <a:lnTo>
                  <a:pt x="693" y="2409"/>
                </a:lnTo>
                <a:lnTo>
                  <a:pt x="692" y="2409"/>
                </a:lnTo>
                <a:lnTo>
                  <a:pt x="691" y="2409"/>
                </a:lnTo>
                <a:lnTo>
                  <a:pt x="690" y="2409"/>
                </a:lnTo>
                <a:lnTo>
                  <a:pt x="689" y="2409"/>
                </a:lnTo>
                <a:lnTo>
                  <a:pt x="688" y="2409"/>
                </a:lnTo>
                <a:lnTo>
                  <a:pt x="688" y="2408"/>
                </a:lnTo>
                <a:lnTo>
                  <a:pt x="687" y="2408"/>
                </a:lnTo>
                <a:lnTo>
                  <a:pt x="687" y="2407"/>
                </a:lnTo>
                <a:lnTo>
                  <a:pt x="686" y="2407"/>
                </a:lnTo>
                <a:lnTo>
                  <a:pt x="686" y="2406"/>
                </a:lnTo>
                <a:lnTo>
                  <a:pt x="685" y="2406"/>
                </a:lnTo>
                <a:lnTo>
                  <a:pt x="685" y="2405"/>
                </a:lnTo>
                <a:lnTo>
                  <a:pt x="684" y="2405"/>
                </a:lnTo>
                <a:lnTo>
                  <a:pt x="685" y="2405"/>
                </a:lnTo>
                <a:lnTo>
                  <a:pt x="685" y="2404"/>
                </a:lnTo>
                <a:lnTo>
                  <a:pt x="685" y="2403"/>
                </a:lnTo>
                <a:lnTo>
                  <a:pt x="685" y="2402"/>
                </a:lnTo>
                <a:lnTo>
                  <a:pt x="686" y="2402"/>
                </a:lnTo>
                <a:lnTo>
                  <a:pt x="686" y="2401"/>
                </a:lnTo>
                <a:lnTo>
                  <a:pt x="685" y="2401"/>
                </a:lnTo>
                <a:lnTo>
                  <a:pt x="685" y="2400"/>
                </a:lnTo>
                <a:lnTo>
                  <a:pt x="684" y="2400"/>
                </a:lnTo>
                <a:lnTo>
                  <a:pt x="683" y="2400"/>
                </a:lnTo>
                <a:lnTo>
                  <a:pt x="684" y="2400"/>
                </a:lnTo>
                <a:lnTo>
                  <a:pt x="684" y="2399"/>
                </a:lnTo>
                <a:lnTo>
                  <a:pt x="684" y="2398"/>
                </a:lnTo>
                <a:lnTo>
                  <a:pt x="683" y="2398"/>
                </a:lnTo>
                <a:lnTo>
                  <a:pt x="683" y="2397"/>
                </a:lnTo>
                <a:lnTo>
                  <a:pt x="684" y="2397"/>
                </a:lnTo>
                <a:lnTo>
                  <a:pt x="684" y="2395"/>
                </a:lnTo>
                <a:lnTo>
                  <a:pt x="683" y="2395"/>
                </a:lnTo>
                <a:lnTo>
                  <a:pt x="683" y="2394"/>
                </a:lnTo>
                <a:lnTo>
                  <a:pt x="682" y="2394"/>
                </a:lnTo>
                <a:lnTo>
                  <a:pt x="682" y="2393"/>
                </a:lnTo>
                <a:lnTo>
                  <a:pt x="681" y="2393"/>
                </a:lnTo>
                <a:lnTo>
                  <a:pt x="681" y="2392"/>
                </a:lnTo>
                <a:lnTo>
                  <a:pt x="680" y="2392"/>
                </a:lnTo>
                <a:lnTo>
                  <a:pt x="680" y="2391"/>
                </a:lnTo>
                <a:lnTo>
                  <a:pt x="680" y="2390"/>
                </a:lnTo>
                <a:lnTo>
                  <a:pt x="679" y="2390"/>
                </a:lnTo>
                <a:lnTo>
                  <a:pt x="680" y="2390"/>
                </a:lnTo>
                <a:lnTo>
                  <a:pt x="680" y="2389"/>
                </a:lnTo>
                <a:lnTo>
                  <a:pt x="680" y="2388"/>
                </a:lnTo>
                <a:lnTo>
                  <a:pt x="679" y="2388"/>
                </a:lnTo>
                <a:lnTo>
                  <a:pt x="679" y="2387"/>
                </a:lnTo>
                <a:lnTo>
                  <a:pt x="678" y="2387"/>
                </a:lnTo>
                <a:lnTo>
                  <a:pt x="679" y="2387"/>
                </a:lnTo>
                <a:lnTo>
                  <a:pt x="679" y="2386"/>
                </a:lnTo>
                <a:lnTo>
                  <a:pt x="679" y="2385"/>
                </a:lnTo>
                <a:lnTo>
                  <a:pt x="678" y="2385"/>
                </a:lnTo>
                <a:lnTo>
                  <a:pt x="678" y="2384"/>
                </a:lnTo>
                <a:lnTo>
                  <a:pt x="677" y="2384"/>
                </a:lnTo>
                <a:lnTo>
                  <a:pt x="677" y="2383"/>
                </a:lnTo>
                <a:lnTo>
                  <a:pt x="676" y="2383"/>
                </a:lnTo>
                <a:lnTo>
                  <a:pt x="675" y="2383"/>
                </a:lnTo>
                <a:lnTo>
                  <a:pt x="674" y="2383"/>
                </a:lnTo>
                <a:lnTo>
                  <a:pt x="673" y="2383"/>
                </a:lnTo>
                <a:lnTo>
                  <a:pt x="672" y="2383"/>
                </a:lnTo>
                <a:lnTo>
                  <a:pt x="671" y="2383"/>
                </a:lnTo>
                <a:lnTo>
                  <a:pt x="670" y="2383"/>
                </a:lnTo>
                <a:lnTo>
                  <a:pt x="670" y="2382"/>
                </a:lnTo>
                <a:lnTo>
                  <a:pt x="670" y="2381"/>
                </a:lnTo>
                <a:lnTo>
                  <a:pt x="669" y="2381"/>
                </a:lnTo>
                <a:lnTo>
                  <a:pt x="668" y="2381"/>
                </a:lnTo>
                <a:lnTo>
                  <a:pt x="668" y="2380"/>
                </a:lnTo>
                <a:lnTo>
                  <a:pt x="668" y="2379"/>
                </a:lnTo>
                <a:lnTo>
                  <a:pt x="667" y="2379"/>
                </a:lnTo>
                <a:lnTo>
                  <a:pt x="666" y="2379"/>
                </a:lnTo>
                <a:lnTo>
                  <a:pt x="666" y="2380"/>
                </a:lnTo>
                <a:lnTo>
                  <a:pt x="666" y="2379"/>
                </a:lnTo>
                <a:lnTo>
                  <a:pt x="665" y="2379"/>
                </a:lnTo>
                <a:lnTo>
                  <a:pt x="664" y="2379"/>
                </a:lnTo>
                <a:lnTo>
                  <a:pt x="664" y="2378"/>
                </a:lnTo>
                <a:lnTo>
                  <a:pt x="663" y="2378"/>
                </a:lnTo>
                <a:lnTo>
                  <a:pt x="662" y="2378"/>
                </a:lnTo>
                <a:lnTo>
                  <a:pt x="661" y="2378"/>
                </a:lnTo>
                <a:lnTo>
                  <a:pt x="660" y="2378"/>
                </a:lnTo>
                <a:lnTo>
                  <a:pt x="660" y="2377"/>
                </a:lnTo>
                <a:lnTo>
                  <a:pt x="659" y="2377"/>
                </a:lnTo>
                <a:lnTo>
                  <a:pt x="658" y="2377"/>
                </a:lnTo>
                <a:lnTo>
                  <a:pt x="658" y="2376"/>
                </a:lnTo>
                <a:lnTo>
                  <a:pt x="657" y="2376"/>
                </a:lnTo>
                <a:lnTo>
                  <a:pt x="657" y="2375"/>
                </a:lnTo>
                <a:lnTo>
                  <a:pt x="657" y="2374"/>
                </a:lnTo>
                <a:lnTo>
                  <a:pt x="656" y="2374"/>
                </a:lnTo>
                <a:lnTo>
                  <a:pt x="656" y="2373"/>
                </a:lnTo>
                <a:lnTo>
                  <a:pt x="655" y="2373"/>
                </a:lnTo>
                <a:lnTo>
                  <a:pt x="655" y="2372"/>
                </a:lnTo>
                <a:lnTo>
                  <a:pt x="654" y="2372"/>
                </a:lnTo>
                <a:lnTo>
                  <a:pt x="654" y="2371"/>
                </a:lnTo>
                <a:lnTo>
                  <a:pt x="653" y="2371"/>
                </a:lnTo>
                <a:lnTo>
                  <a:pt x="653" y="2370"/>
                </a:lnTo>
                <a:lnTo>
                  <a:pt x="652" y="2369"/>
                </a:lnTo>
                <a:lnTo>
                  <a:pt x="651" y="2368"/>
                </a:lnTo>
                <a:lnTo>
                  <a:pt x="650" y="2368"/>
                </a:lnTo>
                <a:lnTo>
                  <a:pt x="650" y="2367"/>
                </a:lnTo>
                <a:lnTo>
                  <a:pt x="649" y="2367"/>
                </a:lnTo>
                <a:lnTo>
                  <a:pt x="649" y="2368"/>
                </a:lnTo>
                <a:lnTo>
                  <a:pt x="648" y="2368"/>
                </a:lnTo>
                <a:lnTo>
                  <a:pt x="648" y="2367"/>
                </a:lnTo>
                <a:lnTo>
                  <a:pt x="647" y="2367"/>
                </a:lnTo>
                <a:lnTo>
                  <a:pt x="647" y="2366"/>
                </a:lnTo>
                <a:lnTo>
                  <a:pt x="646" y="2366"/>
                </a:lnTo>
                <a:lnTo>
                  <a:pt x="646" y="2365"/>
                </a:lnTo>
                <a:lnTo>
                  <a:pt x="645" y="2365"/>
                </a:lnTo>
                <a:lnTo>
                  <a:pt x="644" y="2365"/>
                </a:lnTo>
                <a:lnTo>
                  <a:pt x="644" y="2364"/>
                </a:lnTo>
                <a:lnTo>
                  <a:pt x="643" y="2364"/>
                </a:lnTo>
                <a:lnTo>
                  <a:pt x="643" y="2363"/>
                </a:lnTo>
                <a:lnTo>
                  <a:pt x="643" y="2364"/>
                </a:lnTo>
                <a:lnTo>
                  <a:pt x="643" y="2363"/>
                </a:lnTo>
                <a:lnTo>
                  <a:pt x="642" y="2363"/>
                </a:lnTo>
                <a:lnTo>
                  <a:pt x="641" y="2363"/>
                </a:lnTo>
                <a:lnTo>
                  <a:pt x="641" y="2362"/>
                </a:lnTo>
                <a:lnTo>
                  <a:pt x="640" y="2362"/>
                </a:lnTo>
                <a:lnTo>
                  <a:pt x="638" y="2362"/>
                </a:lnTo>
                <a:lnTo>
                  <a:pt x="638" y="2363"/>
                </a:lnTo>
                <a:lnTo>
                  <a:pt x="637" y="2363"/>
                </a:lnTo>
                <a:lnTo>
                  <a:pt x="637" y="2364"/>
                </a:lnTo>
                <a:lnTo>
                  <a:pt x="636" y="2364"/>
                </a:lnTo>
                <a:lnTo>
                  <a:pt x="637" y="2364"/>
                </a:lnTo>
                <a:lnTo>
                  <a:pt x="636" y="2364"/>
                </a:lnTo>
                <a:lnTo>
                  <a:pt x="635" y="2364"/>
                </a:lnTo>
                <a:lnTo>
                  <a:pt x="634" y="2364"/>
                </a:lnTo>
                <a:lnTo>
                  <a:pt x="634" y="2363"/>
                </a:lnTo>
                <a:lnTo>
                  <a:pt x="633" y="2363"/>
                </a:lnTo>
                <a:lnTo>
                  <a:pt x="633" y="2362"/>
                </a:lnTo>
                <a:lnTo>
                  <a:pt x="632" y="2362"/>
                </a:lnTo>
                <a:lnTo>
                  <a:pt x="632" y="2361"/>
                </a:lnTo>
                <a:lnTo>
                  <a:pt x="631" y="2361"/>
                </a:lnTo>
                <a:lnTo>
                  <a:pt x="631" y="2360"/>
                </a:lnTo>
                <a:lnTo>
                  <a:pt x="630" y="2361"/>
                </a:lnTo>
                <a:lnTo>
                  <a:pt x="630" y="2360"/>
                </a:lnTo>
                <a:lnTo>
                  <a:pt x="629" y="2360"/>
                </a:lnTo>
                <a:lnTo>
                  <a:pt x="628" y="2360"/>
                </a:lnTo>
                <a:lnTo>
                  <a:pt x="627" y="2360"/>
                </a:lnTo>
                <a:lnTo>
                  <a:pt x="627" y="2359"/>
                </a:lnTo>
                <a:lnTo>
                  <a:pt x="626" y="2359"/>
                </a:lnTo>
                <a:lnTo>
                  <a:pt x="625" y="2359"/>
                </a:lnTo>
                <a:lnTo>
                  <a:pt x="625" y="2358"/>
                </a:lnTo>
                <a:lnTo>
                  <a:pt x="624" y="2358"/>
                </a:lnTo>
                <a:lnTo>
                  <a:pt x="624" y="2357"/>
                </a:lnTo>
                <a:lnTo>
                  <a:pt x="623" y="2357"/>
                </a:lnTo>
                <a:lnTo>
                  <a:pt x="622" y="2357"/>
                </a:lnTo>
                <a:lnTo>
                  <a:pt x="621" y="2357"/>
                </a:lnTo>
                <a:lnTo>
                  <a:pt x="620" y="2357"/>
                </a:lnTo>
                <a:lnTo>
                  <a:pt x="620" y="2356"/>
                </a:lnTo>
                <a:lnTo>
                  <a:pt x="619" y="2356"/>
                </a:lnTo>
                <a:lnTo>
                  <a:pt x="619" y="2357"/>
                </a:lnTo>
                <a:lnTo>
                  <a:pt x="618" y="2357"/>
                </a:lnTo>
                <a:lnTo>
                  <a:pt x="617" y="2357"/>
                </a:lnTo>
                <a:lnTo>
                  <a:pt x="617" y="2356"/>
                </a:lnTo>
                <a:lnTo>
                  <a:pt x="616" y="2356"/>
                </a:lnTo>
                <a:lnTo>
                  <a:pt x="616" y="2355"/>
                </a:lnTo>
                <a:lnTo>
                  <a:pt x="615" y="2355"/>
                </a:lnTo>
                <a:lnTo>
                  <a:pt x="615" y="2354"/>
                </a:lnTo>
                <a:lnTo>
                  <a:pt x="615" y="2353"/>
                </a:lnTo>
                <a:lnTo>
                  <a:pt x="614" y="2353"/>
                </a:lnTo>
                <a:lnTo>
                  <a:pt x="614" y="2352"/>
                </a:lnTo>
                <a:lnTo>
                  <a:pt x="613" y="2352"/>
                </a:lnTo>
                <a:lnTo>
                  <a:pt x="612" y="2352"/>
                </a:lnTo>
                <a:lnTo>
                  <a:pt x="611" y="2352"/>
                </a:lnTo>
                <a:lnTo>
                  <a:pt x="610" y="2352"/>
                </a:lnTo>
                <a:lnTo>
                  <a:pt x="609" y="2352"/>
                </a:lnTo>
                <a:lnTo>
                  <a:pt x="608" y="2352"/>
                </a:lnTo>
                <a:lnTo>
                  <a:pt x="608" y="2351"/>
                </a:lnTo>
                <a:lnTo>
                  <a:pt x="607" y="2351"/>
                </a:lnTo>
                <a:lnTo>
                  <a:pt x="606" y="2351"/>
                </a:lnTo>
                <a:lnTo>
                  <a:pt x="605" y="2351"/>
                </a:lnTo>
                <a:lnTo>
                  <a:pt x="605" y="2350"/>
                </a:lnTo>
                <a:lnTo>
                  <a:pt x="604" y="2350"/>
                </a:lnTo>
                <a:lnTo>
                  <a:pt x="604" y="2351"/>
                </a:lnTo>
                <a:lnTo>
                  <a:pt x="603" y="2351"/>
                </a:lnTo>
                <a:lnTo>
                  <a:pt x="602" y="2351"/>
                </a:lnTo>
                <a:lnTo>
                  <a:pt x="601" y="2351"/>
                </a:lnTo>
                <a:lnTo>
                  <a:pt x="601" y="2352"/>
                </a:lnTo>
                <a:lnTo>
                  <a:pt x="600" y="2351"/>
                </a:lnTo>
                <a:lnTo>
                  <a:pt x="600" y="2352"/>
                </a:lnTo>
                <a:lnTo>
                  <a:pt x="599" y="2352"/>
                </a:lnTo>
                <a:lnTo>
                  <a:pt x="598" y="2353"/>
                </a:lnTo>
                <a:lnTo>
                  <a:pt x="597" y="2353"/>
                </a:lnTo>
                <a:lnTo>
                  <a:pt x="596" y="2353"/>
                </a:lnTo>
                <a:lnTo>
                  <a:pt x="596" y="2352"/>
                </a:lnTo>
                <a:lnTo>
                  <a:pt x="595" y="2352"/>
                </a:lnTo>
                <a:lnTo>
                  <a:pt x="594" y="2352"/>
                </a:lnTo>
                <a:lnTo>
                  <a:pt x="594" y="2351"/>
                </a:lnTo>
                <a:lnTo>
                  <a:pt x="594" y="2350"/>
                </a:lnTo>
                <a:lnTo>
                  <a:pt x="593" y="2350"/>
                </a:lnTo>
                <a:lnTo>
                  <a:pt x="593" y="2349"/>
                </a:lnTo>
                <a:lnTo>
                  <a:pt x="592" y="2349"/>
                </a:lnTo>
                <a:lnTo>
                  <a:pt x="590" y="2349"/>
                </a:lnTo>
                <a:lnTo>
                  <a:pt x="590" y="2348"/>
                </a:lnTo>
                <a:lnTo>
                  <a:pt x="590" y="2347"/>
                </a:lnTo>
                <a:lnTo>
                  <a:pt x="589" y="2347"/>
                </a:lnTo>
                <a:lnTo>
                  <a:pt x="589" y="2346"/>
                </a:lnTo>
                <a:lnTo>
                  <a:pt x="589" y="2345"/>
                </a:lnTo>
                <a:lnTo>
                  <a:pt x="589" y="2344"/>
                </a:lnTo>
                <a:lnTo>
                  <a:pt x="588" y="2344"/>
                </a:lnTo>
                <a:lnTo>
                  <a:pt x="588" y="2343"/>
                </a:lnTo>
                <a:lnTo>
                  <a:pt x="588" y="2342"/>
                </a:lnTo>
                <a:lnTo>
                  <a:pt x="587" y="2342"/>
                </a:lnTo>
                <a:lnTo>
                  <a:pt x="586" y="2341"/>
                </a:lnTo>
                <a:lnTo>
                  <a:pt x="585" y="2341"/>
                </a:lnTo>
                <a:lnTo>
                  <a:pt x="585" y="2340"/>
                </a:lnTo>
                <a:lnTo>
                  <a:pt x="584" y="2340"/>
                </a:lnTo>
                <a:lnTo>
                  <a:pt x="583" y="2340"/>
                </a:lnTo>
                <a:lnTo>
                  <a:pt x="583" y="2339"/>
                </a:lnTo>
                <a:lnTo>
                  <a:pt x="582" y="2339"/>
                </a:lnTo>
                <a:lnTo>
                  <a:pt x="583" y="2339"/>
                </a:lnTo>
                <a:lnTo>
                  <a:pt x="582" y="2339"/>
                </a:lnTo>
                <a:lnTo>
                  <a:pt x="583" y="2339"/>
                </a:lnTo>
                <a:lnTo>
                  <a:pt x="583" y="2338"/>
                </a:lnTo>
                <a:lnTo>
                  <a:pt x="584" y="2338"/>
                </a:lnTo>
                <a:lnTo>
                  <a:pt x="584" y="2337"/>
                </a:lnTo>
                <a:lnTo>
                  <a:pt x="583" y="2336"/>
                </a:lnTo>
                <a:lnTo>
                  <a:pt x="583" y="2335"/>
                </a:lnTo>
                <a:lnTo>
                  <a:pt x="582" y="2335"/>
                </a:lnTo>
                <a:lnTo>
                  <a:pt x="582" y="2334"/>
                </a:lnTo>
                <a:lnTo>
                  <a:pt x="582" y="2333"/>
                </a:lnTo>
                <a:lnTo>
                  <a:pt x="581" y="2333"/>
                </a:lnTo>
                <a:lnTo>
                  <a:pt x="582" y="2333"/>
                </a:lnTo>
                <a:lnTo>
                  <a:pt x="582" y="2332"/>
                </a:lnTo>
                <a:lnTo>
                  <a:pt x="582" y="2331"/>
                </a:lnTo>
                <a:lnTo>
                  <a:pt x="582" y="2330"/>
                </a:lnTo>
                <a:lnTo>
                  <a:pt x="581" y="2330"/>
                </a:lnTo>
                <a:lnTo>
                  <a:pt x="581" y="2329"/>
                </a:lnTo>
                <a:lnTo>
                  <a:pt x="580" y="2329"/>
                </a:lnTo>
                <a:lnTo>
                  <a:pt x="579" y="2329"/>
                </a:lnTo>
                <a:lnTo>
                  <a:pt x="578" y="2328"/>
                </a:lnTo>
                <a:lnTo>
                  <a:pt x="577" y="2328"/>
                </a:lnTo>
                <a:lnTo>
                  <a:pt x="576" y="2328"/>
                </a:lnTo>
                <a:lnTo>
                  <a:pt x="576" y="2327"/>
                </a:lnTo>
                <a:lnTo>
                  <a:pt x="577" y="2327"/>
                </a:lnTo>
                <a:lnTo>
                  <a:pt x="578" y="2327"/>
                </a:lnTo>
                <a:lnTo>
                  <a:pt x="578" y="2326"/>
                </a:lnTo>
                <a:lnTo>
                  <a:pt x="578" y="2325"/>
                </a:lnTo>
                <a:lnTo>
                  <a:pt x="578" y="2324"/>
                </a:lnTo>
                <a:lnTo>
                  <a:pt x="577" y="2324"/>
                </a:lnTo>
                <a:lnTo>
                  <a:pt x="576" y="2324"/>
                </a:lnTo>
                <a:lnTo>
                  <a:pt x="576" y="2323"/>
                </a:lnTo>
                <a:lnTo>
                  <a:pt x="576" y="2322"/>
                </a:lnTo>
                <a:lnTo>
                  <a:pt x="575" y="2322"/>
                </a:lnTo>
                <a:lnTo>
                  <a:pt x="574" y="2322"/>
                </a:lnTo>
                <a:lnTo>
                  <a:pt x="573" y="2322"/>
                </a:lnTo>
                <a:lnTo>
                  <a:pt x="573" y="2323"/>
                </a:lnTo>
                <a:lnTo>
                  <a:pt x="572" y="2323"/>
                </a:lnTo>
                <a:lnTo>
                  <a:pt x="571" y="2323"/>
                </a:lnTo>
                <a:lnTo>
                  <a:pt x="570" y="2323"/>
                </a:lnTo>
                <a:lnTo>
                  <a:pt x="570" y="2322"/>
                </a:lnTo>
                <a:lnTo>
                  <a:pt x="570" y="2321"/>
                </a:lnTo>
                <a:lnTo>
                  <a:pt x="569" y="2321"/>
                </a:lnTo>
                <a:lnTo>
                  <a:pt x="569" y="2320"/>
                </a:lnTo>
                <a:lnTo>
                  <a:pt x="568" y="2320"/>
                </a:lnTo>
                <a:lnTo>
                  <a:pt x="568" y="2319"/>
                </a:lnTo>
                <a:lnTo>
                  <a:pt x="568" y="2318"/>
                </a:lnTo>
                <a:lnTo>
                  <a:pt x="567" y="2318"/>
                </a:lnTo>
                <a:lnTo>
                  <a:pt x="567" y="2317"/>
                </a:lnTo>
                <a:lnTo>
                  <a:pt x="566" y="2317"/>
                </a:lnTo>
                <a:lnTo>
                  <a:pt x="566" y="2316"/>
                </a:lnTo>
                <a:lnTo>
                  <a:pt x="566" y="2315"/>
                </a:lnTo>
                <a:lnTo>
                  <a:pt x="565" y="2315"/>
                </a:lnTo>
                <a:lnTo>
                  <a:pt x="565" y="2314"/>
                </a:lnTo>
                <a:lnTo>
                  <a:pt x="564" y="2314"/>
                </a:lnTo>
                <a:lnTo>
                  <a:pt x="564" y="2313"/>
                </a:lnTo>
                <a:lnTo>
                  <a:pt x="563" y="2314"/>
                </a:lnTo>
                <a:lnTo>
                  <a:pt x="562" y="2314"/>
                </a:lnTo>
                <a:lnTo>
                  <a:pt x="561" y="2313"/>
                </a:lnTo>
                <a:lnTo>
                  <a:pt x="560" y="2313"/>
                </a:lnTo>
                <a:lnTo>
                  <a:pt x="560" y="2312"/>
                </a:lnTo>
                <a:lnTo>
                  <a:pt x="559" y="2312"/>
                </a:lnTo>
                <a:lnTo>
                  <a:pt x="559" y="2311"/>
                </a:lnTo>
                <a:lnTo>
                  <a:pt x="558" y="2311"/>
                </a:lnTo>
                <a:lnTo>
                  <a:pt x="558" y="2310"/>
                </a:lnTo>
                <a:lnTo>
                  <a:pt x="557" y="2310"/>
                </a:lnTo>
                <a:lnTo>
                  <a:pt x="556" y="2310"/>
                </a:lnTo>
                <a:lnTo>
                  <a:pt x="556" y="2311"/>
                </a:lnTo>
                <a:lnTo>
                  <a:pt x="556" y="2312"/>
                </a:lnTo>
                <a:lnTo>
                  <a:pt x="555" y="2312"/>
                </a:lnTo>
                <a:lnTo>
                  <a:pt x="554" y="2312"/>
                </a:lnTo>
                <a:lnTo>
                  <a:pt x="554" y="2313"/>
                </a:lnTo>
                <a:lnTo>
                  <a:pt x="553" y="2313"/>
                </a:lnTo>
                <a:lnTo>
                  <a:pt x="552" y="2313"/>
                </a:lnTo>
                <a:lnTo>
                  <a:pt x="551" y="2313"/>
                </a:lnTo>
                <a:lnTo>
                  <a:pt x="551" y="2314"/>
                </a:lnTo>
                <a:lnTo>
                  <a:pt x="550" y="2314"/>
                </a:lnTo>
                <a:lnTo>
                  <a:pt x="550" y="2315"/>
                </a:lnTo>
                <a:lnTo>
                  <a:pt x="550" y="2314"/>
                </a:lnTo>
                <a:lnTo>
                  <a:pt x="549" y="2314"/>
                </a:lnTo>
                <a:lnTo>
                  <a:pt x="549" y="2313"/>
                </a:lnTo>
                <a:lnTo>
                  <a:pt x="548" y="2313"/>
                </a:lnTo>
                <a:lnTo>
                  <a:pt x="547" y="2313"/>
                </a:lnTo>
                <a:lnTo>
                  <a:pt x="547" y="2312"/>
                </a:lnTo>
                <a:lnTo>
                  <a:pt x="546" y="2312"/>
                </a:lnTo>
                <a:lnTo>
                  <a:pt x="545" y="2311"/>
                </a:lnTo>
                <a:lnTo>
                  <a:pt x="545" y="2310"/>
                </a:lnTo>
                <a:lnTo>
                  <a:pt x="544" y="2310"/>
                </a:lnTo>
                <a:lnTo>
                  <a:pt x="544" y="2309"/>
                </a:lnTo>
                <a:lnTo>
                  <a:pt x="543" y="2309"/>
                </a:lnTo>
                <a:lnTo>
                  <a:pt x="543" y="2308"/>
                </a:lnTo>
                <a:lnTo>
                  <a:pt x="543" y="2307"/>
                </a:lnTo>
                <a:lnTo>
                  <a:pt x="542" y="2307"/>
                </a:lnTo>
                <a:lnTo>
                  <a:pt x="542" y="2306"/>
                </a:lnTo>
                <a:lnTo>
                  <a:pt x="542" y="2305"/>
                </a:lnTo>
                <a:lnTo>
                  <a:pt x="541" y="2305"/>
                </a:lnTo>
                <a:lnTo>
                  <a:pt x="540" y="2305"/>
                </a:lnTo>
                <a:lnTo>
                  <a:pt x="539" y="2305"/>
                </a:lnTo>
                <a:lnTo>
                  <a:pt x="539" y="2304"/>
                </a:lnTo>
                <a:lnTo>
                  <a:pt x="538" y="2304"/>
                </a:lnTo>
                <a:lnTo>
                  <a:pt x="538" y="2305"/>
                </a:lnTo>
                <a:lnTo>
                  <a:pt x="537" y="2305"/>
                </a:lnTo>
                <a:lnTo>
                  <a:pt x="536" y="2305"/>
                </a:lnTo>
                <a:lnTo>
                  <a:pt x="535" y="2305"/>
                </a:lnTo>
                <a:lnTo>
                  <a:pt x="535" y="2306"/>
                </a:lnTo>
                <a:lnTo>
                  <a:pt x="534" y="2306"/>
                </a:lnTo>
                <a:lnTo>
                  <a:pt x="534" y="2305"/>
                </a:lnTo>
                <a:lnTo>
                  <a:pt x="534" y="2304"/>
                </a:lnTo>
                <a:lnTo>
                  <a:pt x="534" y="2303"/>
                </a:lnTo>
                <a:lnTo>
                  <a:pt x="534" y="2302"/>
                </a:lnTo>
                <a:lnTo>
                  <a:pt x="534" y="2301"/>
                </a:lnTo>
                <a:lnTo>
                  <a:pt x="533" y="2301"/>
                </a:lnTo>
                <a:lnTo>
                  <a:pt x="533" y="2300"/>
                </a:lnTo>
                <a:lnTo>
                  <a:pt x="533" y="2301"/>
                </a:lnTo>
                <a:lnTo>
                  <a:pt x="532" y="2301"/>
                </a:lnTo>
                <a:lnTo>
                  <a:pt x="531" y="2301"/>
                </a:lnTo>
                <a:lnTo>
                  <a:pt x="531" y="2302"/>
                </a:lnTo>
                <a:lnTo>
                  <a:pt x="530" y="2302"/>
                </a:lnTo>
                <a:lnTo>
                  <a:pt x="530" y="2303"/>
                </a:lnTo>
                <a:lnTo>
                  <a:pt x="529" y="2303"/>
                </a:lnTo>
                <a:lnTo>
                  <a:pt x="529" y="2304"/>
                </a:lnTo>
                <a:lnTo>
                  <a:pt x="528" y="2304"/>
                </a:lnTo>
                <a:lnTo>
                  <a:pt x="528" y="2305"/>
                </a:lnTo>
                <a:lnTo>
                  <a:pt x="527" y="2305"/>
                </a:lnTo>
                <a:lnTo>
                  <a:pt x="526" y="2305"/>
                </a:lnTo>
                <a:lnTo>
                  <a:pt x="525" y="2305"/>
                </a:lnTo>
                <a:lnTo>
                  <a:pt x="525" y="2306"/>
                </a:lnTo>
                <a:lnTo>
                  <a:pt x="524" y="2306"/>
                </a:lnTo>
                <a:lnTo>
                  <a:pt x="524" y="2307"/>
                </a:lnTo>
                <a:lnTo>
                  <a:pt x="524" y="2308"/>
                </a:lnTo>
                <a:lnTo>
                  <a:pt x="525" y="2308"/>
                </a:lnTo>
                <a:lnTo>
                  <a:pt x="526" y="2308"/>
                </a:lnTo>
                <a:lnTo>
                  <a:pt x="526" y="2309"/>
                </a:lnTo>
                <a:lnTo>
                  <a:pt x="525" y="2309"/>
                </a:lnTo>
                <a:lnTo>
                  <a:pt x="525" y="2310"/>
                </a:lnTo>
                <a:lnTo>
                  <a:pt x="526" y="2310"/>
                </a:lnTo>
                <a:lnTo>
                  <a:pt x="526" y="2311"/>
                </a:lnTo>
                <a:lnTo>
                  <a:pt x="525" y="2312"/>
                </a:lnTo>
                <a:lnTo>
                  <a:pt x="524" y="2312"/>
                </a:lnTo>
                <a:lnTo>
                  <a:pt x="523" y="2312"/>
                </a:lnTo>
                <a:lnTo>
                  <a:pt x="523" y="2311"/>
                </a:lnTo>
                <a:lnTo>
                  <a:pt x="522" y="2311"/>
                </a:lnTo>
                <a:lnTo>
                  <a:pt x="522" y="2312"/>
                </a:lnTo>
                <a:lnTo>
                  <a:pt x="521" y="2312"/>
                </a:lnTo>
                <a:lnTo>
                  <a:pt x="520" y="2312"/>
                </a:lnTo>
                <a:lnTo>
                  <a:pt x="520" y="2313"/>
                </a:lnTo>
                <a:lnTo>
                  <a:pt x="519" y="2313"/>
                </a:lnTo>
                <a:lnTo>
                  <a:pt x="518" y="2313"/>
                </a:lnTo>
                <a:lnTo>
                  <a:pt x="517" y="2313"/>
                </a:lnTo>
                <a:lnTo>
                  <a:pt x="516" y="2313"/>
                </a:lnTo>
                <a:lnTo>
                  <a:pt x="516" y="2312"/>
                </a:lnTo>
                <a:lnTo>
                  <a:pt x="515" y="2312"/>
                </a:lnTo>
                <a:lnTo>
                  <a:pt x="515" y="2311"/>
                </a:lnTo>
                <a:lnTo>
                  <a:pt x="515" y="2310"/>
                </a:lnTo>
                <a:lnTo>
                  <a:pt x="515" y="2309"/>
                </a:lnTo>
                <a:lnTo>
                  <a:pt x="514" y="2309"/>
                </a:lnTo>
                <a:lnTo>
                  <a:pt x="514" y="2308"/>
                </a:lnTo>
                <a:lnTo>
                  <a:pt x="515" y="2308"/>
                </a:lnTo>
                <a:lnTo>
                  <a:pt x="514" y="2308"/>
                </a:lnTo>
                <a:lnTo>
                  <a:pt x="514" y="2307"/>
                </a:lnTo>
                <a:lnTo>
                  <a:pt x="513" y="2307"/>
                </a:lnTo>
                <a:lnTo>
                  <a:pt x="513" y="2306"/>
                </a:lnTo>
                <a:lnTo>
                  <a:pt x="512" y="2306"/>
                </a:lnTo>
                <a:lnTo>
                  <a:pt x="511" y="2306"/>
                </a:lnTo>
                <a:lnTo>
                  <a:pt x="511" y="2307"/>
                </a:lnTo>
                <a:lnTo>
                  <a:pt x="510" y="2307"/>
                </a:lnTo>
                <a:lnTo>
                  <a:pt x="510" y="2308"/>
                </a:lnTo>
                <a:lnTo>
                  <a:pt x="509" y="2308"/>
                </a:lnTo>
                <a:lnTo>
                  <a:pt x="509" y="2307"/>
                </a:lnTo>
                <a:lnTo>
                  <a:pt x="508" y="2307"/>
                </a:lnTo>
                <a:lnTo>
                  <a:pt x="507" y="2308"/>
                </a:lnTo>
                <a:lnTo>
                  <a:pt x="506" y="2308"/>
                </a:lnTo>
                <a:lnTo>
                  <a:pt x="505" y="2308"/>
                </a:lnTo>
                <a:lnTo>
                  <a:pt x="505" y="2309"/>
                </a:lnTo>
                <a:lnTo>
                  <a:pt x="504" y="2309"/>
                </a:lnTo>
                <a:lnTo>
                  <a:pt x="504" y="2308"/>
                </a:lnTo>
                <a:lnTo>
                  <a:pt x="504" y="2307"/>
                </a:lnTo>
                <a:lnTo>
                  <a:pt x="503" y="2307"/>
                </a:lnTo>
                <a:lnTo>
                  <a:pt x="502" y="2307"/>
                </a:lnTo>
                <a:lnTo>
                  <a:pt x="502" y="2306"/>
                </a:lnTo>
                <a:lnTo>
                  <a:pt x="503" y="2306"/>
                </a:lnTo>
                <a:lnTo>
                  <a:pt x="502" y="2306"/>
                </a:lnTo>
                <a:lnTo>
                  <a:pt x="502" y="2305"/>
                </a:lnTo>
                <a:lnTo>
                  <a:pt x="501" y="2305"/>
                </a:lnTo>
                <a:lnTo>
                  <a:pt x="501" y="2304"/>
                </a:lnTo>
                <a:lnTo>
                  <a:pt x="500" y="2304"/>
                </a:lnTo>
                <a:lnTo>
                  <a:pt x="499" y="2304"/>
                </a:lnTo>
                <a:lnTo>
                  <a:pt x="498" y="2304"/>
                </a:lnTo>
                <a:lnTo>
                  <a:pt x="497" y="2304"/>
                </a:lnTo>
                <a:lnTo>
                  <a:pt x="497" y="2303"/>
                </a:lnTo>
                <a:lnTo>
                  <a:pt x="496" y="2303"/>
                </a:lnTo>
                <a:lnTo>
                  <a:pt x="496" y="2302"/>
                </a:lnTo>
                <a:lnTo>
                  <a:pt x="495" y="2302"/>
                </a:lnTo>
                <a:lnTo>
                  <a:pt x="496" y="2301"/>
                </a:lnTo>
                <a:lnTo>
                  <a:pt x="495" y="2301"/>
                </a:lnTo>
                <a:lnTo>
                  <a:pt x="495" y="2300"/>
                </a:lnTo>
                <a:lnTo>
                  <a:pt x="495" y="2299"/>
                </a:lnTo>
                <a:lnTo>
                  <a:pt x="495" y="2298"/>
                </a:lnTo>
                <a:lnTo>
                  <a:pt x="494" y="2298"/>
                </a:lnTo>
                <a:lnTo>
                  <a:pt x="494" y="2297"/>
                </a:lnTo>
                <a:lnTo>
                  <a:pt x="493" y="2297"/>
                </a:lnTo>
                <a:lnTo>
                  <a:pt x="493" y="2296"/>
                </a:lnTo>
                <a:lnTo>
                  <a:pt x="494" y="2295"/>
                </a:lnTo>
                <a:lnTo>
                  <a:pt x="494" y="2294"/>
                </a:lnTo>
                <a:lnTo>
                  <a:pt x="494" y="2293"/>
                </a:lnTo>
                <a:lnTo>
                  <a:pt x="495" y="2293"/>
                </a:lnTo>
                <a:lnTo>
                  <a:pt x="495" y="2292"/>
                </a:lnTo>
                <a:lnTo>
                  <a:pt x="495" y="2291"/>
                </a:lnTo>
                <a:lnTo>
                  <a:pt x="495" y="2290"/>
                </a:lnTo>
                <a:lnTo>
                  <a:pt x="494" y="2290"/>
                </a:lnTo>
                <a:lnTo>
                  <a:pt x="494" y="2289"/>
                </a:lnTo>
                <a:lnTo>
                  <a:pt x="493" y="2289"/>
                </a:lnTo>
                <a:lnTo>
                  <a:pt x="492" y="2289"/>
                </a:lnTo>
                <a:lnTo>
                  <a:pt x="492" y="2288"/>
                </a:lnTo>
                <a:lnTo>
                  <a:pt x="491" y="2288"/>
                </a:lnTo>
                <a:lnTo>
                  <a:pt x="491" y="2287"/>
                </a:lnTo>
                <a:lnTo>
                  <a:pt x="491" y="2286"/>
                </a:lnTo>
                <a:lnTo>
                  <a:pt x="490" y="2286"/>
                </a:lnTo>
                <a:lnTo>
                  <a:pt x="490" y="2285"/>
                </a:lnTo>
                <a:lnTo>
                  <a:pt x="489" y="2285"/>
                </a:lnTo>
                <a:lnTo>
                  <a:pt x="489" y="2284"/>
                </a:lnTo>
                <a:lnTo>
                  <a:pt x="489" y="2283"/>
                </a:lnTo>
                <a:lnTo>
                  <a:pt x="489" y="2282"/>
                </a:lnTo>
                <a:lnTo>
                  <a:pt x="488" y="2282"/>
                </a:lnTo>
                <a:lnTo>
                  <a:pt x="487" y="2282"/>
                </a:lnTo>
                <a:lnTo>
                  <a:pt x="487" y="2281"/>
                </a:lnTo>
                <a:lnTo>
                  <a:pt x="486" y="2281"/>
                </a:lnTo>
                <a:lnTo>
                  <a:pt x="486" y="2280"/>
                </a:lnTo>
                <a:lnTo>
                  <a:pt x="486" y="2279"/>
                </a:lnTo>
                <a:lnTo>
                  <a:pt x="485" y="2279"/>
                </a:lnTo>
                <a:lnTo>
                  <a:pt x="486" y="2279"/>
                </a:lnTo>
                <a:lnTo>
                  <a:pt x="485" y="2279"/>
                </a:lnTo>
                <a:lnTo>
                  <a:pt x="485" y="2278"/>
                </a:lnTo>
                <a:lnTo>
                  <a:pt x="485" y="2277"/>
                </a:lnTo>
                <a:lnTo>
                  <a:pt x="484" y="2277"/>
                </a:lnTo>
                <a:lnTo>
                  <a:pt x="484" y="2276"/>
                </a:lnTo>
                <a:lnTo>
                  <a:pt x="483" y="2276"/>
                </a:lnTo>
                <a:lnTo>
                  <a:pt x="483" y="2277"/>
                </a:lnTo>
                <a:lnTo>
                  <a:pt x="483" y="2278"/>
                </a:lnTo>
                <a:lnTo>
                  <a:pt x="482" y="2278"/>
                </a:lnTo>
                <a:lnTo>
                  <a:pt x="481" y="2278"/>
                </a:lnTo>
                <a:lnTo>
                  <a:pt x="480" y="2278"/>
                </a:lnTo>
                <a:lnTo>
                  <a:pt x="480" y="2277"/>
                </a:lnTo>
                <a:lnTo>
                  <a:pt x="479" y="2277"/>
                </a:lnTo>
                <a:lnTo>
                  <a:pt x="478" y="2277"/>
                </a:lnTo>
                <a:lnTo>
                  <a:pt x="477" y="2277"/>
                </a:lnTo>
                <a:lnTo>
                  <a:pt x="477" y="2276"/>
                </a:lnTo>
                <a:lnTo>
                  <a:pt x="476" y="2276"/>
                </a:lnTo>
                <a:lnTo>
                  <a:pt x="476" y="2275"/>
                </a:lnTo>
                <a:lnTo>
                  <a:pt x="475" y="2275"/>
                </a:lnTo>
                <a:lnTo>
                  <a:pt x="475" y="2274"/>
                </a:lnTo>
                <a:lnTo>
                  <a:pt x="476" y="2274"/>
                </a:lnTo>
                <a:lnTo>
                  <a:pt x="475" y="2274"/>
                </a:lnTo>
                <a:lnTo>
                  <a:pt x="475" y="2273"/>
                </a:lnTo>
                <a:lnTo>
                  <a:pt x="475" y="2272"/>
                </a:lnTo>
                <a:lnTo>
                  <a:pt x="474" y="2272"/>
                </a:lnTo>
                <a:lnTo>
                  <a:pt x="474" y="2271"/>
                </a:lnTo>
                <a:lnTo>
                  <a:pt x="473" y="2271"/>
                </a:lnTo>
                <a:lnTo>
                  <a:pt x="473" y="2270"/>
                </a:lnTo>
                <a:lnTo>
                  <a:pt x="474" y="2270"/>
                </a:lnTo>
                <a:lnTo>
                  <a:pt x="474" y="2269"/>
                </a:lnTo>
                <a:lnTo>
                  <a:pt x="474" y="2268"/>
                </a:lnTo>
                <a:lnTo>
                  <a:pt x="474" y="2267"/>
                </a:lnTo>
                <a:lnTo>
                  <a:pt x="475" y="2267"/>
                </a:lnTo>
                <a:lnTo>
                  <a:pt x="474" y="2267"/>
                </a:lnTo>
                <a:lnTo>
                  <a:pt x="475" y="2267"/>
                </a:lnTo>
                <a:lnTo>
                  <a:pt x="475" y="2266"/>
                </a:lnTo>
                <a:lnTo>
                  <a:pt x="475" y="2265"/>
                </a:lnTo>
                <a:lnTo>
                  <a:pt x="476" y="2265"/>
                </a:lnTo>
                <a:lnTo>
                  <a:pt x="476" y="2264"/>
                </a:lnTo>
                <a:lnTo>
                  <a:pt x="477" y="2264"/>
                </a:lnTo>
                <a:lnTo>
                  <a:pt x="477" y="2263"/>
                </a:lnTo>
                <a:lnTo>
                  <a:pt x="478" y="2263"/>
                </a:lnTo>
                <a:lnTo>
                  <a:pt x="478" y="2262"/>
                </a:lnTo>
                <a:lnTo>
                  <a:pt x="477" y="2262"/>
                </a:lnTo>
                <a:lnTo>
                  <a:pt x="476" y="2262"/>
                </a:lnTo>
                <a:lnTo>
                  <a:pt x="476" y="2261"/>
                </a:lnTo>
                <a:lnTo>
                  <a:pt x="475" y="2261"/>
                </a:lnTo>
                <a:lnTo>
                  <a:pt x="475" y="2260"/>
                </a:lnTo>
                <a:lnTo>
                  <a:pt x="475" y="2259"/>
                </a:lnTo>
                <a:lnTo>
                  <a:pt x="474" y="2259"/>
                </a:lnTo>
                <a:lnTo>
                  <a:pt x="474" y="2258"/>
                </a:lnTo>
                <a:lnTo>
                  <a:pt x="473" y="2258"/>
                </a:lnTo>
                <a:lnTo>
                  <a:pt x="473" y="2259"/>
                </a:lnTo>
                <a:lnTo>
                  <a:pt x="472" y="2259"/>
                </a:lnTo>
                <a:lnTo>
                  <a:pt x="472" y="2258"/>
                </a:lnTo>
                <a:lnTo>
                  <a:pt x="471" y="2258"/>
                </a:lnTo>
                <a:lnTo>
                  <a:pt x="471" y="2257"/>
                </a:lnTo>
                <a:lnTo>
                  <a:pt x="471" y="2256"/>
                </a:lnTo>
                <a:lnTo>
                  <a:pt x="471" y="2255"/>
                </a:lnTo>
                <a:lnTo>
                  <a:pt x="472" y="2255"/>
                </a:lnTo>
                <a:lnTo>
                  <a:pt x="472" y="2254"/>
                </a:lnTo>
                <a:lnTo>
                  <a:pt x="472" y="2253"/>
                </a:lnTo>
                <a:lnTo>
                  <a:pt x="473" y="2253"/>
                </a:lnTo>
                <a:lnTo>
                  <a:pt x="474" y="2253"/>
                </a:lnTo>
                <a:lnTo>
                  <a:pt x="474" y="2252"/>
                </a:lnTo>
                <a:lnTo>
                  <a:pt x="475" y="2252"/>
                </a:lnTo>
                <a:lnTo>
                  <a:pt x="476" y="2252"/>
                </a:lnTo>
                <a:lnTo>
                  <a:pt x="476" y="2251"/>
                </a:lnTo>
                <a:lnTo>
                  <a:pt x="477" y="2251"/>
                </a:lnTo>
                <a:lnTo>
                  <a:pt x="477" y="2250"/>
                </a:lnTo>
                <a:lnTo>
                  <a:pt x="478" y="2250"/>
                </a:lnTo>
                <a:lnTo>
                  <a:pt x="479" y="2250"/>
                </a:lnTo>
                <a:lnTo>
                  <a:pt x="479" y="2249"/>
                </a:lnTo>
                <a:lnTo>
                  <a:pt x="480" y="2249"/>
                </a:lnTo>
                <a:lnTo>
                  <a:pt x="480" y="2248"/>
                </a:lnTo>
                <a:lnTo>
                  <a:pt x="480" y="2247"/>
                </a:lnTo>
                <a:lnTo>
                  <a:pt x="481" y="2247"/>
                </a:lnTo>
                <a:lnTo>
                  <a:pt x="482" y="2247"/>
                </a:lnTo>
                <a:lnTo>
                  <a:pt x="482" y="2246"/>
                </a:lnTo>
                <a:lnTo>
                  <a:pt x="482" y="2245"/>
                </a:lnTo>
                <a:lnTo>
                  <a:pt x="482" y="2244"/>
                </a:lnTo>
                <a:lnTo>
                  <a:pt x="481" y="2244"/>
                </a:lnTo>
                <a:lnTo>
                  <a:pt x="480" y="2244"/>
                </a:lnTo>
                <a:lnTo>
                  <a:pt x="480" y="2243"/>
                </a:lnTo>
                <a:lnTo>
                  <a:pt x="479" y="2243"/>
                </a:lnTo>
                <a:lnTo>
                  <a:pt x="479" y="2242"/>
                </a:lnTo>
                <a:lnTo>
                  <a:pt x="478" y="2242"/>
                </a:lnTo>
                <a:lnTo>
                  <a:pt x="478" y="2241"/>
                </a:lnTo>
                <a:lnTo>
                  <a:pt x="478" y="2240"/>
                </a:lnTo>
                <a:lnTo>
                  <a:pt x="478" y="2239"/>
                </a:lnTo>
                <a:lnTo>
                  <a:pt x="478" y="2238"/>
                </a:lnTo>
                <a:lnTo>
                  <a:pt x="477" y="2238"/>
                </a:lnTo>
                <a:lnTo>
                  <a:pt x="477" y="2239"/>
                </a:lnTo>
                <a:lnTo>
                  <a:pt x="476" y="2239"/>
                </a:lnTo>
                <a:lnTo>
                  <a:pt x="475" y="2239"/>
                </a:lnTo>
                <a:lnTo>
                  <a:pt x="474" y="2239"/>
                </a:lnTo>
                <a:lnTo>
                  <a:pt x="473" y="2238"/>
                </a:lnTo>
                <a:lnTo>
                  <a:pt x="474" y="2238"/>
                </a:lnTo>
                <a:lnTo>
                  <a:pt x="474" y="2237"/>
                </a:lnTo>
                <a:lnTo>
                  <a:pt x="474" y="2236"/>
                </a:lnTo>
                <a:lnTo>
                  <a:pt x="473" y="2236"/>
                </a:lnTo>
                <a:lnTo>
                  <a:pt x="473" y="2235"/>
                </a:lnTo>
                <a:lnTo>
                  <a:pt x="473" y="2234"/>
                </a:lnTo>
                <a:lnTo>
                  <a:pt x="472" y="2234"/>
                </a:lnTo>
                <a:lnTo>
                  <a:pt x="472" y="2233"/>
                </a:lnTo>
                <a:lnTo>
                  <a:pt x="472" y="2232"/>
                </a:lnTo>
                <a:lnTo>
                  <a:pt x="472" y="2231"/>
                </a:lnTo>
                <a:lnTo>
                  <a:pt x="471" y="2231"/>
                </a:lnTo>
                <a:lnTo>
                  <a:pt x="471" y="2230"/>
                </a:lnTo>
                <a:lnTo>
                  <a:pt x="470" y="2230"/>
                </a:lnTo>
                <a:lnTo>
                  <a:pt x="470" y="2229"/>
                </a:lnTo>
                <a:lnTo>
                  <a:pt x="469" y="2229"/>
                </a:lnTo>
                <a:lnTo>
                  <a:pt x="469" y="2228"/>
                </a:lnTo>
                <a:lnTo>
                  <a:pt x="468" y="2228"/>
                </a:lnTo>
                <a:lnTo>
                  <a:pt x="468" y="2227"/>
                </a:lnTo>
                <a:lnTo>
                  <a:pt x="467" y="2227"/>
                </a:lnTo>
                <a:lnTo>
                  <a:pt x="467" y="2226"/>
                </a:lnTo>
                <a:lnTo>
                  <a:pt x="466" y="2226"/>
                </a:lnTo>
                <a:lnTo>
                  <a:pt x="465" y="2226"/>
                </a:lnTo>
                <a:lnTo>
                  <a:pt x="465" y="2225"/>
                </a:lnTo>
                <a:lnTo>
                  <a:pt x="465" y="2224"/>
                </a:lnTo>
                <a:lnTo>
                  <a:pt x="465" y="2223"/>
                </a:lnTo>
                <a:lnTo>
                  <a:pt x="465" y="2222"/>
                </a:lnTo>
                <a:lnTo>
                  <a:pt x="465" y="2221"/>
                </a:lnTo>
                <a:lnTo>
                  <a:pt x="466" y="2221"/>
                </a:lnTo>
                <a:lnTo>
                  <a:pt x="466" y="2220"/>
                </a:lnTo>
                <a:lnTo>
                  <a:pt x="467" y="2220"/>
                </a:lnTo>
                <a:lnTo>
                  <a:pt x="467" y="2219"/>
                </a:lnTo>
                <a:lnTo>
                  <a:pt x="468" y="2219"/>
                </a:lnTo>
                <a:lnTo>
                  <a:pt x="469" y="2219"/>
                </a:lnTo>
                <a:lnTo>
                  <a:pt x="469" y="2218"/>
                </a:lnTo>
                <a:lnTo>
                  <a:pt x="470" y="2218"/>
                </a:lnTo>
                <a:lnTo>
                  <a:pt x="471" y="2218"/>
                </a:lnTo>
                <a:lnTo>
                  <a:pt x="471" y="2217"/>
                </a:lnTo>
                <a:lnTo>
                  <a:pt x="473" y="2217"/>
                </a:lnTo>
                <a:lnTo>
                  <a:pt x="473" y="2216"/>
                </a:lnTo>
                <a:lnTo>
                  <a:pt x="473" y="2215"/>
                </a:lnTo>
                <a:lnTo>
                  <a:pt x="474" y="2215"/>
                </a:lnTo>
                <a:lnTo>
                  <a:pt x="474" y="2214"/>
                </a:lnTo>
                <a:lnTo>
                  <a:pt x="475" y="2214"/>
                </a:lnTo>
                <a:lnTo>
                  <a:pt x="475" y="2213"/>
                </a:lnTo>
                <a:lnTo>
                  <a:pt x="475" y="2212"/>
                </a:lnTo>
                <a:lnTo>
                  <a:pt x="475" y="2211"/>
                </a:lnTo>
                <a:lnTo>
                  <a:pt x="474" y="2211"/>
                </a:lnTo>
                <a:lnTo>
                  <a:pt x="473" y="2211"/>
                </a:lnTo>
                <a:lnTo>
                  <a:pt x="473" y="2210"/>
                </a:lnTo>
                <a:lnTo>
                  <a:pt x="472" y="2210"/>
                </a:lnTo>
                <a:lnTo>
                  <a:pt x="472" y="2209"/>
                </a:lnTo>
                <a:lnTo>
                  <a:pt x="471" y="2208"/>
                </a:lnTo>
                <a:lnTo>
                  <a:pt x="470" y="2208"/>
                </a:lnTo>
                <a:lnTo>
                  <a:pt x="470" y="2207"/>
                </a:lnTo>
                <a:lnTo>
                  <a:pt x="469" y="2207"/>
                </a:lnTo>
                <a:lnTo>
                  <a:pt x="469" y="2206"/>
                </a:lnTo>
                <a:lnTo>
                  <a:pt x="468" y="2206"/>
                </a:lnTo>
                <a:lnTo>
                  <a:pt x="467" y="2206"/>
                </a:lnTo>
                <a:lnTo>
                  <a:pt x="466" y="2206"/>
                </a:lnTo>
                <a:lnTo>
                  <a:pt x="466" y="2205"/>
                </a:lnTo>
                <a:lnTo>
                  <a:pt x="466" y="2206"/>
                </a:lnTo>
                <a:lnTo>
                  <a:pt x="465" y="2205"/>
                </a:lnTo>
                <a:lnTo>
                  <a:pt x="464" y="2205"/>
                </a:lnTo>
                <a:lnTo>
                  <a:pt x="464" y="2204"/>
                </a:lnTo>
                <a:lnTo>
                  <a:pt x="463" y="2204"/>
                </a:lnTo>
                <a:lnTo>
                  <a:pt x="462" y="2204"/>
                </a:lnTo>
                <a:lnTo>
                  <a:pt x="461" y="2204"/>
                </a:lnTo>
                <a:lnTo>
                  <a:pt x="461" y="2203"/>
                </a:lnTo>
                <a:lnTo>
                  <a:pt x="460" y="2203"/>
                </a:lnTo>
                <a:lnTo>
                  <a:pt x="459" y="2203"/>
                </a:lnTo>
                <a:lnTo>
                  <a:pt x="460" y="2203"/>
                </a:lnTo>
                <a:lnTo>
                  <a:pt x="460" y="2202"/>
                </a:lnTo>
                <a:lnTo>
                  <a:pt x="459" y="2202"/>
                </a:lnTo>
                <a:lnTo>
                  <a:pt x="459" y="2201"/>
                </a:lnTo>
                <a:lnTo>
                  <a:pt x="460" y="2201"/>
                </a:lnTo>
                <a:lnTo>
                  <a:pt x="460" y="2200"/>
                </a:lnTo>
                <a:lnTo>
                  <a:pt x="461" y="2200"/>
                </a:lnTo>
                <a:lnTo>
                  <a:pt x="460" y="2199"/>
                </a:lnTo>
                <a:lnTo>
                  <a:pt x="459" y="2199"/>
                </a:lnTo>
                <a:lnTo>
                  <a:pt x="458" y="2199"/>
                </a:lnTo>
                <a:lnTo>
                  <a:pt x="457" y="2199"/>
                </a:lnTo>
                <a:lnTo>
                  <a:pt x="457" y="2200"/>
                </a:lnTo>
                <a:lnTo>
                  <a:pt x="457" y="2199"/>
                </a:lnTo>
                <a:lnTo>
                  <a:pt x="456" y="2199"/>
                </a:lnTo>
                <a:lnTo>
                  <a:pt x="455" y="2199"/>
                </a:lnTo>
                <a:lnTo>
                  <a:pt x="455" y="2200"/>
                </a:lnTo>
                <a:lnTo>
                  <a:pt x="454" y="2200"/>
                </a:lnTo>
                <a:lnTo>
                  <a:pt x="454" y="2199"/>
                </a:lnTo>
                <a:lnTo>
                  <a:pt x="455" y="2199"/>
                </a:lnTo>
                <a:lnTo>
                  <a:pt x="455" y="2198"/>
                </a:lnTo>
                <a:lnTo>
                  <a:pt x="455" y="2197"/>
                </a:lnTo>
                <a:lnTo>
                  <a:pt x="455" y="2196"/>
                </a:lnTo>
                <a:lnTo>
                  <a:pt x="455" y="2195"/>
                </a:lnTo>
                <a:lnTo>
                  <a:pt x="454" y="2195"/>
                </a:lnTo>
                <a:lnTo>
                  <a:pt x="454" y="2194"/>
                </a:lnTo>
                <a:lnTo>
                  <a:pt x="453" y="2194"/>
                </a:lnTo>
                <a:lnTo>
                  <a:pt x="453" y="2193"/>
                </a:lnTo>
                <a:lnTo>
                  <a:pt x="453" y="2192"/>
                </a:lnTo>
                <a:lnTo>
                  <a:pt x="452" y="2192"/>
                </a:lnTo>
                <a:lnTo>
                  <a:pt x="452" y="2191"/>
                </a:lnTo>
                <a:lnTo>
                  <a:pt x="452" y="2190"/>
                </a:lnTo>
                <a:lnTo>
                  <a:pt x="451" y="2190"/>
                </a:lnTo>
                <a:lnTo>
                  <a:pt x="451" y="2191"/>
                </a:lnTo>
                <a:lnTo>
                  <a:pt x="450" y="2191"/>
                </a:lnTo>
                <a:lnTo>
                  <a:pt x="449" y="2191"/>
                </a:lnTo>
                <a:lnTo>
                  <a:pt x="449" y="2192"/>
                </a:lnTo>
                <a:lnTo>
                  <a:pt x="448" y="2192"/>
                </a:lnTo>
                <a:lnTo>
                  <a:pt x="447" y="2192"/>
                </a:lnTo>
                <a:lnTo>
                  <a:pt x="447" y="2191"/>
                </a:lnTo>
                <a:lnTo>
                  <a:pt x="447" y="2190"/>
                </a:lnTo>
                <a:lnTo>
                  <a:pt x="446" y="2190"/>
                </a:lnTo>
                <a:lnTo>
                  <a:pt x="446" y="2189"/>
                </a:lnTo>
                <a:lnTo>
                  <a:pt x="446" y="2188"/>
                </a:lnTo>
                <a:lnTo>
                  <a:pt x="446" y="2187"/>
                </a:lnTo>
                <a:lnTo>
                  <a:pt x="446" y="2186"/>
                </a:lnTo>
                <a:lnTo>
                  <a:pt x="445" y="2186"/>
                </a:lnTo>
                <a:lnTo>
                  <a:pt x="445" y="2185"/>
                </a:lnTo>
                <a:lnTo>
                  <a:pt x="444" y="2184"/>
                </a:lnTo>
                <a:lnTo>
                  <a:pt x="445" y="2184"/>
                </a:lnTo>
                <a:lnTo>
                  <a:pt x="446" y="2183"/>
                </a:lnTo>
                <a:lnTo>
                  <a:pt x="447" y="2182"/>
                </a:lnTo>
                <a:lnTo>
                  <a:pt x="448" y="2182"/>
                </a:lnTo>
                <a:lnTo>
                  <a:pt x="449" y="2182"/>
                </a:lnTo>
                <a:lnTo>
                  <a:pt x="449" y="2181"/>
                </a:lnTo>
                <a:lnTo>
                  <a:pt x="449" y="2180"/>
                </a:lnTo>
                <a:lnTo>
                  <a:pt x="450" y="2180"/>
                </a:lnTo>
                <a:lnTo>
                  <a:pt x="450" y="2179"/>
                </a:lnTo>
                <a:lnTo>
                  <a:pt x="450" y="2178"/>
                </a:lnTo>
                <a:lnTo>
                  <a:pt x="450" y="2177"/>
                </a:lnTo>
                <a:lnTo>
                  <a:pt x="450" y="2176"/>
                </a:lnTo>
                <a:lnTo>
                  <a:pt x="451" y="2176"/>
                </a:lnTo>
                <a:lnTo>
                  <a:pt x="451" y="2175"/>
                </a:lnTo>
                <a:lnTo>
                  <a:pt x="452" y="2175"/>
                </a:lnTo>
                <a:lnTo>
                  <a:pt x="452" y="2174"/>
                </a:lnTo>
                <a:lnTo>
                  <a:pt x="451" y="2174"/>
                </a:lnTo>
                <a:lnTo>
                  <a:pt x="451" y="2173"/>
                </a:lnTo>
                <a:lnTo>
                  <a:pt x="451" y="2172"/>
                </a:lnTo>
                <a:lnTo>
                  <a:pt x="450" y="2173"/>
                </a:lnTo>
                <a:lnTo>
                  <a:pt x="450" y="2172"/>
                </a:lnTo>
                <a:lnTo>
                  <a:pt x="449" y="2172"/>
                </a:lnTo>
                <a:lnTo>
                  <a:pt x="449" y="2171"/>
                </a:lnTo>
                <a:lnTo>
                  <a:pt x="449" y="2170"/>
                </a:lnTo>
                <a:lnTo>
                  <a:pt x="450" y="2169"/>
                </a:lnTo>
                <a:lnTo>
                  <a:pt x="449" y="2169"/>
                </a:lnTo>
                <a:lnTo>
                  <a:pt x="449" y="2168"/>
                </a:lnTo>
                <a:lnTo>
                  <a:pt x="448" y="2168"/>
                </a:lnTo>
                <a:lnTo>
                  <a:pt x="448" y="2167"/>
                </a:lnTo>
                <a:lnTo>
                  <a:pt x="447" y="2167"/>
                </a:lnTo>
                <a:lnTo>
                  <a:pt x="447" y="2166"/>
                </a:lnTo>
                <a:lnTo>
                  <a:pt x="448" y="2165"/>
                </a:lnTo>
                <a:lnTo>
                  <a:pt x="448" y="2164"/>
                </a:lnTo>
                <a:lnTo>
                  <a:pt x="449" y="2164"/>
                </a:lnTo>
                <a:lnTo>
                  <a:pt x="448" y="2163"/>
                </a:lnTo>
                <a:lnTo>
                  <a:pt x="448" y="2162"/>
                </a:lnTo>
                <a:lnTo>
                  <a:pt x="449" y="2162"/>
                </a:lnTo>
                <a:lnTo>
                  <a:pt x="449" y="2161"/>
                </a:lnTo>
                <a:lnTo>
                  <a:pt x="448" y="2161"/>
                </a:lnTo>
                <a:lnTo>
                  <a:pt x="449" y="2161"/>
                </a:lnTo>
                <a:lnTo>
                  <a:pt x="449" y="2160"/>
                </a:lnTo>
                <a:lnTo>
                  <a:pt x="448" y="2160"/>
                </a:lnTo>
                <a:lnTo>
                  <a:pt x="448" y="2159"/>
                </a:lnTo>
                <a:lnTo>
                  <a:pt x="447" y="2159"/>
                </a:lnTo>
                <a:lnTo>
                  <a:pt x="447" y="2158"/>
                </a:lnTo>
                <a:lnTo>
                  <a:pt x="447" y="2157"/>
                </a:lnTo>
                <a:lnTo>
                  <a:pt x="446" y="2157"/>
                </a:lnTo>
                <a:lnTo>
                  <a:pt x="446" y="2156"/>
                </a:lnTo>
                <a:lnTo>
                  <a:pt x="445" y="2156"/>
                </a:lnTo>
                <a:lnTo>
                  <a:pt x="445" y="2155"/>
                </a:lnTo>
                <a:lnTo>
                  <a:pt x="444" y="2155"/>
                </a:lnTo>
                <a:lnTo>
                  <a:pt x="444" y="2154"/>
                </a:lnTo>
                <a:lnTo>
                  <a:pt x="444" y="2153"/>
                </a:lnTo>
                <a:lnTo>
                  <a:pt x="443" y="2153"/>
                </a:lnTo>
                <a:lnTo>
                  <a:pt x="443" y="2152"/>
                </a:lnTo>
                <a:lnTo>
                  <a:pt x="442" y="2152"/>
                </a:lnTo>
                <a:lnTo>
                  <a:pt x="441" y="2152"/>
                </a:lnTo>
                <a:lnTo>
                  <a:pt x="441" y="2151"/>
                </a:lnTo>
                <a:lnTo>
                  <a:pt x="441" y="2150"/>
                </a:lnTo>
                <a:lnTo>
                  <a:pt x="442" y="2150"/>
                </a:lnTo>
                <a:lnTo>
                  <a:pt x="443" y="2150"/>
                </a:lnTo>
                <a:lnTo>
                  <a:pt x="443" y="2149"/>
                </a:lnTo>
                <a:lnTo>
                  <a:pt x="443" y="2148"/>
                </a:lnTo>
                <a:lnTo>
                  <a:pt x="444" y="2148"/>
                </a:lnTo>
                <a:lnTo>
                  <a:pt x="445" y="2148"/>
                </a:lnTo>
                <a:lnTo>
                  <a:pt x="445" y="2147"/>
                </a:lnTo>
                <a:lnTo>
                  <a:pt x="446" y="2147"/>
                </a:lnTo>
                <a:lnTo>
                  <a:pt x="447" y="2147"/>
                </a:lnTo>
                <a:lnTo>
                  <a:pt x="447" y="2146"/>
                </a:lnTo>
                <a:lnTo>
                  <a:pt x="448" y="2146"/>
                </a:lnTo>
                <a:lnTo>
                  <a:pt x="448" y="2147"/>
                </a:lnTo>
                <a:lnTo>
                  <a:pt x="449" y="2147"/>
                </a:lnTo>
                <a:lnTo>
                  <a:pt x="449" y="2146"/>
                </a:lnTo>
                <a:lnTo>
                  <a:pt x="450" y="2146"/>
                </a:lnTo>
                <a:lnTo>
                  <a:pt x="451" y="2146"/>
                </a:lnTo>
                <a:lnTo>
                  <a:pt x="451" y="2145"/>
                </a:lnTo>
                <a:lnTo>
                  <a:pt x="452" y="2145"/>
                </a:lnTo>
                <a:lnTo>
                  <a:pt x="452" y="2144"/>
                </a:lnTo>
                <a:lnTo>
                  <a:pt x="452" y="2143"/>
                </a:lnTo>
                <a:lnTo>
                  <a:pt x="453" y="2143"/>
                </a:lnTo>
                <a:lnTo>
                  <a:pt x="453" y="2142"/>
                </a:lnTo>
                <a:lnTo>
                  <a:pt x="453" y="2143"/>
                </a:lnTo>
                <a:lnTo>
                  <a:pt x="454" y="2143"/>
                </a:lnTo>
                <a:lnTo>
                  <a:pt x="455" y="2143"/>
                </a:lnTo>
                <a:lnTo>
                  <a:pt x="455" y="2142"/>
                </a:lnTo>
                <a:lnTo>
                  <a:pt x="455" y="2143"/>
                </a:lnTo>
                <a:lnTo>
                  <a:pt x="456" y="2143"/>
                </a:lnTo>
                <a:lnTo>
                  <a:pt x="456" y="2142"/>
                </a:lnTo>
                <a:lnTo>
                  <a:pt x="456" y="2143"/>
                </a:lnTo>
                <a:lnTo>
                  <a:pt x="457" y="2143"/>
                </a:lnTo>
                <a:lnTo>
                  <a:pt x="457" y="2142"/>
                </a:lnTo>
                <a:lnTo>
                  <a:pt x="458" y="2142"/>
                </a:lnTo>
                <a:lnTo>
                  <a:pt x="458" y="2141"/>
                </a:lnTo>
                <a:lnTo>
                  <a:pt x="458" y="2140"/>
                </a:lnTo>
                <a:lnTo>
                  <a:pt x="459" y="2140"/>
                </a:lnTo>
                <a:lnTo>
                  <a:pt x="460" y="2140"/>
                </a:lnTo>
                <a:lnTo>
                  <a:pt x="460" y="2141"/>
                </a:lnTo>
                <a:lnTo>
                  <a:pt x="461" y="2141"/>
                </a:lnTo>
                <a:lnTo>
                  <a:pt x="462" y="2141"/>
                </a:lnTo>
                <a:lnTo>
                  <a:pt x="463" y="2141"/>
                </a:lnTo>
                <a:lnTo>
                  <a:pt x="463" y="2140"/>
                </a:lnTo>
                <a:lnTo>
                  <a:pt x="463" y="2139"/>
                </a:lnTo>
                <a:lnTo>
                  <a:pt x="463" y="2140"/>
                </a:lnTo>
                <a:lnTo>
                  <a:pt x="464" y="2139"/>
                </a:lnTo>
                <a:lnTo>
                  <a:pt x="465" y="2138"/>
                </a:lnTo>
                <a:lnTo>
                  <a:pt x="466" y="2138"/>
                </a:lnTo>
                <a:lnTo>
                  <a:pt x="467" y="2137"/>
                </a:lnTo>
                <a:lnTo>
                  <a:pt x="467" y="2136"/>
                </a:lnTo>
                <a:lnTo>
                  <a:pt x="468" y="2136"/>
                </a:lnTo>
                <a:lnTo>
                  <a:pt x="468" y="2135"/>
                </a:lnTo>
                <a:lnTo>
                  <a:pt x="469" y="2135"/>
                </a:lnTo>
                <a:lnTo>
                  <a:pt x="470" y="2135"/>
                </a:lnTo>
                <a:lnTo>
                  <a:pt x="470" y="2134"/>
                </a:lnTo>
                <a:lnTo>
                  <a:pt x="471" y="2134"/>
                </a:lnTo>
                <a:lnTo>
                  <a:pt x="471" y="2133"/>
                </a:lnTo>
                <a:lnTo>
                  <a:pt x="472" y="2133"/>
                </a:lnTo>
                <a:lnTo>
                  <a:pt x="473" y="2133"/>
                </a:lnTo>
                <a:lnTo>
                  <a:pt x="473" y="2134"/>
                </a:lnTo>
                <a:lnTo>
                  <a:pt x="472" y="2134"/>
                </a:lnTo>
                <a:lnTo>
                  <a:pt x="473" y="2135"/>
                </a:lnTo>
                <a:lnTo>
                  <a:pt x="473" y="2136"/>
                </a:lnTo>
                <a:lnTo>
                  <a:pt x="473" y="2137"/>
                </a:lnTo>
                <a:lnTo>
                  <a:pt x="473" y="2138"/>
                </a:lnTo>
                <a:lnTo>
                  <a:pt x="473" y="2139"/>
                </a:lnTo>
                <a:lnTo>
                  <a:pt x="474" y="2139"/>
                </a:lnTo>
                <a:lnTo>
                  <a:pt x="474" y="2140"/>
                </a:lnTo>
                <a:lnTo>
                  <a:pt x="474" y="2141"/>
                </a:lnTo>
                <a:lnTo>
                  <a:pt x="475" y="2141"/>
                </a:lnTo>
                <a:lnTo>
                  <a:pt x="475" y="2142"/>
                </a:lnTo>
                <a:lnTo>
                  <a:pt x="476" y="2142"/>
                </a:lnTo>
                <a:lnTo>
                  <a:pt x="476" y="2143"/>
                </a:lnTo>
                <a:lnTo>
                  <a:pt x="476" y="2145"/>
                </a:lnTo>
                <a:lnTo>
                  <a:pt x="476" y="2146"/>
                </a:lnTo>
                <a:lnTo>
                  <a:pt x="475" y="2146"/>
                </a:lnTo>
                <a:lnTo>
                  <a:pt x="474" y="2146"/>
                </a:lnTo>
                <a:lnTo>
                  <a:pt x="474" y="2147"/>
                </a:lnTo>
                <a:lnTo>
                  <a:pt x="474" y="2148"/>
                </a:lnTo>
                <a:lnTo>
                  <a:pt x="474" y="2149"/>
                </a:lnTo>
                <a:lnTo>
                  <a:pt x="475" y="2149"/>
                </a:lnTo>
                <a:lnTo>
                  <a:pt x="474" y="2149"/>
                </a:lnTo>
                <a:lnTo>
                  <a:pt x="475" y="2149"/>
                </a:lnTo>
                <a:lnTo>
                  <a:pt x="475" y="2150"/>
                </a:lnTo>
                <a:lnTo>
                  <a:pt x="475" y="2151"/>
                </a:lnTo>
                <a:lnTo>
                  <a:pt x="475" y="2152"/>
                </a:lnTo>
                <a:lnTo>
                  <a:pt x="476" y="2152"/>
                </a:lnTo>
                <a:lnTo>
                  <a:pt x="476" y="2153"/>
                </a:lnTo>
                <a:lnTo>
                  <a:pt x="476" y="2154"/>
                </a:lnTo>
                <a:lnTo>
                  <a:pt x="476" y="2155"/>
                </a:lnTo>
                <a:lnTo>
                  <a:pt x="476" y="2156"/>
                </a:lnTo>
                <a:lnTo>
                  <a:pt x="476" y="2157"/>
                </a:lnTo>
                <a:lnTo>
                  <a:pt x="477" y="2157"/>
                </a:lnTo>
                <a:lnTo>
                  <a:pt x="478" y="2157"/>
                </a:lnTo>
                <a:lnTo>
                  <a:pt x="478" y="2158"/>
                </a:lnTo>
                <a:lnTo>
                  <a:pt x="478" y="2159"/>
                </a:lnTo>
                <a:lnTo>
                  <a:pt x="478" y="2160"/>
                </a:lnTo>
                <a:lnTo>
                  <a:pt x="479" y="2160"/>
                </a:lnTo>
                <a:lnTo>
                  <a:pt x="479" y="2161"/>
                </a:lnTo>
                <a:lnTo>
                  <a:pt x="479" y="2162"/>
                </a:lnTo>
                <a:lnTo>
                  <a:pt x="480" y="2162"/>
                </a:lnTo>
                <a:lnTo>
                  <a:pt x="480" y="2161"/>
                </a:lnTo>
                <a:lnTo>
                  <a:pt x="480" y="2162"/>
                </a:lnTo>
                <a:lnTo>
                  <a:pt x="481" y="2162"/>
                </a:lnTo>
                <a:lnTo>
                  <a:pt x="481" y="2163"/>
                </a:lnTo>
                <a:lnTo>
                  <a:pt x="481" y="2164"/>
                </a:lnTo>
                <a:lnTo>
                  <a:pt x="482" y="2164"/>
                </a:lnTo>
                <a:lnTo>
                  <a:pt x="482" y="2163"/>
                </a:lnTo>
                <a:lnTo>
                  <a:pt x="483" y="2163"/>
                </a:lnTo>
                <a:lnTo>
                  <a:pt x="484" y="2163"/>
                </a:lnTo>
                <a:lnTo>
                  <a:pt x="484" y="2164"/>
                </a:lnTo>
                <a:lnTo>
                  <a:pt x="485" y="2164"/>
                </a:lnTo>
                <a:lnTo>
                  <a:pt x="485" y="2165"/>
                </a:lnTo>
                <a:lnTo>
                  <a:pt x="486" y="2165"/>
                </a:lnTo>
                <a:lnTo>
                  <a:pt x="487" y="2165"/>
                </a:lnTo>
                <a:lnTo>
                  <a:pt x="487" y="2166"/>
                </a:lnTo>
                <a:lnTo>
                  <a:pt x="488" y="2166"/>
                </a:lnTo>
                <a:lnTo>
                  <a:pt x="487" y="2166"/>
                </a:lnTo>
                <a:lnTo>
                  <a:pt x="487" y="2167"/>
                </a:lnTo>
                <a:lnTo>
                  <a:pt x="488" y="2167"/>
                </a:lnTo>
                <a:lnTo>
                  <a:pt x="488" y="2168"/>
                </a:lnTo>
                <a:lnTo>
                  <a:pt x="489" y="2168"/>
                </a:lnTo>
                <a:lnTo>
                  <a:pt x="490" y="2168"/>
                </a:lnTo>
                <a:lnTo>
                  <a:pt x="490" y="2169"/>
                </a:lnTo>
                <a:lnTo>
                  <a:pt x="491" y="2169"/>
                </a:lnTo>
                <a:lnTo>
                  <a:pt x="491" y="2170"/>
                </a:lnTo>
                <a:lnTo>
                  <a:pt x="492" y="2170"/>
                </a:lnTo>
                <a:lnTo>
                  <a:pt x="492" y="2171"/>
                </a:lnTo>
                <a:lnTo>
                  <a:pt x="493" y="2171"/>
                </a:lnTo>
                <a:lnTo>
                  <a:pt x="494" y="2171"/>
                </a:lnTo>
                <a:lnTo>
                  <a:pt x="494" y="2170"/>
                </a:lnTo>
                <a:lnTo>
                  <a:pt x="494" y="2169"/>
                </a:lnTo>
                <a:lnTo>
                  <a:pt x="495" y="2169"/>
                </a:lnTo>
                <a:lnTo>
                  <a:pt x="495" y="2168"/>
                </a:lnTo>
                <a:lnTo>
                  <a:pt x="496" y="2168"/>
                </a:lnTo>
                <a:lnTo>
                  <a:pt x="496" y="2167"/>
                </a:lnTo>
                <a:lnTo>
                  <a:pt x="497" y="2167"/>
                </a:lnTo>
                <a:lnTo>
                  <a:pt x="498" y="2167"/>
                </a:lnTo>
                <a:lnTo>
                  <a:pt x="498" y="2166"/>
                </a:lnTo>
                <a:lnTo>
                  <a:pt x="498" y="2167"/>
                </a:lnTo>
                <a:lnTo>
                  <a:pt x="499" y="2167"/>
                </a:lnTo>
                <a:lnTo>
                  <a:pt x="499" y="2166"/>
                </a:lnTo>
                <a:lnTo>
                  <a:pt x="499" y="2167"/>
                </a:lnTo>
                <a:lnTo>
                  <a:pt x="500" y="2167"/>
                </a:lnTo>
                <a:lnTo>
                  <a:pt x="500" y="2166"/>
                </a:lnTo>
                <a:lnTo>
                  <a:pt x="501" y="2166"/>
                </a:lnTo>
                <a:lnTo>
                  <a:pt x="502" y="2166"/>
                </a:lnTo>
                <a:lnTo>
                  <a:pt x="503" y="2166"/>
                </a:lnTo>
                <a:lnTo>
                  <a:pt x="503" y="2167"/>
                </a:lnTo>
                <a:lnTo>
                  <a:pt x="504" y="2167"/>
                </a:lnTo>
                <a:lnTo>
                  <a:pt x="504" y="2168"/>
                </a:lnTo>
                <a:lnTo>
                  <a:pt x="505" y="2168"/>
                </a:lnTo>
                <a:lnTo>
                  <a:pt x="505" y="2167"/>
                </a:lnTo>
                <a:lnTo>
                  <a:pt x="505" y="2166"/>
                </a:lnTo>
                <a:lnTo>
                  <a:pt x="505" y="2165"/>
                </a:lnTo>
                <a:lnTo>
                  <a:pt x="505" y="2164"/>
                </a:lnTo>
                <a:lnTo>
                  <a:pt x="506" y="2164"/>
                </a:lnTo>
                <a:lnTo>
                  <a:pt x="505" y="2164"/>
                </a:lnTo>
                <a:lnTo>
                  <a:pt x="506" y="2164"/>
                </a:lnTo>
                <a:lnTo>
                  <a:pt x="506" y="2163"/>
                </a:lnTo>
                <a:lnTo>
                  <a:pt x="507" y="2163"/>
                </a:lnTo>
                <a:lnTo>
                  <a:pt x="507" y="2162"/>
                </a:lnTo>
                <a:lnTo>
                  <a:pt x="507" y="2161"/>
                </a:lnTo>
                <a:lnTo>
                  <a:pt x="507" y="2160"/>
                </a:lnTo>
                <a:lnTo>
                  <a:pt x="507" y="2159"/>
                </a:lnTo>
                <a:lnTo>
                  <a:pt x="508" y="2159"/>
                </a:lnTo>
                <a:lnTo>
                  <a:pt x="508" y="2158"/>
                </a:lnTo>
                <a:lnTo>
                  <a:pt x="508" y="2157"/>
                </a:lnTo>
                <a:lnTo>
                  <a:pt x="508" y="2156"/>
                </a:lnTo>
                <a:lnTo>
                  <a:pt x="508" y="2157"/>
                </a:lnTo>
                <a:lnTo>
                  <a:pt x="509" y="2157"/>
                </a:lnTo>
                <a:lnTo>
                  <a:pt x="510" y="2157"/>
                </a:lnTo>
                <a:lnTo>
                  <a:pt x="510" y="2156"/>
                </a:lnTo>
                <a:lnTo>
                  <a:pt x="510" y="2155"/>
                </a:lnTo>
                <a:lnTo>
                  <a:pt x="511" y="2155"/>
                </a:lnTo>
                <a:lnTo>
                  <a:pt x="512" y="2155"/>
                </a:lnTo>
                <a:lnTo>
                  <a:pt x="513" y="2155"/>
                </a:lnTo>
                <a:lnTo>
                  <a:pt x="512" y="2155"/>
                </a:lnTo>
                <a:lnTo>
                  <a:pt x="512" y="2154"/>
                </a:lnTo>
                <a:lnTo>
                  <a:pt x="512" y="2153"/>
                </a:lnTo>
                <a:lnTo>
                  <a:pt x="513" y="2153"/>
                </a:lnTo>
                <a:lnTo>
                  <a:pt x="514" y="2153"/>
                </a:lnTo>
                <a:lnTo>
                  <a:pt x="515" y="2153"/>
                </a:lnTo>
                <a:lnTo>
                  <a:pt x="516" y="2154"/>
                </a:lnTo>
                <a:lnTo>
                  <a:pt x="516" y="2153"/>
                </a:lnTo>
                <a:lnTo>
                  <a:pt x="516" y="2152"/>
                </a:lnTo>
                <a:lnTo>
                  <a:pt x="517" y="2153"/>
                </a:lnTo>
                <a:lnTo>
                  <a:pt x="518" y="2153"/>
                </a:lnTo>
                <a:lnTo>
                  <a:pt x="519" y="2153"/>
                </a:lnTo>
                <a:lnTo>
                  <a:pt x="519" y="2152"/>
                </a:lnTo>
                <a:lnTo>
                  <a:pt x="519" y="2151"/>
                </a:lnTo>
                <a:lnTo>
                  <a:pt x="520" y="2151"/>
                </a:lnTo>
                <a:lnTo>
                  <a:pt x="520" y="2150"/>
                </a:lnTo>
                <a:lnTo>
                  <a:pt x="521" y="2150"/>
                </a:lnTo>
                <a:lnTo>
                  <a:pt x="521" y="2149"/>
                </a:lnTo>
                <a:lnTo>
                  <a:pt x="520" y="2149"/>
                </a:lnTo>
                <a:lnTo>
                  <a:pt x="520" y="2148"/>
                </a:lnTo>
                <a:lnTo>
                  <a:pt x="521" y="2148"/>
                </a:lnTo>
                <a:lnTo>
                  <a:pt x="521" y="2147"/>
                </a:lnTo>
                <a:lnTo>
                  <a:pt x="521" y="2146"/>
                </a:lnTo>
                <a:lnTo>
                  <a:pt x="522" y="2146"/>
                </a:lnTo>
                <a:lnTo>
                  <a:pt x="522" y="2145"/>
                </a:lnTo>
                <a:lnTo>
                  <a:pt x="522" y="2144"/>
                </a:lnTo>
                <a:lnTo>
                  <a:pt x="523" y="2144"/>
                </a:lnTo>
                <a:lnTo>
                  <a:pt x="524" y="2144"/>
                </a:lnTo>
                <a:lnTo>
                  <a:pt x="523" y="2144"/>
                </a:lnTo>
                <a:lnTo>
                  <a:pt x="523" y="2143"/>
                </a:lnTo>
                <a:lnTo>
                  <a:pt x="523" y="2142"/>
                </a:lnTo>
                <a:lnTo>
                  <a:pt x="522" y="2142"/>
                </a:lnTo>
                <a:lnTo>
                  <a:pt x="522" y="2141"/>
                </a:lnTo>
                <a:lnTo>
                  <a:pt x="523" y="2141"/>
                </a:lnTo>
                <a:lnTo>
                  <a:pt x="523" y="2140"/>
                </a:lnTo>
                <a:lnTo>
                  <a:pt x="522" y="2140"/>
                </a:lnTo>
                <a:lnTo>
                  <a:pt x="522" y="2139"/>
                </a:lnTo>
                <a:lnTo>
                  <a:pt x="521" y="2139"/>
                </a:lnTo>
                <a:lnTo>
                  <a:pt x="521" y="2138"/>
                </a:lnTo>
                <a:lnTo>
                  <a:pt x="521" y="2137"/>
                </a:lnTo>
                <a:lnTo>
                  <a:pt x="520" y="2137"/>
                </a:lnTo>
                <a:lnTo>
                  <a:pt x="520" y="2136"/>
                </a:lnTo>
                <a:lnTo>
                  <a:pt x="520" y="2135"/>
                </a:lnTo>
                <a:lnTo>
                  <a:pt x="521" y="2135"/>
                </a:lnTo>
                <a:lnTo>
                  <a:pt x="522" y="2135"/>
                </a:lnTo>
                <a:lnTo>
                  <a:pt x="522" y="2134"/>
                </a:lnTo>
                <a:lnTo>
                  <a:pt x="521" y="2133"/>
                </a:lnTo>
                <a:lnTo>
                  <a:pt x="522" y="2133"/>
                </a:lnTo>
                <a:lnTo>
                  <a:pt x="522" y="2132"/>
                </a:lnTo>
                <a:lnTo>
                  <a:pt x="523" y="2132"/>
                </a:lnTo>
                <a:lnTo>
                  <a:pt x="523" y="2131"/>
                </a:lnTo>
                <a:lnTo>
                  <a:pt x="522" y="2131"/>
                </a:lnTo>
                <a:lnTo>
                  <a:pt x="522" y="2130"/>
                </a:lnTo>
                <a:lnTo>
                  <a:pt x="522" y="2129"/>
                </a:lnTo>
                <a:lnTo>
                  <a:pt x="521" y="2129"/>
                </a:lnTo>
                <a:lnTo>
                  <a:pt x="522" y="2129"/>
                </a:lnTo>
                <a:lnTo>
                  <a:pt x="521" y="2129"/>
                </a:lnTo>
                <a:lnTo>
                  <a:pt x="521" y="2128"/>
                </a:lnTo>
                <a:lnTo>
                  <a:pt x="521" y="2127"/>
                </a:lnTo>
                <a:lnTo>
                  <a:pt x="521" y="2126"/>
                </a:lnTo>
                <a:lnTo>
                  <a:pt x="520" y="2126"/>
                </a:lnTo>
                <a:lnTo>
                  <a:pt x="520" y="2125"/>
                </a:lnTo>
                <a:lnTo>
                  <a:pt x="519" y="2125"/>
                </a:lnTo>
                <a:lnTo>
                  <a:pt x="518" y="2125"/>
                </a:lnTo>
                <a:lnTo>
                  <a:pt x="517" y="2125"/>
                </a:lnTo>
                <a:lnTo>
                  <a:pt x="516" y="2125"/>
                </a:lnTo>
                <a:lnTo>
                  <a:pt x="516" y="2124"/>
                </a:lnTo>
                <a:lnTo>
                  <a:pt x="516" y="2123"/>
                </a:lnTo>
                <a:lnTo>
                  <a:pt x="516" y="2122"/>
                </a:lnTo>
                <a:lnTo>
                  <a:pt x="517" y="2122"/>
                </a:lnTo>
                <a:lnTo>
                  <a:pt x="517" y="2121"/>
                </a:lnTo>
                <a:lnTo>
                  <a:pt x="516" y="2121"/>
                </a:lnTo>
                <a:lnTo>
                  <a:pt x="516" y="2120"/>
                </a:lnTo>
                <a:lnTo>
                  <a:pt x="517" y="2120"/>
                </a:lnTo>
                <a:lnTo>
                  <a:pt x="517" y="2119"/>
                </a:lnTo>
                <a:lnTo>
                  <a:pt x="517" y="2118"/>
                </a:lnTo>
                <a:lnTo>
                  <a:pt x="517" y="2117"/>
                </a:lnTo>
                <a:lnTo>
                  <a:pt x="517" y="2116"/>
                </a:lnTo>
                <a:lnTo>
                  <a:pt x="517" y="2115"/>
                </a:lnTo>
                <a:lnTo>
                  <a:pt x="516" y="2115"/>
                </a:lnTo>
                <a:lnTo>
                  <a:pt x="516" y="2114"/>
                </a:lnTo>
                <a:lnTo>
                  <a:pt x="517" y="2114"/>
                </a:lnTo>
                <a:lnTo>
                  <a:pt x="517" y="2113"/>
                </a:lnTo>
                <a:lnTo>
                  <a:pt x="517" y="2112"/>
                </a:lnTo>
                <a:lnTo>
                  <a:pt x="517" y="2111"/>
                </a:lnTo>
                <a:lnTo>
                  <a:pt x="518" y="2111"/>
                </a:lnTo>
                <a:lnTo>
                  <a:pt x="518" y="2110"/>
                </a:lnTo>
                <a:lnTo>
                  <a:pt x="519" y="2110"/>
                </a:lnTo>
                <a:lnTo>
                  <a:pt x="519" y="2109"/>
                </a:lnTo>
                <a:lnTo>
                  <a:pt x="518" y="2109"/>
                </a:lnTo>
                <a:lnTo>
                  <a:pt x="518" y="2108"/>
                </a:lnTo>
                <a:lnTo>
                  <a:pt x="517" y="2108"/>
                </a:lnTo>
                <a:lnTo>
                  <a:pt x="516" y="2107"/>
                </a:lnTo>
                <a:lnTo>
                  <a:pt x="515" y="2107"/>
                </a:lnTo>
                <a:lnTo>
                  <a:pt x="514" y="2107"/>
                </a:lnTo>
                <a:lnTo>
                  <a:pt x="514" y="2106"/>
                </a:lnTo>
                <a:lnTo>
                  <a:pt x="514" y="2105"/>
                </a:lnTo>
                <a:lnTo>
                  <a:pt x="513" y="2105"/>
                </a:lnTo>
                <a:lnTo>
                  <a:pt x="512" y="2105"/>
                </a:lnTo>
                <a:lnTo>
                  <a:pt x="512" y="2104"/>
                </a:lnTo>
                <a:lnTo>
                  <a:pt x="511" y="2104"/>
                </a:lnTo>
                <a:lnTo>
                  <a:pt x="511" y="2103"/>
                </a:lnTo>
                <a:lnTo>
                  <a:pt x="511" y="2102"/>
                </a:lnTo>
                <a:lnTo>
                  <a:pt x="510" y="2102"/>
                </a:lnTo>
                <a:lnTo>
                  <a:pt x="510" y="2101"/>
                </a:lnTo>
                <a:lnTo>
                  <a:pt x="510" y="2100"/>
                </a:lnTo>
                <a:lnTo>
                  <a:pt x="510" y="2099"/>
                </a:lnTo>
                <a:lnTo>
                  <a:pt x="510" y="2098"/>
                </a:lnTo>
                <a:lnTo>
                  <a:pt x="510" y="2097"/>
                </a:lnTo>
                <a:lnTo>
                  <a:pt x="509" y="2096"/>
                </a:lnTo>
                <a:lnTo>
                  <a:pt x="509" y="2095"/>
                </a:lnTo>
                <a:lnTo>
                  <a:pt x="509" y="2094"/>
                </a:lnTo>
                <a:lnTo>
                  <a:pt x="509" y="2093"/>
                </a:lnTo>
                <a:lnTo>
                  <a:pt x="509" y="2092"/>
                </a:lnTo>
                <a:lnTo>
                  <a:pt x="509" y="2091"/>
                </a:lnTo>
                <a:lnTo>
                  <a:pt x="509" y="2090"/>
                </a:lnTo>
                <a:lnTo>
                  <a:pt x="509" y="2089"/>
                </a:lnTo>
                <a:lnTo>
                  <a:pt x="509" y="2088"/>
                </a:lnTo>
                <a:lnTo>
                  <a:pt x="510" y="2088"/>
                </a:lnTo>
                <a:lnTo>
                  <a:pt x="510" y="2087"/>
                </a:lnTo>
                <a:lnTo>
                  <a:pt x="510" y="2086"/>
                </a:lnTo>
                <a:lnTo>
                  <a:pt x="511" y="2086"/>
                </a:lnTo>
                <a:lnTo>
                  <a:pt x="510" y="2085"/>
                </a:lnTo>
                <a:lnTo>
                  <a:pt x="509" y="2085"/>
                </a:lnTo>
                <a:lnTo>
                  <a:pt x="509" y="2084"/>
                </a:lnTo>
                <a:lnTo>
                  <a:pt x="508" y="2084"/>
                </a:lnTo>
                <a:lnTo>
                  <a:pt x="508" y="2083"/>
                </a:lnTo>
                <a:lnTo>
                  <a:pt x="507" y="2083"/>
                </a:lnTo>
                <a:lnTo>
                  <a:pt x="506" y="2083"/>
                </a:lnTo>
                <a:lnTo>
                  <a:pt x="505" y="2083"/>
                </a:lnTo>
                <a:lnTo>
                  <a:pt x="505" y="2082"/>
                </a:lnTo>
                <a:lnTo>
                  <a:pt x="504" y="2082"/>
                </a:lnTo>
                <a:lnTo>
                  <a:pt x="504" y="2081"/>
                </a:lnTo>
                <a:lnTo>
                  <a:pt x="503" y="2081"/>
                </a:lnTo>
                <a:lnTo>
                  <a:pt x="503" y="2080"/>
                </a:lnTo>
                <a:lnTo>
                  <a:pt x="502" y="2080"/>
                </a:lnTo>
                <a:lnTo>
                  <a:pt x="502" y="2079"/>
                </a:lnTo>
                <a:lnTo>
                  <a:pt x="503" y="2079"/>
                </a:lnTo>
                <a:lnTo>
                  <a:pt x="503" y="2078"/>
                </a:lnTo>
                <a:lnTo>
                  <a:pt x="502" y="2078"/>
                </a:lnTo>
                <a:lnTo>
                  <a:pt x="502" y="2077"/>
                </a:lnTo>
                <a:lnTo>
                  <a:pt x="501" y="2077"/>
                </a:lnTo>
                <a:lnTo>
                  <a:pt x="500" y="2077"/>
                </a:lnTo>
                <a:lnTo>
                  <a:pt x="500" y="2076"/>
                </a:lnTo>
                <a:lnTo>
                  <a:pt x="499" y="2076"/>
                </a:lnTo>
                <a:lnTo>
                  <a:pt x="499" y="2075"/>
                </a:lnTo>
                <a:lnTo>
                  <a:pt x="499" y="2074"/>
                </a:lnTo>
                <a:lnTo>
                  <a:pt x="499" y="2073"/>
                </a:lnTo>
                <a:lnTo>
                  <a:pt x="499" y="2072"/>
                </a:lnTo>
                <a:lnTo>
                  <a:pt x="498" y="2072"/>
                </a:lnTo>
                <a:lnTo>
                  <a:pt x="498" y="2071"/>
                </a:lnTo>
                <a:lnTo>
                  <a:pt x="498" y="2070"/>
                </a:lnTo>
                <a:lnTo>
                  <a:pt x="497" y="2070"/>
                </a:lnTo>
                <a:lnTo>
                  <a:pt x="496" y="2070"/>
                </a:lnTo>
                <a:lnTo>
                  <a:pt x="495" y="2070"/>
                </a:lnTo>
                <a:lnTo>
                  <a:pt x="494" y="2070"/>
                </a:lnTo>
                <a:lnTo>
                  <a:pt x="494" y="2069"/>
                </a:lnTo>
                <a:lnTo>
                  <a:pt x="493" y="2069"/>
                </a:lnTo>
                <a:lnTo>
                  <a:pt x="492" y="2068"/>
                </a:lnTo>
                <a:lnTo>
                  <a:pt x="492" y="2067"/>
                </a:lnTo>
                <a:lnTo>
                  <a:pt x="491" y="2066"/>
                </a:lnTo>
                <a:lnTo>
                  <a:pt x="492" y="2066"/>
                </a:lnTo>
                <a:lnTo>
                  <a:pt x="492" y="2065"/>
                </a:lnTo>
                <a:lnTo>
                  <a:pt x="491" y="2065"/>
                </a:lnTo>
                <a:lnTo>
                  <a:pt x="491" y="2064"/>
                </a:lnTo>
                <a:lnTo>
                  <a:pt x="490" y="2064"/>
                </a:lnTo>
                <a:lnTo>
                  <a:pt x="489" y="2063"/>
                </a:lnTo>
                <a:lnTo>
                  <a:pt x="488" y="2063"/>
                </a:lnTo>
                <a:lnTo>
                  <a:pt x="488" y="2062"/>
                </a:lnTo>
                <a:lnTo>
                  <a:pt x="487" y="2061"/>
                </a:lnTo>
                <a:lnTo>
                  <a:pt x="486" y="2061"/>
                </a:lnTo>
                <a:lnTo>
                  <a:pt x="485" y="2061"/>
                </a:lnTo>
                <a:lnTo>
                  <a:pt x="484" y="2061"/>
                </a:lnTo>
                <a:lnTo>
                  <a:pt x="483" y="2061"/>
                </a:lnTo>
                <a:lnTo>
                  <a:pt x="483" y="2060"/>
                </a:lnTo>
                <a:lnTo>
                  <a:pt x="482" y="2060"/>
                </a:lnTo>
                <a:lnTo>
                  <a:pt x="481" y="2060"/>
                </a:lnTo>
                <a:lnTo>
                  <a:pt x="481" y="2059"/>
                </a:lnTo>
                <a:lnTo>
                  <a:pt x="481" y="2058"/>
                </a:lnTo>
                <a:lnTo>
                  <a:pt x="482" y="2058"/>
                </a:lnTo>
                <a:lnTo>
                  <a:pt x="481" y="2058"/>
                </a:lnTo>
                <a:lnTo>
                  <a:pt x="480" y="2058"/>
                </a:lnTo>
                <a:lnTo>
                  <a:pt x="480" y="2057"/>
                </a:lnTo>
                <a:lnTo>
                  <a:pt x="480" y="2056"/>
                </a:lnTo>
                <a:lnTo>
                  <a:pt x="479" y="2056"/>
                </a:lnTo>
                <a:lnTo>
                  <a:pt x="479" y="2055"/>
                </a:lnTo>
                <a:lnTo>
                  <a:pt x="479" y="2054"/>
                </a:lnTo>
                <a:lnTo>
                  <a:pt x="478" y="2053"/>
                </a:lnTo>
                <a:lnTo>
                  <a:pt x="478" y="2052"/>
                </a:lnTo>
                <a:lnTo>
                  <a:pt x="477" y="2052"/>
                </a:lnTo>
                <a:lnTo>
                  <a:pt x="476" y="2052"/>
                </a:lnTo>
                <a:lnTo>
                  <a:pt x="476" y="2051"/>
                </a:lnTo>
                <a:lnTo>
                  <a:pt x="476" y="2050"/>
                </a:lnTo>
                <a:lnTo>
                  <a:pt x="475" y="2050"/>
                </a:lnTo>
                <a:lnTo>
                  <a:pt x="476" y="2050"/>
                </a:lnTo>
                <a:lnTo>
                  <a:pt x="475" y="2050"/>
                </a:lnTo>
                <a:lnTo>
                  <a:pt x="475" y="2049"/>
                </a:lnTo>
                <a:lnTo>
                  <a:pt x="474" y="2049"/>
                </a:lnTo>
                <a:lnTo>
                  <a:pt x="474" y="2048"/>
                </a:lnTo>
                <a:lnTo>
                  <a:pt x="473" y="2047"/>
                </a:lnTo>
                <a:lnTo>
                  <a:pt x="472" y="2047"/>
                </a:lnTo>
                <a:lnTo>
                  <a:pt x="472" y="2046"/>
                </a:lnTo>
                <a:lnTo>
                  <a:pt x="472" y="2045"/>
                </a:lnTo>
                <a:lnTo>
                  <a:pt x="472" y="2044"/>
                </a:lnTo>
                <a:lnTo>
                  <a:pt x="473" y="2044"/>
                </a:lnTo>
                <a:lnTo>
                  <a:pt x="473" y="2042"/>
                </a:lnTo>
                <a:lnTo>
                  <a:pt x="473" y="2041"/>
                </a:lnTo>
                <a:lnTo>
                  <a:pt x="474" y="2041"/>
                </a:lnTo>
                <a:lnTo>
                  <a:pt x="474" y="2040"/>
                </a:lnTo>
                <a:lnTo>
                  <a:pt x="474" y="2039"/>
                </a:lnTo>
                <a:lnTo>
                  <a:pt x="473" y="2039"/>
                </a:lnTo>
                <a:lnTo>
                  <a:pt x="473" y="2040"/>
                </a:lnTo>
                <a:lnTo>
                  <a:pt x="472" y="2040"/>
                </a:lnTo>
                <a:lnTo>
                  <a:pt x="471" y="2040"/>
                </a:lnTo>
                <a:lnTo>
                  <a:pt x="470" y="2040"/>
                </a:lnTo>
                <a:lnTo>
                  <a:pt x="470" y="2039"/>
                </a:lnTo>
                <a:lnTo>
                  <a:pt x="469" y="2039"/>
                </a:lnTo>
                <a:lnTo>
                  <a:pt x="469" y="2038"/>
                </a:lnTo>
                <a:lnTo>
                  <a:pt x="469" y="2037"/>
                </a:lnTo>
                <a:lnTo>
                  <a:pt x="468" y="2037"/>
                </a:lnTo>
                <a:lnTo>
                  <a:pt x="467" y="2036"/>
                </a:lnTo>
                <a:lnTo>
                  <a:pt x="467" y="2035"/>
                </a:lnTo>
                <a:lnTo>
                  <a:pt x="468" y="2035"/>
                </a:lnTo>
                <a:lnTo>
                  <a:pt x="469" y="2035"/>
                </a:lnTo>
                <a:lnTo>
                  <a:pt x="470" y="2035"/>
                </a:lnTo>
                <a:lnTo>
                  <a:pt x="470" y="2034"/>
                </a:lnTo>
                <a:lnTo>
                  <a:pt x="471" y="2034"/>
                </a:lnTo>
                <a:lnTo>
                  <a:pt x="472" y="2034"/>
                </a:lnTo>
                <a:lnTo>
                  <a:pt x="472" y="2033"/>
                </a:lnTo>
                <a:lnTo>
                  <a:pt x="473" y="2033"/>
                </a:lnTo>
                <a:lnTo>
                  <a:pt x="473" y="2032"/>
                </a:lnTo>
                <a:lnTo>
                  <a:pt x="474" y="2032"/>
                </a:lnTo>
                <a:lnTo>
                  <a:pt x="475" y="2032"/>
                </a:lnTo>
                <a:lnTo>
                  <a:pt x="475" y="2031"/>
                </a:lnTo>
                <a:lnTo>
                  <a:pt x="476" y="2031"/>
                </a:lnTo>
                <a:lnTo>
                  <a:pt x="476" y="2030"/>
                </a:lnTo>
                <a:lnTo>
                  <a:pt x="477" y="2030"/>
                </a:lnTo>
                <a:lnTo>
                  <a:pt x="477" y="2029"/>
                </a:lnTo>
                <a:lnTo>
                  <a:pt x="476" y="2029"/>
                </a:lnTo>
                <a:lnTo>
                  <a:pt x="476" y="2028"/>
                </a:lnTo>
                <a:lnTo>
                  <a:pt x="476" y="2027"/>
                </a:lnTo>
                <a:lnTo>
                  <a:pt x="475" y="2027"/>
                </a:lnTo>
                <a:lnTo>
                  <a:pt x="475" y="2026"/>
                </a:lnTo>
                <a:lnTo>
                  <a:pt x="475" y="2025"/>
                </a:lnTo>
                <a:lnTo>
                  <a:pt x="475" y="2024"/>
                </a:lnTo>
                <a:lnTo>
                  <a:pt x="474" y="2024"/>
                </a:lnTo>
                <a:lnTo>
                  <a:pt x="474" y="2023"/>
                </a:lnTo>
                <a:lnTo>
                  <a:pt x="474" y="2022"/>
                </a:lnTo>
                <a:lnTo>
                  <a:pt x="474" y="2021"/>
                </a:lnTo>
                <a:lnTo>
                  <a:pt x="474" y="2020"/>
                </a:lnTo>
                <a:lnTo>
                  <a:pt x="475" y="2020"/>
                </a:lnTo>
                <a:lnTo>
                  <a:pt x="474" y="2020"/>
                </a:lnTo>
                <a:lnTo>
                  <a:pt x="474" y="2019"/>
                </a:lnTo>
                <a:lnTo>
                  <a:pt x="475" y="2019"/>
                </a:lnTo>
                <a:lnTo>
                  <a:pt x="475" y="2018"/>
                </a:lnTo>
                <a:lnTo>
                  <a:pt x="475" y="2017"/>
                </a:lnTo>
                <a:lnTo>
                  <a:pt x="474" y="2017"/>
                </a:lnTo>
                <a:lnTo>
                  <a:pt x="474" y="2016"/>
                </a:lnTo>
                <a:lnTo>
                  <a:pt x="474" y="2015"/>
                </a:lnTo>
                <a:lnTo>
                  <a:pt x="474" y="2014"/>
                </a:lnTo>
                <a:lnTo>
                  <a:pt x="474" y="2013"/>
                </a:lnTo>
                <a:lnTo>
                  <a:pt x="474" y="2012"/>
                </a:lnTo>
                <a:lnTo>
                  <a:pt x="475" y="2012"/>
                </a:lnTo>
                <a:lnTo>
                  <a:pt x="474" y="2012"/>
                </a:lnTo>
                <a:lnTo>
                  <a:pt x="474" y="2011"/>
                </a:lnTo>
                <a:lnTo>
                  <a:pt x="475" y="2011"/>
                </a:lnTo>
                <a:lnTo>
                  <a:pt x="475" y="2010"/>
                </a:lnTo>
                <a:lnTo>
                  <a:pt x="473" y="2010"/>
                </a:lnTo>
                <a:lnTo>
                  <a:pt x="473" y="2009"/>
                </a:lnTo>
                <a:lnTo>
                  <a:pt x="472" y="2009"/>
                </a:lnTo>
                <a:lnTo>
                  <a:pt x="472" y="2008"/>
                </a:lnTo>
                <a:lnTo>
                  <a:pt x="472" y="2007"/>
                </a:lnTo>
                <a:lnTo>
                  <a:pt x="472" y="2005"/>
                </a:lnTo>
                <a:lnTo>
                  <a:pt x="472" y="2004"/>
                </a:lnTo>
                <a:lnTo>
                  <a:pt x="473" y="2004"/>
                </a:lnTo>
                <a:lnTo>
                  <a:pt x="473" y="2003"/>
                </a:lnTo>
                <a:lnTo>
                  <a:pt x="472" y="2003"/>
                </a:lnTo>
                <a:lnTo>
                  <a:pt x="473" y="2003"/>
                </a:lnTo>
                <a:lnTo>
                  <a:pt x="473" y="2002"/>
                </a:lnTo>
                <a:lnTo>
                  <a:pt x="472" y="2002"/>
                </a:lnTo>
                <a:lnTo>
                  <a:pt x="473" y="2002"/>
                </a:lnTo>
                <a:lnTo>
                  <a:pt x="473" y="2001"/>
                </a:lnTo>
                <a:lnTo>
                  <a:pt x="472" y="2001"/>
                </a:lnTo>
                <a:lnTo>
                  <a:pt x="472" y="2000"/>
                </a:lnTo>
                <a:lnTo>
                  <a:pt x="471" y="2000"/>
                </a:lnTo>
                <a:lnTo>
                  <a:pt x="471" y="1999"/>
                </a:lnTo>
                <a:lnTo>
                  <a:pt x="471" y="2000"/>
                </a:lnTo>
                <a:lnTo>
                  <a:pt x="470" y="1999"/>
                </a:lnTo>
                <a:lnTo>
                  <a:pt x="469" y="1999"/>
                </a:lnTo>
                <a:lnTo>
                  <a:pt x="469" y="1998"/>
                </a:lnTo>
                <a:lnTo>
                  <a:pt x="468" y="1998"/>
                </a:lnTo>
                <a:lnTo>
                  <a:pt x="468" y="1999"/>
                </a:lnTo>
                <a:lnTo>
                  <a:pt x="467" y="1999"/>
                </a:lnTo>
                <a:lnTo>
                  <a:pt x="467" y="1998"/>
                </a:lnTo>
                <a:lnTo>
                  <a:pt x="466" y="1998"/>
                </a:lnTo>
                <a:lnTo>
                  <a:pt x="465" y="1998"/>
                </a:lnTo>
                <a:lnTo>
                  <a:pt x="465" y="1997"/>
                </a:lnTo>
                <a:lnTo>
                  <a:pt x="465" y="1996"/>
                </a:lnTo>
                <a:lnTo>
                  <a:pt x="465" y="1995"/>
                </a:lnTo>
                <a:lnTo>
                  <a:pt x="466" y="1995"/>
                </a:lnTo>
                <a:lnTo>
                  <a:pt x="466" y="1994"/>
                </a:lnTo>
                <a:lnTo>
                  <a:pt x="465" y="1994"/>
                </a:lnTo>
                <a:lnTo>
                  <a:pt x="465" y="1993"/>
                </a:lnTo>
                <a:lnTo>
                  <a:pt x="465" y="1992"/>
                </a:lnTo>
                <a:lnTo>
                  <a:pt x="466" y="1992"/>
                </a:lnTo>
                <a:lnTo>
                  <a:pt x="467" y="1992"/>
                </a:lnTo>
                <a:lnTo>
                  <a:pt x="467" y="1993"/>
                </a:lnTo>
                <a:lnTo>
                  <a:pt x="468" y="1993"/>
                </a:lnTo>
                <a:lnTo>
                  <a:pt x="469" y="1993"/>
                </a:lnTo>
                <a:lnTo>
                  <a:pt x="469" y="1992"/>
                </a:lnTo>
                <a:lnTo>
                  <a:pt x="468" y="1992"/>
                </a:lnTo>
                <a:lnTo>
                  <a:pt x="469" y="1992"/>
                </a:lnTo>
                <a:lnTo>
                  <a:pt x="469" y="1991"/>
                </a:lnTo>
                <a:lnTo>
                  <a:pt x="470" y="1991"/>
                </a:lnTo>
                <a:lnTo>
                  <a:pt x="470" y="1992"/>
                </a:lnTo>
                <a:lnTo>
                  <a:pt x="471" y="1992"/>
                </a:lnTo>
                <a:lnTo>
                  <a:pt x="472" y="1992"/>
                </a:lnTo>
                <a:lnTo>
                  <a:pt x="473" y="1992"/>
                </a:lnTo>
                <a:lnTo>
                  <a:pt x="473" y="1991"/>
                </a:lnTo>
                <a:lnTo>
                  <a:pt x="474" y="1991"/>
                </a:lnTo>
                <a:lnTo>
                  <a:pt x="474" y="1990"/>
                </a:lnTo>
                <a:lnTo>
                  <a:pt x="475" y="1990"/>
                </a:lnTo>
                <a:lnTo>
                  <a:pt x="476" y="1990"/>
                </a:lnTo>
                <a:lnTo>
                  <a:pt x="476" y="1989"/>
                </a:lnTo>
                <a:lnTo>
                  <a:pt x="477" y="1989"/>
                </a:lnTo>
                <a:lnTo>
                  <a:pt x="477" y="1988"/>
                </a:lnTo>
                <a:lnTo>
                  <a:pt x="477" y="1987"/>
                </a:lnTo>
                <a:lnTo>
                  <a:pt x="478" y="1987"/>
                </a:lnTo>
                <a:lnTo>
                  <a:pt x="479" y="1987"/>
                </a:lnTo>
                <a:lnTo>
                  <a:pt x="479" y="1988"/>
                </a:lnTo>
                <a:lnTo>
                  <a:pt x="480" y="1988"/>
                </a:lnTo>
                <a:lnTo>
                  <a:pt x="481" y="1988"/>
                </a:lnTo>
                <a:lnTo>
                  <a:pt x="481" y="1987"/>
                </a:lnTo>
                <a:lnTo>
                  <a:pt x="482" y="1987"/>
                </a:lnTo>
                <a:lnTo>
                  <a:pt x="482" y="1986"/>
                </a:lnTo>
                <a:lnTo>
                  <a:pt x="482" y="1987"/>
                </a:lnTo>
                <a:lnTo>
                  <a:pt x="483" y="1987"/>
                </a:lnTo>
                <a:lnTo>
                  <a:pt x="483" y="1986"/>
                </a:lnTo>
                <a:lnTo>
                  <a:pt x="483" y="1985"/>
                </a:lnTo>
                <a:lnTo>
                  <a:pt x="483" y="1984"/>
                </a:lnTo>
                <a:lnTo>
                  <a:pt x="484" y="1984"/>
                </a:lnTo>
                <a:lnTo>
                  <a:pt x="485" y="1984"/>
                </a:lnTo>
                <a:lnTo>
                  <a:pt x="485" y="1985"/>
                </a:lnTo>
                <a:lnTo>
                  <a:pt x="486" y="1986"/>
                </a:lnTo>
                <a:lnTo>
                  <a:pt x="487" y="1986"/>
                </a:lnTo>
                <a:lnTo>
                  <a:pt x="487" y="1987"/>
                </a:lnTo>
                <a:lnTo>
                  <a:pt x="488" y="1987"/>
                </a:lnTo>
                <a:lnTo>
                  <a:pt x="488" y="1986"/>
                </a:lnTo>
                <a:lnTo>
                  <a:pt x="488" y="1985"/>
                </a:lnTo>
                <a:lnTo>
                  <a:pt x="489" y="1985"/>
                </a:lnTo>
                <a:lnTo>
                  <a:pt x="489" y="1984"/>
                </a:lnTo>
                <a:lnTo>
                  <a:pt x="490" y="1984"/>
                </a:lnTo>
                <a:lnTo>
                  <a:pt x="489" y="1984"/>
                </a:lnTo>
                <a:lnTo>
                  <a:pt x="489" y="1983"/>
                </a:lnTo>
                <a:lnTo>
                  <a:pt x="490" y="1982"/>
                </a:lnTo>
                <a:lnTo>
                  <a:pt x="490" y="1981"/>
                </a:lnTo>
                <a:lnTo>
                  <a:pt x="490" y="1980"/>
                </a:lnTo>
                <a:lnTo>
                  <a:pt x="490" y="1979"/>
                </a:lnTo>
                <a:lnTo>
                  <a:pt x="491" y="1979"/>
                </a:lnTo>
                <a:lnTo>
                  <a:pt x="491" y="1978"/>
                </a:lnTo>
                <a:lnTo>
                  <a:pt x="492" y="1978"/>
                </a:lnTo>
                <a:lnTo>
                  <a:pt x="492" y="1977"/>
                </a:lnTo>
                <a:lnTo>
                  <a:pt x="492" y="1976"/>
                </a:lnTo>
                <a:lnTo>
                  <a:pt x="493" y="1976"/>
                </a:lnTo>
                <a:lnTo>
                  <a:pt x="493" y="1975"/>
                </a:lnTo>
                <a:lnTo>
                  <a:pt x="493" y="1974"/>
                </a:lnTo>
                <a:lnTo>
                  <a:pt x="493" y="1973"/>
                </a:lnTo>
                <a:lnTo>
                  <a:pt x="493" y="1972"/>
                </a:lnTo>
                <a:lnTo>
                  <a:pt x="494" y="1972"/>
                </a:lnTo>
                <a:lnTo>
                  <a:pt x="494" y="1971"/>
                </a:lnTo>
                <a:lnTo>
                  <a:pt x="494" y="1970"/>
                </a:lnTo>
                <a:lnTo>
                  <a:pt x="494" y="1969"/>
                </a:lnTo>
                <a:lnTo>
                  <a:pt x="495" y="1969"/>
                </a:lnTo>
                <a:lnTo>
                  <a:pt x="496" y="1969"/>
                </a:lnTo>
                <a:lnTo>
                  <a:pt x="497" y="1969"/>
                </a:lnTo>
                <a:lnTo>
                  <a:pt x="498" y="1969"/>
                </a:lnTo>
                <a:lnTo>
                  <a:pt x="499" y="1969"/>
                </a:lnTo>
                <a:lnTo>
                  <a:pt x="499" y="1968"/>
                </a:lnTo>
                <a:lnTo>
                  <a:pt x="500" y="1968"/>
                </a:lnTo>
                <a:lnTo>
                  <a:pt x="500" y="1967"/>
                </a:lnTo>
                <a:lnTo>
                  <a:pt x="499" y="1967"/>
                </a:lnTo>
                <a:lnTo>
                  <a:pt x="498" y="1966"/>
                </a:lnTo>
                <a:lnTo>
                  <a:pt x="497" y="1966"/>
                </a:lnTo>
                <a:lnTo>
                  <a:pt x="497" y="1965"/>
                </a:lnTo>
                <a:lnTo>
                  <a:pt x="496" y="1965"/>
                </a:lnTo>
                <a:lnTo>
                  <a:pt x="495" y="1965"/>
                </a:lnTo>
                <a:lnTo>
                  <a:pt x="494" y="1965"/>
                </a:lnTo>
                <a:lnTo>
                  <a:pt x="494" y="1964"/>
                </a:lnTo>
                <a:lnTo>
                  <a:pt x="493" y="1964"/>
                </a:lnTo>
                <a:lnTo>
                  <a:pt x="493" y="1963"/>
                </a:lnTo>
                <a:lnTo>
                  <a:pt x="493" y="1962"/>
                </a:lnTo>
                <a:lnTo>
                  <a:pt x="493" y="1961"/>
                </a:lnTo>
                <a:lnTo>
                  <a:pt x="492" y="1961"/>
                </a:lnTo>
                <a:lnTo>
                  <a:pt x="491" y="1961"/>
                </a:lnTo>
                <a:lnTo>
                  <a:pt x="491" y="1962"/>
                </a:lnTo>
                <a:lnTo>
                  <a:pt x="490" y="1962"/>
                </a:lnTo>
                <a:lnTo>
                  <a:pt x="490" y="1963"/>
                </a:lnTo>
                <a:lnTo>
                  <a:pt x="489" y="1963"/>
                </a:lnTo>
                <a:lnTo>
                  <a:pt x="489" y="1964"/>
                </a:lnTo>
                <a:lnTo>
                  <a:pt x="488" y="1964"/>
                </a:lnTo>
                <a:lnTo>
                  <a:pt x="487" y="1964"/>
                </a:lnTo>
                <a:lnTo>
                  <a:pt x="488" y="1964"/>
                </a:lnTo>
                <a:lnTo>
                  <a:pt x="487" y="1965"/>
                </a:lnTo>
                <a:lnTo>
                  <a:pt x="486" y="1965"/>
                </a:lnTo>
                <a:lnTo>
                  <a:pt x="486" y="1964"/>
                </a:lnTo>
                <a:lnTo>
                  <a:pt x="485" y="1964"/>
                </a:lnTo>
                <a:lnTo>
                  <a:pt x="485" y="1963"/>
                </a:lnTo>
                <a:lnTo>
                  <a:pt x="484" y="1963"/>
                </a:lnTo>
                <a:lnTo>
                  <a:pt x="484" y="1962"/>
                </a:lnTo>
                <a:lnTo>
                  <a:pt x="485" y="1962"/>
                </a:lnTo>
                <a:lnTo>
                  <a:pt x="485" y="1961"/>
                </a:lnTo>
                <a:lnTo>
                  <a:pt x="485" y="1960"/>
                </a:lnTo>
                <a:lnTo>
                  <a:pt x="484" y="1960"/>
                </a:lnTo>
                <a:lnTo>
                  <a:pt x="483" y="1960"/>
                </a:lnTo>
                <a:lnTo>
                  <a:pt x="483" y="1959"/>
                </a:lnTo>
                <a:lnTo>
                  <a:pt x="482" y="1958"/>
                </a:lnTo>
                <a:lnTo>
                  <a:pt x="481" y="1958"/>
                </a:lnTo>
                <a:lnTo>
                  <a:pt x="480" y="1958"/>
                </a:lnTo>
                <a:lnTo>
                  <a:pt x="479" y="1958"/>
                </a:lnTo>
                <a:lnTo>
                  <a:pt x="479" y="1957"/>
                </a:lnTo>
                <a:lnTo>
                  <a:pt x="478" y="1957"/>
                </a:lnTo>
                <a:lnTo>
                  <a:pt x="478" y="1956"/>
                </a:lnTo>
                <a:lnTo>
                  <a:pt x="477" y="1956"/>
                </a:lnTo>
                <a:lnTo>
                  <a:pt x="476" y="1956"/>
                </a:lnTo>
                <a:lnTo>
                  <a:pt x="475" y="1956"/>
                </a:lnTo>
                <a:lnTo>
                  <a:pt x="474" y="1956"/>
                </a:lnTo>
                <a:lnTo>
                  <a:pt x="474" y="1955"/>
                </a:lnTo>
                <a:lnTo>
                  <a:pt x="473" y="1955"/>
                </a:lnTo>
                <a:lnTo>
                  <a:pt x="473" y="1954"/>
                </a:lnTo>
                <a:lnTo>
                  <a:pt x="472" y="1954"/>
                </a:lnTo>
                <a:lnTo>
                  <a:pt x="473" y="1954"/>
                </a:lnTo>
                <a:lnTo>
                  <a:pt x="474" y="1954"/>
                </a:lnTo>
                <a:lnTo>
                  <a:pt x="474" y="1953"/>
                </a:lnTo>
                <a:lnTo>
                  <a:pt x="474" y="1952"/>
                </a:lnTo>
                <a:lnTo>
                  <a:pt x="474" y="1951"/>
                </a:lnTo>
                <a:lnTo>
                  <a:pt x="473" y="1951"/>
                </a:lnTo>
                <a:lnTo>
                  <a:pt x="472" y="1951"/>
                </a:lnTo>
                <a:lnTo>
                  <a:pt x="472" y="1950"/>
                </a:lnTo>
                <a:lnTo>
                  <a:pt x="471" y="1950"/>
                </a:lnTo>
                <a:lnTo>
                  <a:pt x="470" y="1950"/>
                </a:lnTo>
                <a:lnTo>
                  <a:pt x="470" y="1949"/>
                </a:lnTo>
                <a:lnTo>
                  <a:pt x="470" y="1948"/>
                </a:lnTo>
                <a:lnTo>
                  <a:pt x="470" y="1947"/>
                </a:lnTo>
                <a:lnTo>
                  <a:pt x="469" y="1947"/>
                </a:lnTo>
                <a:lnTo>
                  <a:pt x="468" y="1947"/>
                </a:lnTo>
                <a:lnTo>
                  <a:pt x="467" y="1947"/>
                </a:lnTo>
                <a:lnTo>
                  <a:pt x="466" y="1947"/>
                </a:lnTo>
                <a:lnTo>
                  <a:pt x="466" y="1946"/>
                </a:lnTo>
                <a:lnTo>
                  <a:pt x="465" y="1946"/>
                </a:lnTo>
                <a:lnTo>
                  <a:pt x="464" y="1946"/>
                </a:lnTo>
                <a:lnTo>
                  <a:pt x="463" y="1946"/>
                </a:lnTo>
                <a:lnTo>
                  <a:pt x="462" y="1946"/>
                </a:lnTo>
                <a:lnTo>
                  <a:pt x="461" y="1946"/>
                </a:lnTo>
                <a:lnTo>
                  <a:pt x="460" y="1946"/>
                </a:lnTo>
                <a:lnTo>
                  <a:pt x="460" y="1947"/>
                </a:lnTo>
                <a:lnTo>
                  <a:pt x="459" y="1947"/>
                </a:lnTo>
                <a:lnTo>
                  <a:pt x="459" y="1948"/>
                </a:lnTo>
                <a:lnTo>
                  <a:pt x="459" y="1949"/>
                </a:lnTo>
                <a:lnTo>
                  <a:pt x="458" y="1949"/>
                </a:lnTo>
                <a:lnTo>
                  <a:pt x="457" y="1949"/>
                </a:lnTo>
                <a:lnTo>
                  <a:pt x="456" y="1949"/>
                </a:lnTo>
                <a:lnTo>
                  <a:pt x="456" y="1948"/>
                </a:lnTo>
                <a:lnTo>
                  <a:pt x="456" y="1947"/>
                </a:lnTo>
                <a:lnTo>
                  <a:pt x="456" y="1946"/>
                </a:lnTo>
                <a:lnTo>
                  <a:pt x="456" y="1945"/>
                </a:lnTo>
                <a:lnTo>
                  <a:pt x="456" y="1944"/>
                </a:lnTo>
                <a:lnTo>
                  <a:pt x="456" y="1943"/>
                </a:lnTo>
                <a:lnTo>
                  <a:pt x="456" y="1942"/>
                </a:lnTo>
                <a:lnTo>
                  <a:pt x="456" y="1943"/>
                </a:lnTo>
                <a:lnTo>
                  <a:pt x="455" y="1943"/>
                </a:lnTo>
                <a:lnTo>
                  <a:pt x="455" y="1942"/>
                </a:lnTo>
                <a:lnTo>
                  <a:pt x="454" y="1942"/>
                </a:lnTo>
                <a:lnTo>
                  <a:pt x="453" y="1942"/>
                </a:lnTo>
                <a:lnTo>
                  <a:pt x="452" y="1942"/>
                </a:lnTo>
                <a:lnTo>
                  <a:pt x="451" y="1942"/>
                </a:lnTo>
                <a:lnTo>
                  <a:pt x="451" y="1941"/>
                </a:lnTo>
                <a:lnTo>
                  <a:pt x="450" y="1942"/>
                </a:lnTo>
                <a:lnTo>
                  <a:pt x="449" y="1942"/>
                </a:lnTo>
                <a:lnTo>
                  <a:pt x="449" y="1943"/>
                </a:lnTo>
                <a:lnTo>
                  <a:pt x="448" y="1943"/>
                </a:lnTo>
                <a:lnTo>
                  <a:pt x="447" y="1943"/>
                </a:lnTo>
                <a:lnTo>
                  <a:pt x="447" y="1944"/>
                </a:lnTo>
                <a:lnTo>
                  <a:pt x="446" y="1944"/>
                </a:lnTo>
                <a:lnTo>
                  <a:pt x="447" y="1944"/>
                </a:lnTo>
                <a:lnTo>
                  <a:pt x="447" y="1945"/>
                </a:lnTo>
                <a:lnTo>
                  <a:pt x="446" y="1945"/>
                </a:lnTo>
                <a:lnTo>
                  <a:pt x="446" y="1946"/>
                </a:lnTo>
                <a:lnTo>
                  <a:pt x="445" y="1946"/>
                </a:lnTo>
                <a:lnTo>
                  <a:pt x="445" y="1945"/>
                </a:lnTo>
                <a:lnTo>
                  <a:pt x="445" y="1944"/>
                </a:lnTo>
                <a:lnTo>
                  <a:pt x="444" y="1944"/>
                </a:lnTo>
                <a:lnTo>
                  <a:pt x="444" y="1943"/>
                </a:lnTo>
                <a:lnTo>
                  <a:pt x="445" y="1943"/>
                </a:lnTo>
                <a:lnTo>
                  <a:pt x="445" y="1942"/>
                </a:lnTo>
                <a:lnTo>
                  <a:pt x="444" y="1942"/>
                </a:lnTo>
                <a:lnTo>
                  <a:pt x="445" y="1941"/>
                </a:lnTo>
                <a:lnTo>
                  <a:pt x="444" y="1941"/>
                </a:lnTo>
                <a:lnTo>
                  <a:pt x="445" y="1941"/>
                </a:lnTo>
                <a:lnTo>
                  <a:pt x="444" y="1941"/>
                </a:lnTo>
                <a:lnTo>
                  <a:pt x="444" y="1940"/>
                </a:lnTo>
                <a:lnTo>
                  <a:pt x="443" y="1940"/>
                </a:lnTo>
                <a:lnTo>
                  <a:pt x="442" y="1940"/>
                </a:lnTo>
                <a:lnTo>
                  <a:pt x="442" y="1939"/>
                </a:lnTo>
                <a:lnTo>
                  <a:pt x="441" y="1939"/>
                </a:lnTo>
                <a:lnTo>
                  <a:pt x="440" y="1939"/>
                </a:lnTo>
                <a:lnTo>
                  <a:pt x="439" y="1939"/>
                </a:lnTo>
                <a:lnTo>
                  <a:pt x="438" y="1939"/>
                </a:lnTo>
                <a:lnTo>
                  <a:pt x="437" y="1939"/>
                </a:lnTo>
                <a:lnTo>
                  <a:pt x="436" y="1939"/>
                </a:lnTo>
                <a:lnTo>
                  <a:pt x="435" y="1939"/>
                </a:lnTo>
                <a:lnTo>
                  <a:pt x="435" y="1938"/>
                </a:lnTo>
                <a:lnTo>
                  <a:pt x="434" y="1938"/>
                </a:lnTo>
                <a:lnTo>
                  <a:pt x="433" y="1938"/>
                </a:lnTo>
                <a:lnTo>
                  <a:pt x="432" y="1938"/>
                </a:lnTo>
                <a:lnTo>
                  <a:pt x="431" y="1938"/>
                </a:lnTo>
                <a:lnTo>
                  <a:pt x="431" y="1937"/>
                </a:lnTo>
                <a:lnTo>
                  <a:pt x="430" y="1937"/>
                </a:lnTo>
                <a:lnTo>
                  <a:pt x="430" y="1936"/>
                </a:lnTo>
                <a:lnTo>
                  <a:pt x="430" y="1935"/>
                </a:lnTo>
                <a:lnTo>
                  <a:pt x="430" y="1934"/>
                </a:lnTo>
                <a:lnTo>
                  <a:pt x="430" y="1933"/>
                </a:lnTo>
                <a:lnTo>
                  <a:pt x="429" y="1933"/>
                </a:lnTo>
                <a:lnTo>
                  <a:pt x="430" y="1933"/>
                </a:lnTo>
                <a:lnTo>
                  <a:pt x="430" y="1932"/>
                </a:lnTo>
                <a:lnTo>
                  <a:pt x="431" y="1932"/>
                </a:lnTo>
                <a:lnTo>
                  <a:pt x="431" y="1931"/>
                </a:lnTo>
                <a:lnTo>
                  <a:pt x="431" y="1930"/>
                </a:lnTo>
                <a:lnTo>
                  <a:pt x="430" y="1930"/>
                </a:lnTo>
                <a:lnTo>
                  <a:pt x="430" y="1929"/>
                </a:lnTo>
                <a:lnTo>
                  <a:pt x="429" y="1929"/>
                </a:lnTo>
                <a:lnTo>
                  <a:pt x="428" y="1929"/>
                </a:lnTo>
                <a:lnTo>
                  <a:pt x="428" y="1928"/>
                </a:lnTo>
                <a:lnTo>
                  <a:pt x="427" y="1928"/>
                </a:lnTo>
                <a:lnTo>
                  <a:pt x="426" y="1928"/>
                </a:lnTo>
                <a:lnTo>
                  <a:pt x="425" y="1928"/>
                </a:lnTo>
                <a:lnTo>
                  <a:pt x="425" y="1927"/>
                </a:lnTo>
                <a:lnTo>
                  <a:pt x="424" y="1927"/>
                </a:lnTo>
                <a:lnTo>
                  <a:pt x="424" y="1926"/>
                </a:lnTo>
                <a:lnTo>
                  <a:pt x="424" y="1925"/>
                </a:lnTo>
                <a:lnTo>
                  <a:pt x="424" y="1924"/>
                </a:lnTo>
                <a:lnTo>
                  <a:pt x="425" y="1924"/>
                </a:lnTo>
                <a:lnTo>
                  <a:pt x="425" y="1923"/>
                </a:lnTo>
                <a:lnTo>
                  <a:pt x="425" y="1922"/>
                </a:lnTo>
                <a:lnTo>
                  <a:pt x="426" y="1922"/>
                </a:lnTo>
                <a:lnTo>
                  <a:pt x="426" y="1921"/>
                </a:lnTo>
                <a:lnTo>
                  <a:pt x="426" y="1920"/>
                </a:lnTo>
                <a:lnTo>
                  <a:pt x="426" y="1919"/>
                </a:lnTo>
                <a:lnTo>
                  <a:pt x="427" y="1919"/>
                </a:lnTo>
                <a:lnTo>
                  <a:pt x="426" y="1919"/>
                </a:lnTo>
                <a:lnTo>
                  <a:pt x="426" y="1918"/>
                </a:lnTo>
                <a:lnTo>
                  <a:pt x="426" y="1917"/>
                </a:lnTo>
                <a:lnTo>
                  <a:pt x="427" y="1917"/>
                </a:lnTo>
                <a:lnTo>
                  <a:pt x="426" y="1917"/>
                </a:lnTo>
                <a:lnTo>
                  <a:pt x="427" y="1916"/>
                </a:lnTo>
                <a:lnTo>
                  <a:pt x="427" y="1915"/>
                </a:lnTo>
                <a:lnTo>
                  <a:pt x="427" y="1914"/>
                </a:lnTo>
                <a:lnTo>
                  <a:pt x="426" y="1914"/>
                </a:lnTo>
                <a:lnTo>
                  <a:pt x="427" y="1914"/>
                </a:lnTo>
                <a:lnTo>
                  <a:pt x="427" y="1913"/>
                </a:lnTo>
                <a:lnTo>
                  <a:pt x="427" y="1912"/>
                </a:lnTo>
                <a:lnTo>
                  <a:pt x="427" y="1911"/>
                </a:lnTo>
                <a:lnTo>
                  <a:pt x="426" y="1911"/>
                </a:lnTo>
                <a:lnTo>
                  <a:pt x="426" y="1910"/>
                </a:lnTo>
                <a:lnTo>
                  <a:pt x="425" y="1910"/>
                </a:lnTo>
                <a:lnTo>
                  <a:pt x="424" y="1910"/>
                </a:lnTo>
                <a:lnTo>
                  <a:pt x="424" y="1909"/>
                </a:lnTo>
                <a:lnTo>
                  <a:pt x="425" y="1909"/>
                </a:lnTo>
                <a:lnTo>
                  <a:pt x="425" y="1908"/>
                </a:lnTo>
                <a:lnTo>
                  <a:pt x="424" y="1908"/>
                </a:lnTo>
                <a:lnTo>
                  <a:pt x="423" y="1908"/>
                </a:lnTo>
                <a:lnTo>
                  <a:pt x="423" y="1907"/>
                </a:lnTo>
                <a:lnTo>
                  <a:pt x="424" y="1907"/>
                </a:lnTo>
                <a:lnTo>
                  <a:pt x="423" y="1907"/>
                </a:lnTo>
                <a:lnTo>
                  <a:pt x="422" y="1907"/>
                </a:lnTo>
                <a:lnTo>
                  <a:pt x="422" y="1906"/>
                </a:lnTo>
                <a:lnTo>
                  <a:pt x="422" y="1905"/>
                </a:lnTo>
                <a:lnTo>
                  <a:pt x="421" y="1905"/>
                </a:lnTo>
                <a:lnTo>
                  <a:pt x="422" y="1905"/>
                </a:lnTo>
                <a:lnTo>
                  <a:pt x="423" y="1905"/>
                </a:lnTo>
                <a:lnTo>
                  <a:pt x="423" y="1904"/>
                </a:lnTo>
                <a:lnTo>
                  <a:pt x="424" y="1903"/>
                </a:lnTo>
                <a:lnTo>
                  <a:pt x="424" y="1901"/>
                </a:lnTo>
                <a:lnTo>
                  <a:pt x="423" y="1901"/>
                </a:lnTo>
                <a:lnTo>
                  <a:pt x="422" y="1901"/>
                </a:lnTo>
                <a:lnTo>
                  <a:pt x="422" y="1900"/>
                </a:lnTo>
                <a:lnTo>
                  <a:pt x="421" y="1900"/>
                </a:lnTo>
                <a:lnTo>
                  <a:pt x="420" y="1900"/>
                </a:lnTo>
                <a:lnTo>
                  <a:pt x="420" y="1899"/>
                </a:lnTo>
                <a:lnTo>
                  <a:pt x="419" y="1899"/>
                </a:lnTo>
                <a:lnTo>
                  <a:pt x="419" y="1898"/>
                </a:lnTo>
                <a:lnTo>
                  <a:pt x="418" y="1898"/>
                </a:lnTo>
                <a:lnTo>
                  <a:pt x="418" y="1897"/>
                </a:lnTo>
                <a:lnTo>
                  <a:pt x="417" y="1897"/>
                </a:lnTo>
                <a:lnTo>
                  <a:pt x="417" y="1896"/>
                </a:lnTo>
                <a:lnTo>
                  <a:pt x="416" y="1896"/>
                </a:lnTo>
                <a:lnTo>
                  <a:pt x="416" y="1895"/>
                </a:lnTo>
                <a:lnTo>
                  <a:pt x="417" y="1895"/>
                </a:lnTo>
                <a:lnTo>
                  <a:pt x="417" y="1894"/>
                </a:lnTo>
                <a:lnTo>
                  <a:pt x="418" y="1894"/>
                </a:lnTo>
                <a:lnTo>
                  <a:pt x="418" y="1893"/>
                </a:lnTo>
                <a:lnTo>
                  <a:pt x="418" y="1892"/>
                </a:lnTo>
                <a:lnTo>
                  <a:pt x="419" y="1892"/>
                </a:lnTo>
                <a:lnTo>
                  <a:pt x="419" y="1891"/>
                </a:lnTo>
                <a:lnTo>
                  <a:pt x="418" y="1891"/>
                </a:lnTo>
                <a:lnTo>
                  <a:pt x="418" y="1890"/>
                </a:lnTo>
                <a:lnTo>
                  <a:pt x="418" y="1889"/>
                </a:lnTo>
                <a:lnTo>
                  <a:pt x="417" y="1888"/>
                </a:lnTo>
                <a:lnTo>
                  <a:pt x="416" y="1888"/>
                </a:lnTo>
                <a:lnTo>
                  <a:pt x="415" y="1888"/>
                </a:lnTo>
                <a:lnTo>
                  <a:pt x="414" y="1888"/>
                </a:lnTo>
                <a:lnTo>
                  <a:pt x="413" y="1888"/>
                </a:lnTo>
                <a:lnTo>
                  <a:pt x="413" y="1889"/>
                </a:lnTo>
                <a:lnTo>
                  <a:pt x="412" y="1889"/>
                </a:lnTo>
                <a:lnTo>
                  <a:pt x="411" y="1888"/>
                </a:lnTo>
                <a:lnTo>
                  <a:pt x="411" y="1887"/>
                </a:lnTo>
                <a:lnTo>
                  <a:pt x="410" y="1887"/>
                </a:lnTo>
                <a:lnTo>
                  <a:pt x="411" y="1887"/>
                </a:lnTo>
                <a:lnTo>
                  <a:pt x="411" y="1886"/>
                </a:lnTo>
                <a:lnTo>
                  <a:pt x="411" y="1885"/>
                </a:lnTo>
                <a:lnTo>
                  <a:pt x="411" y="1884"/>
                </a:lnTo>
                <a:lnTo>
                  <a:pt x="410" y="1884"/>
                </a:lnTo>
                <a:lnTo>
                  <a:pt x="411" y="1884"/>
                </a:lnTo>
                <a:lnTo>
                  <a:pt x="411" y="1883"/>
                </a:lnTo>
                <a:lnTo>
                  <a:pt x="410" y="1882"/>
                </a:lnTo>
                <a:lnTo>
                  <a:pt x="411" y="1882"/>
                </a:lnTo>
                <a:lnTo>
                  <a:pt x="411" y="1881"/>
                </a:lnTo>
                <a:lnTo>
                  <a:pt x="411" y="1880"/>
                </a:lnTo>
                <a:lnTo>
                  <a:pt x="410" y="1880"/>
                </a:lnTo>
                <a:lnTo>
                  <a:pt x="411" y="1880"/>
                </a:lnTo>
                <a:lnTo>
                  <a:pt x="410" y="1880"/>
                </a:lnTo>
                <a:lnTo>
                  <a:pt x="410" y="1879"/>
                </a:lnTo>
                <a:lnTo>
                  <a:pt x="409" y="1878"/>
                </a:lnTo>
                <a:lnTo>
                  <a:pt x="408" y="1878"/>
                </a:lnTo>
                <a:lnTo>
                  <a:pt x="408" y="1877"/>
                </a:lnTo>
                <a:lnTo>
                  <a:pt x="407" y="1877"/>
                </a:lnTo>
                <a:lnTo>
                  <a:pt x="407" y="1876"/>
                </a:lnTo>
                <a:lnTo>
                  <a:pt x="407" y="1875"/>
                </a:lnTo>
                <a:lnTo>
                  <a:pt x="406" y="1875"/>
                </a:lnTo>
                <a:lnTo>
                  <a:pt x="406" y="1872"/>
                </a:lnTo>
                <a:lnTo>
                  <a:pt x="407" y="1871"/>
                </a:lnTo>
                <a:lnTo>
                  <a:pt x="407" y="1870"/>
                </a:lnTo>
                <a:lnTo>
                  <a:pt x="407" y="1869"/>
                </a:lnTo>
                <a:lnTo>
                  <a:pt x="406" y="1869"/>
                </a:lnTo>
                <a:lnTo>
                  <a:pt x="407" y="1869"/>
                </a:lnTo>
                <a:lnTo>
                  <a:pt x="407" y="1868"/>
                </a:lnTo>
                <a:lnTo>
                  <a:pt x="407" y="1867"/>
                </a:lnTo>
                <a:lnTo>
                  <a:pt x="407" y="1865"/>
                </a:lnTo>
                <a:lnTo>
                  <a:pt x="407" y="1862"/>
                </a:lnTo>
                <a:lnTo>
                  <a:pt x="407" y="1861"/>
                </a:lnTo>
                <a:lnTo>
                  <a:pt x="408" y="1861"/>
                </a:lnTo>
                <a:lnTo>
                  <a:pt x="409" y="1861"/>
                </a:lnTo>
                <a:lnTo>
                  <a:pt x="410" y="1860"/>
                </a:lnTo>
                <a:lnTo>
                  <a:pt x="410" y="1859"/>
                </a:lnTo>
                <a:lnTo>
                  <a:pt x="410" y="1858"/>
                </a:lnTo>
                <a:lnTo>
                  <a:pt x="411" y="1858"/>
                </a:lnTo>
                <a:lnTo>
                  <a:pt x="412" y="1857"/>
                </a:lnTo>
                <a:lnTo>
                  <a:pt x="412" y="1856"/>
                </a:lnTo>
                <a:lnTo>
                  <a:pt x="413" y="1856"/>
                </a:lnTo>
                <a:lnTo>
                  <a:pt x="414" y="1856"/>
                </a:lnTo>
                <a:lnTo>
                  <a:pt x="415" y="1855"/>
                </a:lnTo>
                <a:lnTo>
                  <a:pt x="415" y="1854"/>
                </a:lnTo>
                <a:lnTo>
                  <a:pt x="415" y="1853"/>
                </a:lnTo>
                <a:lnTo>
                  <a:pt x="416" y="1852"/>
                </a:lnTo>
                <a:lnTo>
                  <a:pt x="416" y="1851"/>
                </a:lnTo>
                <a:lnTo>
                  <a:pt x="416" y="1850"/>
                </a:lnTo>
                <a:lnTo>
                  <a:pt x="417" y="1849"/>
                </a:lnTo>
                <a:lnTo>
                  <a:pt x="418" y="1849"/>
                </a:lnTo>
                <a:lnTo>
                  <a:pt x="418" y="1848"/>
                </a:lnTo>
                <a:lnTo>
                  <a:pt x="417" y="1848"/>
                </a:lnTo>
                <a:lnTo>
                  <a:pt x="417" y="1849"/>
                </a:lnTo>
                <a:lnTo>
                  <a:pt x="416" y="1849"/>
                </a:lnTo>
                <a:lnTo>
                  <a:pt x="416" y="1848"/>
                </a:lnTo>
                <a:lnTo>
                  <a:pt x="415" y="1848"/>
                </a:lnTo>
                <a:lnTo>
                  <a:pt x="414" y="1848"/>
                </a:lnTo>
                <a:lnTo>
                  <a:pt x="413" y="1848"/>
                </a:lnTo>
                <a:lnTo>
                  <a:pt x="413" y="1849"/>
                </a:lnTo>
                <a:lnTo>
                  <a:pt x="412" y="1849"/>
                </a:lnTo>
                <a:lnTo>
                  <a:pt x="411" y="1849"/>
                </a:lnTo>
                <a:lnTo>
                  <a:pt x="410" y="1849"/>
                </a:lnTo>
                <a:lnTo>
                  <a:pt x="409" y="1849"/>
                </a:lnTo>
                <a:lnTo>
                  <a:pt x="409" y="1850"/>
                </a:lnTo>
                <a:lnTo>
                  <a:pt x="409" y="1851"/>
                </a:lnTo>
                <a:lnTo>
                  <a:pt x="408" y="1851"/>
                </a:lnTo>
                <a:lnTo>
                  <a:pt x="408" y="1850"/>
                </a:lnTo>
                <a:lnTo>
                  <a:pt x="407" y="1850"/>
                </a:lnTo>
                <a:lnTo>
                  <a:pt x="407" y="1849"/>
                </a:lnTo>
                <a:lnTo>
                  <a:pt x="406" y="1849"/>
                </a:lnTo>
                <a:lnTo>
                  <a:pt x="406" y="1848"/>
                </a:lnTo>
                <a:lnTo>
                  <a:pt x="405" y="1849"/>
                </a:lnTo>
                <a:lnTo>
                  <a:pt x="404" y="1849"/>
                </a:lnTo>
                <a:lnTo>
                  <a:pt x="403" y="1849"/>
                </a:lnTo>
                <a:lnTo>
                  <a:pt x="402" y="1849"/>
                </a:lnTo>
                <a:lnTo>
                  <a:pt x="402" y="1850"/>
                </a:lnTo>
                <a:lnTo>
                  <a:pt x="401" y="1849"/>
                </a:lnTo>
                <a:lnTo>
                  <a:pt x="400" y="1849"/>
                </a:lnTo>
                <a:lnTo>
                  <a:pt x="399" y="1848"/>
                </a:lnTo>
                <a:lnTo>
                  <a:pt x="398" y="1848"/>
                </a:lnTo>
                <a:lnTo>
                  <a:pt x="398" y="1849"/>
                </a:lnTo>
                <a:lnTo>
                  <a:pt x="398" y="1850"/>
                </a:lnTo>
                <a:lnTo>
                  <a:pt x="398" y="1851"/>
                </a:lnTo>
                <a:lnTo>
                  <a:pt x="397" y="1851"/>
                </a:lnTo>
                <a:lnTo>
                  <a:pt x="396" y="1850"/>
                </a:lnTo>
                <a:lnTo>
                  <a:pt x="395" y="1849"/>
                </a:lnTo>
                <a:lnTo>
                  <a:pt x="394" y="1848"/>
                </a:lnTo>
                <a:lnTo>
                  <a:pt x="393" y="1848"/>
                </a:lnTo>
                <a:lnTo>
                  <a:pt x="393" y="1849"/>
                </a:lnTo>
                <a:lnTo>
                  <a:pt x="392" y="1849"/>
                </a:lnTo>
                <a:lnTo>
                  <a:pt x="392" y="1848"/>
                </a:lnTo>
                <a:lnTo>
                  <a:pt x="390" y="1847"/>
                </a:lnTo>
                <a:lnTo>
                  <a:pt x="390" y="1846"/>
                </a:lnTo>
                <a:lnTo>
                  <a:pt x="389" y="1846"/>
                </a:lnTo>
                <a:lnTo>
                  <a:pt x="389" y="1845"/>
                </a:lnTo>
                <a:lnTo>
                  <a:pt x="389" y="1846"/>
                </a:lnTo>
                <a:lnTo>
                  <a:pt x="388" y="1846"/>
                </a:lnTo>
                <a:lnTo>
                  <a:pt x="388" y="1847"/>
                </a:lnTo>
                <a:lnTo>
                  <a:pt x="388" y="1848"/>
                </a:lnTo>
                <a:lnTo>
                  <a:pt x="387" y="1848"/>
                </a:lnTo>
                <a:lnTo>
                  <a:pt x="385" y="1848"/>
                </a:lnTo>
                <a:lnTo>
                  <a:pt x="384" y="1848"/>
                </a:lnTo>
                <a:lnTo>
                  <a:pt x="383" y="1849"/>
                </a:lnTo>
                <a:lnTo>
                  <a:pt x="382" y="1849"/>
                </a:lnTo>
                <a:lnTo>
                  <a:pt x="382" y="1850"/>
                </a:lnTo>
                <a:lnTo>
                  <a:pt x="382" y="1851"/>
                </a:lnTo>
                <a:lnTo>
                  <a:pt x="381" y="1852"/>
                </a:lnTo>
                <a:lnTo>
                  <a:pt x="380" y="1852"/>
                </a:lnTo>
                <a:lnTo>
                  <a:pt x="379" y="1852"/>
                </a:lnTo>
                <a:lnTo>
                  <a:pt x="378" y="1853"/>
                </a:lnTo>
                <a:lnTo>
                  <a:pt x="377" y="1852"/>
                </a:lnTo>
                <a:lnTo>
                  <a:pt x="376" y="1851"/>
                </a:lnTo>
                <a:lnTo>
                  <a:pt x="375" y="1850"/>
                </a:lnTo>
                <a:lnTo>
                  <a:pt x="374" y="1850"/>
                </a:lnTo>
                <a:lnTo>
                  <a:pt x="373" y="1852"/>
                </a:lnTo>
                <a:lnTo>
                  <a:pt x="372" y="1852"/>
                </a:lnTo>
                <a:lnTo>
                  <a:pt x="371" y="1851"/>
                </a:lnTo>
                <a:lnTo>
                  <a:pt x="370" y="1851"/>
                </a:lnTo>
                <a:lnTo>
                  <a:pt x="369" y="1851"/>
                </a:lnTo>
                <a:lnTo>
                  <a:pt x="369" y="1852"/>
                </a:lnTo>
                <a:lnTo>
                  <a:pt x="368" y="1852"/>
                </a:lnTo>
                <a:lnTo>
                  <a:pt x="368" y="1851"/>
                </a:lnTo>
                <a:lnTo>
                  <a:pt x="368" y="1850"/>
                </a:lnTo>
                <a:lnTo>
                  <a:pt x="366" y="1850"/>
                </a:lnTo>
                <a:lnTo>
                  <a:pt x="364" y="1849"/>
                </a:lnTo>
                <a:lnTo>
                  <a:pt x="362" y="1849"/>
                </a:lnTo>
                <a:lnTo>
                  <a:pt x="361" y="1849"/>
                </a:lnTo>
                <a:lnTo>
                  <a:pt x="360" y="1850"/>
                </a:lnTo>
                <a:lnTo>
                  <a:pt x="358" y="1850"/>
                </a:lnTo>
                <a:lnTo>
                  <a:pt x="358" y="1851"/>
                </a:lnTo>
                <a:lnTo>
                  <a:pt x="357" y="1851"/>
                </a:lnTo>
                <a:lnTo>
                  <a:pt x="356" y="1851"/>
                </a:lnTo>
                <a:lnTo>
                  <a:pt x="355" y="1851"/>
                </a:lnTo>
                <a:lnTo>
                  <a:pt x="355" y="1852"/>
                </a:lnTo>
                <a:lnTo>
                  <a:pt x="354" y="1851"/>
                </a:lnTo>
                <a:lnTo>
                  <a:pt x="353" y="1851"/>
                </a:lnTo>
                <a:lnTo>
                  <a:pt x="352" y="1851"/>
                </a:lnTo>
                <a:lnTo>
                  <a:pt x="351" y="1851"/>
                </a:lnTo>
                <a:lnTo>
                  <a:pt x="350" y="1850"/>
                </a:lnTo>
                <a:lnTo>
                  <a:pt x="349" y="1849"/>
                </a:lnTo>
                <a:lnTo>
                  <a:pt x="349" y="1848"/>
                </a:lnTo>
                <a:lnTo>
                  <a:pt x="348" y="1848"/>
                </a:lnTo>
                <a:lnTo>
                  <a:pt x="347" y="1848"/>
                </a:lnTo>
                <a:lnTo>
                  <a:pt x="347" y="1847"/>
                </a:lnTo>
                <a:lnTo>
                  <a:pt x="346" y="1845"/>
                </a:lnTo>
                <a:lnTo>
                  <a:pt x="345" y="1844"/>
                </a:lnTo>
                <a:lnTo>
                  <a:pt x="344" y="1844"/>
                </a:lnTo>
                <a:lnTo>
                  <a:pt x="343" y="1843"/>
                </a:lnTo>
                <a:lnTo>
                  <a:pt x="342" y="1843"/>
                </a:lnTo>
                <a:lnTo>
                  <a:pt x="341" y="1844"/>
                </a:lnTo>
                <a:lnTo>
                  <a:pt x="340" y="1844"/>
                </a:lnTo>
                <a:lnTo>
                  <a:pt x="339" y="1844"/>
                </a:lnTo>
                <a:lnTo>
                  <a:pt x="338" y="1845"/>
                </a:lnTo>
                <a:lnTo>
                  <a:pt x="337" y="1845"/>
                </a:lnTo>
                <a:lnTo>
                  <a:pt x="335" y="1846"/>
                </a:lnTo>
                <a:lnTo>
                  <a:pt x="334" y="1846"/>
                </a:lnTo>
                <a:lnTo>
                  <a:pt x="333" y="1846"/>
                </a:lnTo>
                <a:lnTo>
                  <a:pt x="332" y="1845"/>
                </a:lnTo>
                <a:lnTo>
                  <a:pt x="331" y="1844"/>
                </a:lnTo>
                <a:lnTo>
                  <a:pt x="330" y="1844"/>
                </a:lnTo>
                <a:lnTo>
                  <a:pt x="329" y="1844"/>
                </a:lnTo>
                <a:lnTo>
                  <a:pt x="328" y="1842"/>
                </a:lnTo>
                <a:lnTo>
                  <a:pt x="327" y="1842"/>
                </a:lnTo>
                <a:lnTo>
                  <a:pt x="326" y="1841"/>
                </a:lnTo>
                <a:lnTo>
                  <a:pt x="325" y="1841"/>
                </a:lnTo>
                <a:lnTo>
                  <a:pt x="324" y="1841"/>
                </a:lnTo>
                <a:lnTo>
                  <a:pt x="323" y="1840"/>
                </a:lnTo>
                <a:lnTo>
                  <a:pt x="323" y="1839"/>
                </a:lnTo>
                <a:lnTo>
                  <a:pt x="322" y="1838"/>
                </a:lnTo>
                <a:lnTo>
                  <a:pt x="321" y="1838"/>
                </a:lnTo>
                <a:lnTo>
                  <a:pt x="320" y="1838"/>
                </a:lnTo>
                <a:lnTo>
                  <a:pt x="319" y="1838"/>
                </a:lnTo>
                <a:lnTo>
                  <a:pt x="318" y="1837"/>
                </a:lnTo>
                <a:lnTo>
                  <a:pt x="317" y="1837"/>
                </a:lnTo>
                <a:lnTo>
                  <a:pt x="317" y="1836"/>
                </a:lnTo>
                <a:lnTo>
                  <a:pt x="316" y="1836"/>
                </a:lnTo>
                <a:lnTo>
                  <a:pt x="315" y="1837"/>
                </a:lnTo>
                <a:lnTo>
                  <a:pt x="314" y="1837"/>
                </a:lnTo>
                <a:lnTo>
                  <a:pt x="313" y="1837"/>
                </a:lnTo>
                <a:lnTo>
                  <a:pt x="313" y="1838"/>
                </a:lnTo>
                <a:lnTo>
                  <a:pt x="312" y="1838"/>
                </a:lnTo>
                <a:lnTo>
                  <a:pt x="311" y="1838"/>
                </a:lnTo>
                <a:lnTo>
                  <a:pt x="311" y="1837"/>
                </a:lnTo>
                <a:lnTo>
                  <a:pt x="310" y="1837"/>
                </a:lnTo>
                <a:lnTo>
                  <a:pt x="309" y="1837"/>
                </a:lnTo>
                <a:lnTo>
                  <a:pt x="307" y="1836"/>
                </a:lnTo>
                <a:lnTo>
                  <a:pt x="306" y="1835"/>
                </a:lnTo>
                <a:lnTo>
                  <a:pt x="306" y="1834"/>
                </a:lnTo>
                <a:lnTo>
                  <a:pt x="305" y="1833"/>
                </a:lnTo>
                <a:lnTo>
                  <a:pt x="304" y="1833"/>
                </a:lnTo>
                <a:lnTo>
                  <a:pt x="303" y="1832"/>
                </a:lnTo>
                <a:lnTo>
                  <a:pt x="302" y="1831"/>
                </a:lnTo>
                <a:lnTo>
                  <a:pt x="302" y="1830"/>
                </a:lnTo>
                <a:lnTo>
                  <a:pt x="301" y="1830"/>
                </a:lnTo>
                <a:lnTo>
                  <a:pt x="300" y="1831"/>
                </a:lnTo>
                <a:lnTo>
                  <a:pt x="298" y="1831"/>
                </a:lnTo>
                <a:lnTo>
                  <a:pt x="296" y="1832"/>
                </a:lnTo>
                <a:lnTo>
                  <a:pt x="295" y="1832"/>
                </a:lnTo>
                <a:lnTo>
                  <a:pt x="294" y="1832"/>
                </a:lnTo>
                <a:lnTo>
                  <a:pt x="294" y="1831"/>
                </a:lnTo>
                <a:lnTo>
                  <a:pt x="294" y="1830"/>
                </a:lnTo>
                <a:lnTo>
                  <a:pt x="293" y="1829"/>
                </a:lnTo>
                <a:lnTo>
                  <a:pt x="292" y="1827"/>
                </a:lnTo>
                <a:lnTo>
                  <a:pt x="291" y="1827"/>
                </a:lnTo>
                <a:lnTo>
                  <a:pt x="291" y="1826"/>
                </a:lnTo>
                <a:lnTo>
                  <a:pt x="290" y="1826"/>
                </a:lnTo>
                <a:lnTo>
                  <a:pt x="289" y="1825"/>
                </a:lnTo>
                <a:lnTo>
                  <a:pt x="289" y="1824"/>
                </a:lnTo>
                <a:lnTo>
                  <a:pt x="288" y="1822"/>
                </a:lnTo>
                <a:lnTo>
                  <a:pt x="286" y="1822"/>
                </a:lnTo>
                <a:lnTo>
                  <a:pt x="284" y="1821"/>
                </a:lnTo>
                <a:lnTo>
                  <a:pt x="284" y="1820"/>
                </a:lnTo>
                <a:lnTo>
                  <a:pt x="283" y="1820"/>
                </a:lnTo>
                <a:lnTo>
                  <a:pt x="282" y="1821"/>
                </a:lnTo>
                <a:lnTo>
                  <a:pt x="281" y="1821"/>
                </a:lnTo>
                <a:lnTo>
                  <a:pt x="280" y="1820"/>
                </a:lnTo>
                <a:lnTo>
                  <a:pt x="279" y="1820"/>
                </a:lnTo>
                <a:lnTo>
                  <a:pt x="279" y="1819"/>
                </a:lnTo>
                <a:lnTo>
                  <a:pt x="278" y="1818"/>
                </a:lnTo>
                <a:lnTo>
                  <a:pt x="277" y="1817"/>
                </a:lnTo>
                <a:lnTo>
                  <a:pt x="277" y="1816"/>
                </a:lnTo>
                <a:lnTo>
                  <a:pt x="277" y="1815"/>
                </a:lnTo>
                <a:lnTo>
                  <a:pt x="277" y="1814"/>
                </a:lnTo>
                <a:lnTo>
                  <a:pt x="278" y="1813"/>
                </a:lnTo>
                <a:lnTo>
                  <a:pt x="279" y="1813"/>
                </a:lnTo>
                <a:lnTo>
                  <a:pt x="279" y="1812"/>
                </a:lnTo>
                <a:lnTo>
                  <a:pt x="278" y="1811"/>
                </a:lnTo>
                <a:lnTo>
                  <a:pt x="278" y="1809"/>
                </a:lnTo>
                <a:lnTo>
                  <a:pt x="279" y="1808"/>
                </a:lnTo>
                <a:lnTo>
                  <a:pt x="279" y="1807"/>
                </a:lnTo>
                <a:lnTo>
                  <a:pt x="279" y="1806"/>
                </a:lnTo>
                <a:lnTo>
                  <a:pt x="278" y="1805"/>
                </a:lnTo>
                <a:lnTo>
                  <a:pt x="277" y="1804"/>
                </a:lnTo>
                <a:lnTo>
                  <a:pt x="276" y="1804"/>
                </a:lnTo>
                <a:lnTo>
                  <a:pt x="275" y="1804"/>
                </a:lnTo>
                <a:lnTo>
                  <a:pt x="275" y="1805"/>
                </a:lnTo>
                <a:lnTo>
                  <a:pt x="275" y="1806"/>
                </a:lnTo>
                <a:lnTo>
                  <a:pt x="275" y="1807"/>
                </a:lnTo>
                <a:lnTo>
                  <a:pt x="273" y="1808"/>
                </a:lnTo>
                <a:lnTo>
                  <a:pt x="272" y="1809"/>
                </a:lnTo>
                <a:lnTo>
                  <a:pt x="271" y="1808"/>
                </a:lnTo>
                <a:lnTo>
                  <a:pt x="270" y="1808"/>
                </a:lnTo>
                <a:lnTo>
                  <a:pt x="269" y="1808"/>
                </a:lnTo>
                <a:lnTo>
                  <a:pt x="267" y="1808"/>
                </a:lnTo>
                <a:lnTo>
                  <a:pt x="266" y="1809"/>
                </a:lnTo>
                <a:lnTo>
                  <a:pt x="266" y="1810"/>
                </a:lnTo>
                <a:lnTo>
                  <a:pt x="265" y="1811"/>
                </a:lnTo>
                <a:lnTo>
                  <a:pt x="265" y="1812"/>
                </a:lnTo>
                <a:lnTo>
                  <a:pt x="264" y="1812"/>
                </a:lnTo>
                <a:lnTo>
                  <a:pt x="264" y="1811"/>
                </a:lnTo>
                <a:lnTo>
                  <a:pt x="262" y="1811"/>
                </a:lnTo>
                <a:lnTo>
                  <a:pt x="261" y="1811"/>
                </a:lnTo>
                <a:lnTo>
                  <a:pt x="260" y="1811"/>
                </a:lnTo>
                <a:lnTo>
                  <a:pt x="259" y="1811"/>
                </a:lnTo>
                <a:lnTo>
                  <a:pt x="258" y="1811"/>
                </a:lnTo>
                <a:lnTo>
                  <a:pt x="258" y="1812"/>
                </a:lnTo>
                <a:lnTo>
                  <a:pt x="258" y="1813"/>
                </a:lnTo>
                <a:lnTo>
                  <a:pt x="259" y="1814"/>
                </a:lnTo>
                <a:lnTo>
                  <a:pt x="258" y="1815"/>
                </a:lnTo>
                <a:lnTo>
                  <a:pt x="258" y="1814"/>
                </a:lnTo>
                <a:lnTo>
                  <a:pt x="257" y="1814"/>
                </a:lnTo>
                <a:lnTo>
                  <a:pt x="255" y="1814"/>
                </a:lnTo>
                <a:lnTo>
                  <a:pt x="254" y="1814"/>
                </a:lnTo>
                <a:lnTo>
                  <a:pt x="253" y="1813"/>
                </a:lnTo>
                <a:lnTo>
                  <a:pt x="252" y="1813"/>
                </a:lnTo>
                <a:lnTo>
                  <a:pt x="251" y="1813"/>
                </a:lnTo>
                <a:lnTo>
                  <a:pt x="250" y="1813"/>
                </a:lnTo>
                <a:lnTo>
                  <a:pt x="249" y="1813"/>
                </a:lnTo>
                <a:lnTo>
                  <a:pt x="248" y="1813"/>
                </a:lnTo>
                <a:lnTo>
                  <a:pt x="246" y="1813"/>
                </a:lnTo>
                <a:lnTo>
                  <a:pt x="246" y="1814"/>
                </a:lnTo>
                <a:lnTo>
                  <a:pt x="245" y="1814"/>
                </a:lnTo>
                <a:lnTo>
                  <a:pt x="241" y="1814"/>
                </a:lnTo>
                <a:lnTo>
                  <a:pt x="240" y="1814"/>
                </a:lnTo>
                <a:lnTo>
                  <a:pt x="239" y="1814"/>
                </a:lnTo>
                <a:lnTo>
                  <a:pt x="239" y="1813"/>
                </a:lnTo>
                <a:lnTo>
                  <a:pt x="239" y="1812"/>
                </a:lnTo>
                <a:lnTo>
                  <a:pt x="240" y="1811"/>
                </a:lnTo>
                <a:lnTo>
                  <a:pt x="240" y="1810"/>
                </a:lnTo>
                <a:lnTo>
                  <a:pt x="239" y="1808"/>
                </a:lnTo>
                <a:lnTo>
                  <a:pt x="240" y="1807"/>
                </a:lnTo>
                <a:lnTo>
                  <a:pt x="240" y="1806"/>
                </a:lnTo>
                <a:lnTo>
                  <a:pt x="240" y="1805"/>
                </a:lnTo>
                <a:lnTo>
                  <a:pt x="240" y="1804"/>
                </a:lnTo>
                <a:lnTo>
                  <a:pt x="239" y="1803"/>
                </a:lnTo>
                <a:lnTo>
                  <a:pt x="239" y="1802"/>
                </a:lnTo>
                <a:lnTo>
                  <a:pt x="238" y="1801"/>
                </a:lnTo>
                <a:lnTo>
                  <a:pt x="236" y="1799"/>
                </a:lnTo>
                <a:lnTo>
                  <a:pt x="235" y="1798"/>
                </a:lnTo>
                <a:lnTo>
                  <a:pt x="235" y="1797"/>
                </a:lnTo>
                <a:lnTo>
                  <a:pt x="235" y="1795"/>
                </a:lnTo>
                <a:lnTo>
                  <a:pt x="234" y="1795"/>
                </a:lnTo>
                <a:lnTo>
                  <a:pt x="234" y="1794"/>
                </a:lnTo>
                <a:lnTo>
                  <a:pt x="233" y="1794"/>
                </a:lnTo>
                <a:lnTo>
                  <a:pt x="232" y="1794"/>
                </a:lnTo>
                <a:lnTo>
                  <a:pt x="231" y="1794"/>
                </a:lnTo>
                <a:lnTo>
                  <a:pt x="230" y="1794"/>
                </a:lnTo>
                <a:lnTo>
                  <a:pt x="229" y="1794"/>
                </a:lnTo>
                <a:lnTo>
                  <a:pt x="228" y="1795"/>
                </a:lnTo>
                <a:lnTo>
                  <a:pt x="227" y="1795"/>
                </a:lnTo>
                <a:lnTo>
                  <a:pt x="226" y="1795"/>
                </a:lnTo>
                <a:lnTo>
                  <a:pt x="225" y="1794"/>
                </a:lnTo>
                <a:lnTo>
                  <a:pt x="224" y="1793"/>
                </a:lnTo>
                <a:lnTo>
                  <a:pt x="223" y="1793"/>
                </a:lnTo>
                <a:lnTo>
                  <a:pt x="223" y="1792"/>
                </a:lnTo>
                <a:lnTo>
                  <a:pt x="222" y="1791"/>
                </a:lnTo>
                <a:lnTo>
                  <a:pt x="222" y="1790"/>
                </a:lnTo>
                <a:lnTo>
                  <a:pt x="221" y="1789"/>
                </a:lnTo>
                <a:lnTo>
                  <a:pt x="222" y="1789"/>
                </a:lnTo>
                <a:lnTo>
                  <a:pt x="222" y="1788"/>
                </a:lnTo>
                <a:lnTo>
                  <a:pt x="221" y="1788"/>
                </a:lnTo>
                <a:lnTo>
                  <a:pt x="221" y="1787"/>
                </a:lnTo>
                <a:lnTo>
                  <a:pt x="221" y="1786"/>
                </a:lnTo>
                <a:lnTo>
                  <a:pt x="220" y="1786"/>
                </a:lnTo>
                <a:lnTo>
                  <a:pt x="221" y="1786"/>
                </a:lnTo>
                <a:lnTo>
                  <a:pt x="221" y="1785"/>
                </a:lnTo>
                <a:lnTo>
                  <a:pt x="221" y="1784"/>
                </a:lnTo>
                <a:lnTo>
                  <a:pt x="220" y="1784"/>
                </a:lnTo>
                <a:lnTo>
                  <a:pt x="220" y="1783"/>
                </a:lnTo>
                <a:lnTo>
                  <a:pt x="221" y="1782"/>
                </a:lnTo>
                <a:lnTo>
                  <a:pt x="223" y="1782"/>
                </a:lnTo>
                <a:lnTo>
                  <a:pt x="223" y="1781"/>
                </a:lnTo>
                <a:lnTo>
                  <a:pt x="223" y="1780"/>
                </a:lnTo>
                <a:lnTo>
                  <a:pt x="226" y="1780"/>
                </a:lnTo>
                <a:lnTo>
                  <a:pt x="227" y="1780"/>
                </a:lnTo>
                <a:lnTo>
                  <a:pt x="227" y="1779"/>
                </a:lnTo>
                <a:lnTo>
                  <a:pt x="227" y="1776"/>
                </a:lnTo>
                <a:lnTo>
                  <a:pt x="227" y="1775"/>
                </a:lnTo>
                <a:lnTo>
                  <a:pt x="227" y="1774"/>
                </a:lnTo>
                <a:lnTo>
                  <a:pt x="226" y="1774"/>
                </a:lnTo>
                <a:lnTo>
                  <a:pt x="226" y="1773"/>
                </a:lnTo>
                <a:lnTo>
                  <a:pt x="227" y="1773"/>
                </a:lnTo>
                <a:lnTo>
                  <a:pt x="228" y="1773"/>
                </a:lnTo>
                <a:lnTo>
                  <a:pt x="229" y="1773"/>
                </a:lnTo>
                <a:lnTo>
                  <a:pt x="231" y="1773"/>
                </a:lnTo>
                <a:lnTo>
                  <a:pt x="232" y="1773"/>
                </a:lnTo>
                <a:lnTo>
                  <a:pt x="231" y="1771"/>
                </a:lnTo>
                <a:lnTo>
                  <a:pt x="230" y="1771"/>
                </a:lnTo>
                <a:lnTo>
                  <a:pt x="229" y="1769"/>
                </a:lnTo>
                <a:lnTo>
                  <a:pt x="228" y="1769"/>
                </a:lnTo>
                <a:lnTo>
                  <a:pt x="228" y="1767"/>
                </a:lnTo>
                <a:lnTo>
                  <a:pt x="227" y="1766"/>
                </a:lnTo>
                <a:lnTo>
                  <a:pt x="226" y="1765"/>
                </a:lnTo>
                <a:lnTo>
                  <a:pt x="225" y="1764"/>
                </a:lnTo>
                <a:lnTo>
                  <a:pt x="225" y="1763"/>
                </a:lnTo>
                <a:lnTo>
                  <a:pt x="224" y="1762"/>
                </a:lnTo>
                <a:lnTo>
                  <a:pt x="224" y="1761"/>
                </a:lnTo>
                <a:lnTo>
                  <a:pt x="225" y="1761"/>
                </a:lnTo>
                <a:lnTo>
                  <a:pt x="225" y="1760"/>
                </a:lnTo>
                <a:lnTo>
                  <a:pt x="226" y="1759"/>
                </a:lnTo>
                <a:lnTo>
                  <a:pt x="226" y="1758"/>
                </a:lnTo>
                <a:lnTo>
                  <a:pt x="227" y="1757"/>
                </a:lnTo>
                <a:lnTo>
                  <a:pt x="228" y="1757"/>
                </a:lnTo>
                <a:lnTo>
                  <a:pt x="228" y="1756"/>
                </a:lnTo>
                <a:lnTo>
                  <a:pt x="229" y="1755"/>
                </a:lnTo>
                <a:lnTo>
                  <a:pt x="228" y="1754"/>
                </a:lnTo>
                <a:lnTo>
                  <a:pt x="228" y="1753"/>
                </a:lnTo>
                <a:lnTo>
                  <a:pt x="228" y="1752"/>
                </a:lnTo>
                <a:lnTo>
                  <a:pt x="227" y="1751"/>
                </a:lnTo>
                <a:lnTo>
                  <a:pt x="227" y="1750"/>
                </a:lnTo>
                <a:lnTo>
                  <a:pt x="226" y="1750"/>
                </a:lnTo>
                <a:lnTo>
                  <a:pt x="226" y="1749"/>
                </a:lnTo>
                <a:lnTo>
                  <a:pt x="227" y="1749"/>
                </a:lnTo>
                <a:lnTo>
                  <a:pt x="227" y="1748"/>
                </a:lnTo>
                <a:lnTo>
                  <a:pt x="226" y="1748"/>
                </a:lnTo>
                <a:lnTo>
                  <a:pt x="225" y="1748"/>
                </a:lnTo>
                <a:lnTo>
                  <a:pt x="225" y="1747"/>
                </a:lnTo>
                <a:lnTo>
                  <a:pt x="225" y="1746"/>
                </a:lnTo>
                <a:lnTo>
                  <a:pt x="225" y="1745"/>
                </a:lnTo>
                <a:lnTo>
                  <a:pt x="224" y="1745"/>
                </a:lnTo>
                <a:lnTo>
                  <a:pt x="224" y="1744"/>
                </a:lnTo>
                <a:lnTo>
                  <a:pt x="223" y="1744"/>
                </a:lnTo>
                <a:lnTo>
                  <a:pt x="222" y="1743"/>
                </a:lnTo>
                <a:lnTo>
                  <a:pt x="222" y="1742"/>
                </a:lnTo>
                <a:lnTo>
                  <a:pt x="222" y="1741"/>
                </a:lnTo>
                <a:lnTo>
                  <a:pt x="221" y="1740"/>
                </a:lnTo>
                <a:lnTo>
                  <a:pt x="221" y="1739"/>
                </a:lnTo>
                <a:lnTo>
                  <a:pt x="220" y="1739"/>
                </a:lnTo>
                <a:lnTo>
                  <a:pt x="220" y="1738"/>
                </a:lnTo>
                <a:lnTo>
                  <a:pt x="220" y="1737"/>
                </a:lnTo>
                <a:lnTo>
                  <a:pt x="220" y="1736"/>
                </a:lnTo>
                <a:lnTo>
                  <a:pt x="220" y="1735"/>
                </a:lnTo>
                <a:lnTo>
                  <a:pt x="218" y="1732"/>
                </a:lnTo>
                <a:lnTo>
                  <a:pt x="217" y="1732"/>
                </a:lnTo>
                <a:lnTo>
                  <a:pt x="216" y="1731"/>
                </a:lnTo>
                <a:lnTo>
                  <a:pt x="215" y="1731"/>
                </a:lnTo>
                <a:lnTo>
                  <a:pt x="214" y="1730"/>
                </a:lnTo>
                <a:lnTo>
                  <a:pt x="214" y="1729"/>
                </a:lnTo>
                <a:lnTo>
                  <a:pt x="213" y="1728"/>
                </a:lnTo>
                <a:lnTo>
                  <a:pt x="211" y="1727"/>
                </a:lnTo>
                <a:lnTo>
                  <a:pt x="210" y="1726"/>
                </a:lnTo>
                <a:lnTo>
                  <a:pt x="209" y="1725"/>
                </a:lnTo>
                <a:lnTo>
                  <a:pt x="208" y="1725"/>
                </a:lnTo>
                <a:lnTo>
                  <a:pt x="208" y="1724"/>
                </a:lnTo>
                <a:lnTo>
                  <a:pt x="207" y="1724"/>
                </a:lnTo>
                <a:lnTo>
                  <a:pt x="207" y="1723"/>
                </a:lnTo>
                <a:lnTo>
                  <a:pt x="206" y="1723"/>
                </a:lnTo>
                <a:lnTo>
                  <a:pt x="205" y="1722"/>
                </a:lnTo>
                <a:lnTo>
                  <a:pt x="204" y="1722"/>
                </a:lnTo>
                <a:lnTo>
                  <a:pt x="203" y="1721"/>
                </a:lnTo>
                <a:lnTo>
                  <a:pt x="202" y="1720"/>
                </a:lnTo>
                <a:lnTo>
                  <a:pt x="201" y="1720"/>
                </a:lnTo>
                <a:lnTo>
                  <a:pt x="200" y="1720"/>
                </a:lnTo>
                <a:lnTo>
                  <a:pt x="199" y="1720"/>
                </a:lnTo>
                <a:lnTo>
                  <a:pt x="198" y="1720"/>
                </a:lnTo>
                <a:lnTo>
                  <a:pt x="198" y="1719"/>
                </a:lnTo>
                <a:lnTo>
                  <a:pt x="197" y="1719"/>
                </a:lnTo>
                <a:lnTo>
                  <a:pt x="196" y="1718"/>
                </a:lnTo>
                <a:lnTo>
                  <a:pt x="195" y="1718"/>
                </a:lnTo>
                <a:lnTo>
                  <a:pt x="194" y="1718"/>
                </a:lnTo>
                <a:lnTo>
                  <a:pt x="193" y="1718"/>
                </a:lnTo>
                <a:lnTo>
                  <a:pt x="192" y="1718"/>
                </a:lnTo>
                <a:lnTo>
                  <a:pt x="191" y="1718"/>
                </a:lnTo>
                <a:lnTo>
                  <a:pt x="190" y="1718"/>
                </a:lnTo>
                <a:lnTo>
                  <a:pt x="189" y="1718"/>
                </a:lnTo>
                <a:lnTo>
                  <a:pt x="188" y="1719"/>
                </a:lnTo>
                <a:lnTo>
                  <a:pt x="188" y="1718"/>
                </a:lnTo>
                <a:lnTo>
                  <a:pt x="187" y="1718"/>
                </a:lnTo>
                <a:lnTo>
                  <a:pt x="184" y="1718"/>
                </a:lnTo>
                <a:lnTo>
                  <a:pt x="184" y="1717"/>
                </a:lnTo>
                <a:lnTo>
                  <a:pt x="184" y="1718"/>
                </a:lnTo>
                <a:lnTo>
                  <a:pt x="184" y="1719"/>
                </a:lnTo>
                <a:lnTo>
                  <a:pt x="183" y="1719"/>
                </a:lnTo>
                <a:lnTo>
                  <a:pt x="183" y="1720"/>
                </a:lnTo>
                <a:lnTo>
                  <a:pt x="184" y="1721"/>
                </a:lnTo>
                <a:lnTo>
                  <a:pt x="183" y="1722"/>
                </a:lnTo>
                <a:lnTo>
                  <a:pt x="182" y="1722"/>
                </a:lnTo>
                <a:lnTo>
                  <a:pt x="181" y="1721"/>
                </a:lnTo>
                <a:lnTo>
                  <a:pt x="181" y="1720"/>
                </a:lnTo>
                <a:lnTo>
                  <a:pt x="180" y="1720"/>
                </a:lnTo>
                <a:lnTo>
                  <a:pt x="179" y="1721"/>
                </a:lnTo>
                <a:lnTo>
                  <a:pt x="178" y="1722"/>
                </a:lnTo>
                <a:lnTo>
                  <a:pt x="178" y="1723"/>
                </a:lnTo>
                <a:lnTo>
                  <a:pt x="177" y="1723"/>
                </a:lnTo>
                <a:lnTo>
                  <a:pt x="176" y="1722"/>
                </a:lnTo>
                <a:lnTo>
                  <a:pt x="175" y="1721"/>
                </a:lnTo>
                <a:lnTo>
                  <a:pt x="175" y="1720"/>
                </a:lnTo>
                <a:lnTo>
                  <a:pt x="175" y="1719"/>
                </a:lnTo>
                <a:lnTo>
                  <a:pt x="174" y="1718"/>
                </a:lnTo>
                <a:lnTo>
                  <a:pt x="174" y="1717"/>
                </a:lnTo>
                <a:lnTo>
                  <a:pt x="174" y="1716"/>
                </a:lnTo>
                <a:lnTo>
                  <a:pt x="173" y="1715"/>
                </a:lnTo>
                <a:lnTo>
                  <a:pt x="174" y="1715"/>
                </a:lnTo>
                <a:lnTo>
                  <a:pt x="174" y="1714"/>
                </a:lnTo>
                <a:lnTo>
                  <a:pt x="174" y="1713"/>
                </a:lnTo>
                <a:lnTo>
                  <a:pt x="174" y="1712"/>
                </a:lnTo>
                <a:lnTo>
                  <a:pt x="174" y="1711"/>
                </a:lnTo>
                <a:lnTo>
                  <a:pt x="174" y="1710"/>
                </a:lnTo>
                <a:lnTo>
                  <a:pt x="174" y="1709"/>
                </a:lnTo>
                <a:lnTo>
                  <a:pt x="174" y="1708"/>
                </a:lnTo>
                <a:lnTo>
                  <a:pt x="174" y="1707"/>
                </a:lnTo>
                <a:lnTo>
                  <a:pt x="173" y="1706"/>
                </a:lnTo>
                <a:lnTo>
                  <a:pt x="173" y="1705"/>
                </a:lnTo>
                <a:lnTo>
                  <a:pt x="171" y="1704"/>
                </a:lnTo>
                <a:lnTo>
                  <a:pt x="171" y="1702"/>
                </a:lnTo>
                <a:lnTo>
                  <a:pt x="171" y="1701"/>
                </a:lnTo>
                <a:lnTo>
                  <a:pt x="172" y="1701"/>
                </a:lnTo>
                <a:lnTo>
                  <a:pt x="173" y="1701"/>
                </a:lnTo>
                <a:lnTo>
                  <a:pt x="173" y="1700"/>
                </a:lnTo>
                <a:lnTo>
                  <a:pt x="172" y="1699"/>
                </a:lnTo>
                <a:lnTo>
                  <a:pt x="171" y="1699"/>
                </a:lnTo>
                <a:lnTo>
                  <a:pt x="170" y="1699"/>
                </a:lnTo>
                <a:lnTo>
                  <a:pt x="168" y="1698"/>
                </a:lnTo>
                <a:lnTo>
                  <a:pt x="167" y="1698"/>
                </a:lnTo>
                <a:lnTo>
                  <a:pt x="166" y="1698"/>
                </a:lnTo>
                <a:lnTo>
                  <a:pt x="165" y="1697"/>
                </a:lnTo>
                <a:lnTo>
                  <a:pt x="164" y="1697"/>
                </a:lnTo>
                <a:lnTo>
                  <a:pt x="163" y="1697"/>
                </a:lnTo>
                <a:lnTo>
                  <a:pt x="162" y="1697"/>
                </a:lnTo>
                <a:lnTo>
                  <a:pt x="161" y="1697"/>
                </a:lnTo>
                <a:lnTo>
                  <a:pt x="160" y="1697"/>
                </a:lnTo>
                <a:lnTo>
                  <a:pt x="159" y="1697"/>
                </a:lnTo>
                <a:lnTo>
                  <a:pt x="158" y="1698"/>
                </a:lnTo>
                <a:lnTo>
                  <a:pt x="157" y="1698"/>
                </a:lnTo>
                <a:lnTo>
                  <a:pt x="156" y="1697"/>
                </a:lnTo>
                <a:lnTo>
                  <a:pt x="155" y="1697"/>
                </a:lnTo>
                <a:lnTo>
                  <a:pt x="154" y="1697"/>
                </a:lnTo>
                <a:lnTo>
                  <a:pt x="153" y="1696"/>
                </a:lnTo>
                <a:lnTo>
                  <a:pt x="152" y="1696"/>
                </a:lnTo>
                <a:lnTo>
                  <a:pt x="151" y="1695"/>
                </a:lnTo>
                <a:lnTo>
                  <a:pt x="151" y="1694"/>
                </a:lnTo>
                <a:lnTo>
                  <a:pt x="151" y="1693"/>
                </a:lnTo>
                <a:lnTo>
                  <a:pt x="151" y="1692"/>
                </a:lnTo>
                <a:lnTo>
                  <a:pt x="150" y="1692"/>
                </a:lnTo>
                <a:lnTo>
                  <a:pt x="149" y="1692"/>
                </a:lnTo>
                <a:lnTo>
                  <a:pt x="149" y="1691"/>
                </a:lnTo>
                <a:lnTo>
                  <a:pt x="148" y="1691"/>
                </a:lnTo>
                <a:lnTo>
                  <a:pt x="147" y="1692"/>
                </a:lnTo>
                <a:lnTo>
                  <a:pt x="147" y="1693"/>
                </a:lnTo>
                <a:lnTo>
                  <a:pt x="146" y="1693"/>
                </a:lnTo>
                <a:lnTo>
                  <a:pt x="145" y="1693"/>
                </a:lnTo>
                <a:lnTo>
                  <a:pt x="144" y="1693"/>
                </a:lnTo>
                <a:lnTo>
                  <a:pt x="143" y="1693"/>
                </a:lnTo>
                <a:lnTo>
                  <a:pt x="142" y="1694"/>
                </a:lnTo>
                <a:lnTo>
                  <a:pt x="141" y="1694"/>
                </a:lnTo>
                <a:lnTo>
                  <a:pt x="141" y="1693"/>
                </a:lnTo>
                <a:lnTo>
                  <a:pt x="140" y="1693"/>
                </a:lnTo>
                <a:lnTo>
                  <a:pt x="139" y="1693"/>
                </a:lnTo>
                <a:lnTo>
                  <a:pt x="138" y="1693"/>
                </a:lnTo>
                <a:lnTo>
                  <a:pt x="137" y="1693"/>
                </a:lnTo>
                <a:lnTo>
                  <a:pt x="137" y="1694"/>
                </a:lnTo>
                <a:lnTo>
                  <a:pt x="136" y="1694"/>
                </a:lnTo>
                <a:lnTo>
                  <a:pt x="136" y="1695"/>
                </a:lnTo>
                <a:lnTo>
                  <a:pt x="134" y="1695"/>
                </a:lnTo>
                <a:lnTo>
                  <a:pt x="134" y="1694"/>
                </a:lnTo>
                <a:lnTo>
                  <a:pt x="133" y="1695"/>
                </a:lnTo>
                <a:lnTo>
                  <a:pt x="132" y="1695"/>
                </a:lnTo>
                <a:lnTo>
                  <a:pt x="131" y="1695"/>
                </a:lnTo>
                <a:lnTo>
                  <a:pt x="131" y="1696"/>
                </a:lnTo>
                <a:lnTo>
                  <a:pt x="130" y="1696"/>
                </a:lnTo>
                <a:lnTo>
                  <a:pt x="129" y="1696"/>
                </a:lnTo>
                <a:lnTo>
                  <a:pt x="129" y="1697"/>
                </a:lnTo>
                <a:lnTo>
                  <a:pt x="129" y="1698"/>
                </a:lnTo>
                <a:lnTo>
                  <a:pt x="129" y="1699"/>
                </a:lnTo>
                <a:lnTo>
                  <a:pt x="130" y="1699"/>
                </a:lnTo>
                <a:lnTo>
                  <a:pt x="130" y="1700"/>
                </a:lnTo>
                <a:lnTo>
                  <a:pt x="129" y="1700"/>
                </a:lnTo>
                <a:lnTo>
                  <a:pt x="128" y="1700"/>
                </a:lnTo>
                <a:lnTo>
                  <a:pt x="128" y="1701"/>
                </a:lnTo>
                <a:lnTo>
                  <a:pt x="127" y="1701"/>
                </a:lnTo>
                <a:lnTo>
                  <a:pt x="126" y="1701"/>
                </a:lnTo>
                <a:lnTo>
                  <a:pt x="126" y="1700"/>
                </a:lnTo>
                <a:lnTo>
                  <a:pt x="125" y="1699"/>
                </a:lnTo>
                <a:lnTo>
                  <a:pt x="125" y="1698"/>
                </a:lnTo>
                <a:lnTo>
                  <a:pt x="124" y="1697"/>
                </a:lnTo>
                <a:lnTo>
                  <a:pt x="124" y="1696"/>
                </a:lnTo>
                <a:lnTo>
                  <a:pt x="124" y="1695"/>
                </a:lnTo>
                <a:lnTo>
                  <a:pt x="123" y="1694"/>
                </a:lnTo>
                <a:lnTo>
                  <a:pt x="122" y="1693"/>
                </a:lnTo>
                <a:lnTo>
                  <a:pt x="122" y="1692"/>
                </a:lnTo>
                <a:lnTo>
                  <a:pt x="122" y="1690"/>
                </a:lnTo>
                <a:lnTo>
                  <a:pt x="122" y="1689"/>
                </a:lnTo>
                <a:lnTo>
                  <a:pt x="118" y="1689"/>
                </a:lnTo>
                <a:lnTo>
                  <a:pt x="117" y="1689"/>
                </a:lnTo>
                <a:lnTo>
                  <a:pt x="117" y="1691"/>
                </a:lnTo>
                <a:lnTo>
                  <a:pt x="116" y="1691"/>
                </a:lnTo>
                <a:lnTo>
                  <a:pt x="115" y="1692"/>
                </a:lnTo>
                <a:lnTo>
                  <a:pt x="114" y="1692"/>
                </a:lnTo>
                <a:lnTo>
                  <a:pt x="113" y="1692"/>
                </a:lnTo>
                <a:lnTo>
                  <a:pt x="112" y="1691"/>
                </a:lnTo>
                <a:lnTo>
                  <a:pt x="111" y="1691"/>
                </a:lnTo>
                <a:lnTo>
                  <a:pt x="110" y="1690"/>
                </a:lnTo>
                <a:lnTo>
                  <a:pt x="110" y="1689"/>
                </a:lnTo>
                <a:lnTo>
                  <a:pt x="110" y="1688"/>
                </a:lnTo>
                <a:lnTo>
                  <a:pt x="110" y="1687"/>
                </a:lnTo>
                <a:lnTo>
                  <a:pt x="109" y="1687"/>
                </a:lnTo>
                <a:lnTo>
                  <a:pt x="109" y="1686"/>
                </a:lnTo>
                <a:lnTo>
                  <a:pt x="109" y="1685"/>
                </a:lnTo>
                <a:lnTo>
                  <a:pt x="108" y="1685"/>
                </a:lnTo>
                <a:lnTo>
                  <a:pt x="107" y="1685"/>
                </a:lnTo>
                <a:lnTo>
                  <a:pt x="107" y="1686"/>
                </a:lnTo>
                <a:lnTo>
                  <a:pt x="106" y="1686"/>
                </a:lnTo>
                <a:lnTo>
                  <a:pt x="105" y="1686"/>
                </a:lnTo>
                <a:lnTo>
                  <a:pt x="104" y="1687"/>
                </a:lnTo>
                <a:lnTo>
                  <a:pt x="103" y="1687"/>
                </a:lnTo>
                <a:lnTo>
                  <a:pt x="102" y="1687"/>
                </a:lnTo>
                <a:lnTo>
                  <a:pt x="102" y="1688"/>
                </a:lnTo>
                <a:lnTo>
                  <a:pt x="101" y="1689"/>
                </a:lnTo>
                <a:lnTo>
                  <a:pt x="101" y="1690"/>
                </a:lnTo>
                <a:lnTo>
                  <a:pt x="100" y="1690"/>
                </a:lnTo>
                <a:lnTo>
                  <a:pt x="99" y="1690"/>
                </a:lnTo>
                <a:lnTo>
                  <a:pt x="97" y="1691"/>
                </a:lnTo>
                <a:lnTo>
                  <a:pt x="96" y="1690"/>
                </a:lnTo>
                <a:lnTo>
                  <a:pt x="95" y="1689"/>
                </a:lnTo>
                <a:lnTo>
                  <a:pt x="94" y="1688"/>
                </a:lnTo>
                <a:lnTo>
                  <a:pt x="94" y="1687"/>
                </a:lnTo>
                <a:lnTo>
                  <a:pt x="94" y="1686"/>
                </a:lnTo>
                <a:lnTo>
                  <a:pt x="93" y="1686"/>
                </a:lnTo>
                <a:lnTo>
                  <a:pt x="92" y="1686"/>
                </a:lnTo>
                <a:lnTo>
                  <a:pt x="91" y="1687"/>
                </a:lnTo>
                <a:lnTo>
                  <a:pt x="91" y="1688"/>
                </a:lnTo>
                <a:lnTo>
                  <a:pt x="91" y="1687"/>
                </a:lnTo>
                <a:lnTo>
                  <a:pt x="90" y="1687"/>
                </a:lnTo>
                <a:lnTo>
                  <a:pt x="90" y="1686"/>
                </a:lnTo>
                <a:lnTo>
                  <a:pt x="90" y="1683"/>
                </a:lnTo>
                <a:lnTo>
                  <a:pt x="90" y="1682"/>
                </a:lnTo>
                <a:lnTo>
                  <a:pt x="89" y="1682"/>
                </a:lnTo>
                <a:lnTo>
                  <a:pt x="88" y="1681"/>
                </a:lnTo>
                <a:lnTo>
                  <a:pt x="87" y="1681"/>
                </a:lnTo>
                <a:lnTo>
                  <a:pt x="87" y="1680"/>
                </a:lnTo>
                <a:lnTo>
                  <a:pt x="87" y="1679"/>
                </a:lnTo>
                <a:lnTo>
                  <a:pt x="88" y="1679"/>
                </a:lnTo>
                <a:lnTo>
                  <a:pt x="88" y="1678"/>
                </a:lnTo>
                <a:lnTo>
                  <a:pt x="89" y="1678"/>
                </a:lnTo>
                <a:lnTo>
                  <a:pt x="90" y="1678"/>
                </a:lnTo>
                <a:lnTo>
                  <a:pt x="90" y="1677"/>
                </a:lnTo>
                <a:lnTo>
                  <a:pt x="90" y="1676"/>
                </a:lnTo>
                <a:lnTo>
                  <a:pt x="88" y="1674"/>
                </a:lnTo>
                <a:lnTo>
                  <a:pt x="88" y="1673"/>
                </a:lnTo>
                <a:lnTo>
                  <a:pt x="89" y="1673"/>
                </a:lnTo>
                <a:lnTo>
                  <a:pt x="90" y="1673"/>
                </a:lnTo>
                <a:lnTo>
                  <a:pt x="90" y="1672"/>
                </a:lnTo>
                <a:lnTo>
                  <a:pt x="91" y="1671"/>
                </a:lnTo>
                <a:lnTo>
                  <a:pt x="91" y="1670"/>
                </a:lnTo>
                <a:lnTo>
                  <a:pt x="92" y="1669"/>
                </a:lnTo>
                <a:lnTo>
                  <a:pt x="93" y="1669"/>
                </a:lnTo>
                <a:lnTo>
                  <a:pt x="94" y="1669"/>
                </a:lnTo>
                <a:lnTo>
                  <a:pt x="95" y="1669"/>
                </a:lnTo>
                <a:lnTo>
                  <a:pt x="96" y="1669"/>
                </a:lnTo>
                <a:lnTo>
                  <a:pt x="96" y="1670"/>
                </a:lnTo>
                <a:lnTo>
                  <a:pt x="97" y="1670"/>
                </a:lnTo>
                <a:lnTo>
                  <a:pt x="98" y="1670"/>
                </a:lnTo>
                <a:lnTo>
                  <a:pt x="99" y="1670"/>
                </a:lnTo>
                <a:lnTo>
                  <a:pt x="99" y="1669"/>
                </a:lnTo>
                <a:lnTo>
                  <a:pt x="99" y="1668"/>
                </a:lnTo>
                <a:lnTo>
                  <a:pt x="100" y="1668"/>
                </a:lnTo>
                <a:lnTo>
                  <a:pt x="101" y="1668"/>
                </a:lnTo>
                <a:lnTo>
                  <a:pt x="102" y="1668"/>
                </a:lnTo>
                <a:lnTo>
                  <a:pt x="102" y="1667"/>
                </a:lnTo>
                <a:lnTo>
                  <a:pt x="103" y="1667"/>
                </a:lnTo>
                <a:lnTo>
                  <a:pt x="103" y="1668"/>
                </a:lnTo>
                <a:lnTo>
                  <a:pt x="104" y="1668"/>
                </a:lnTo>
                <a:lnTo>
                  <a:pt x="104" y="1669"/>
                </a:lnTo>
                <a:lnTo>
                  <a:pt x="104" y="1670"/>
                </a:lnTo>
                <a:lnTo>
                  <a:pt x="105" y="1670"/>
                </a:lnTo>
                <a:lnTo>
                  <a:pt x="106" y="1670"/>
                </a:lnTo>
                <a:lnTo>
                  <a:pt x="106" y="1669"/>
                </a:lnTo>
                <a:lnTo>
                  <a:pt x="107" y="1668"/>
                </a:lnTo>
                <a:lnTo>
                  <a:pt x="108" y="1667"/>
                </a:lnTo>
                <a:lnTo>
                  <a:pt x="109" y="1666"/>
                </a:lnTo>
                <a:lnTo>
                  <a:pt x="110" y="1666"/>
                </a:lnTo>
                <a:lnTo>
                  <a:pt x="110" y="1665"/>
                </a:lnTo>
                <a:lnTo>
                  <a:pt x="111" y="1665"/>
                </a:lnTo>
                <a:lnTo>
                  <a:pt x="112" y="1665"/>
                </a:lnTo>
                <a:lnTo>
                  <a:pt x="113" y="1665"/>
                </a:lnTo>
                <a:lnTo>
                  <a:pt x="114" y="1666"/>
                </a:lnTo>
                <a:lnTo>
                  <a:pt x="115" y="1667"/>
                </a:lnTo>
                <a:lnTo>
                  <a:pt x="116" y="1668"/>
                </a:lnTo>
                <a:lnTo>
                  <a:pt x="117" y="1669"/>
                </a:lnTo>
                <a:lnTo>
                  <a:pt x="118" y="1669"/>
                </a:lnTo>
                <a:lnTo>
                  <a:pt x="118" y="1670"/>
                </a:lnTo>
                <a:lnTo>
                  <a:pt x="118" y="1671"/>
                </a:lnTo>
                <a:lnTo>
                  <a:pt x="118" y="1672"/>
                </a:lnTo>
                <a:lnTo>
                  <a:pt x="119" y="1672"/>
                </a:lnTo>
                <a:lnTo>
                  <a:pt x="120" y="1672"/>
                </a:lnTo>
                <a:lnTo>
                  <a:pt x="121" y="1672"/>
                </a:lnTo>
                <a:lnTo>
                  <a:pt x="122" y="1672"/>
                </a:lnTo>
                <a:lnTo>
                  <a:pt x="123" y="1672"/>
                </a:lnTo>
                <a:lnTo>
                  <a:pt x="123" y="1671"/>
                </a:lnTo>
                <a:lnTo>
                  <a:pt x="124" y="1671"/>
                </a:lnTo>
                <a:lnTo>
                  <a:pt x="125" y="1671"/>
                </a:lnTo>
                <a:lnTo>
                  <a:pt x="126" y="1671"/>
                </a:lnTo>
                <a:lnTo>
                  <a:pt x="126" y="1670"/>
                </a:lnTo>
                <a:lnTo>
                  <a:pt x="127" y="1670"/>
                </a:lnTo>
                <a:lnTo>
                  <a:pt x="128" y="1670"/>
                </a:lnTo>
                <a:lnTo>
                  <a:pt x="128" y="1669"/>
                </a:lnTo>
                <a:lnTo>
                  <a:pt x="128" y="1668"/>
                </a:lnTo>
                <a:lnTo>
                  <a:pt x="129" y="1667"/>
                </a:lnTo>
                <a:lnTo>
                  <a:pt x="129" y="1666"/>
                </a:lnTo>
                <a:lnTo>
                  <a:pt x="130" y="1665"/>
                </a:lnTo>
                <a:lnTo>
                  <a:pt x="131" y="1665"/>
                </a:lnTo>
                <a:lnTo>
                  <a:pt x="132" y="1665"/>
                </a:lnTo>
                <a:lnTo>
                  <a:pt x="133" y="1665"/>
                </a:lnTo>
                <a:lnTo>
                  <a:pt x="134" y="1665"/>
                </a:lnTo>
                <a:lnTo>
                  <a:pt x="135" y="1665"/>
                </a:lnTo>
                <a:lnTo>
                  <a:pt x="136" y="1665"/>
                </a:lnTo>
                <a:lnTo>
                  <a:pt x="136" y="1664"/>
                </a:lnTo>
                <a:lnTo>
                  <a:pt x="137" y="1664"/>
                </a:lnTo>
                <a:lnTo>
                  <a:pt x="138" y="1664"/>
                </a:lnTo>
                <a:lnTo>
                  <a:pt x="140" y="1663"/>
                </a:lnTo>
                <a:lnTo>
                  <a:pt x="142" y="1662"/>
                </a:lnTo>
                <a:lnTo>
                  <a:pt x="143" y="1662"/>
                </a:lnTo>
                <a:lnTo>
                  <a:pt x="144" y="1662"/>
                </a:lnTo>
                <a:lnTo>
                  <a:pt x="145" y="1662"/>
                </a:lnTo>
                <a:lnTo>
                  <a:pt x="146" y="1662"/>
                </a:lnTo>
                <a:lnTo>
                  <a:pt x="147" y="1661"/>
                </a:lnTo>
                <a:lnTo>
                  <a:pt x="147" y="1660"/>
                </a:lnTo>
                <a:lnTo>
                  <a:pt x="148" y="1658"/>
                </a:lnTo>
                <a:lnTo>
                  <a:pt x="148" y="1657"/>
                </a:lnTo>
                <a:lnTo>
                  <a:pt x="148" y="1656"/>
                </a:lnTo>
                <a:lnTo>
                  <a:pt x="147" y="1656"/>
                </a:lnTo>
                <a:lnTo>
                  <a:pt x="147" y="1655"/>
                </a:lnTo>
                <a:lnTo>
                  <a:pt x="147" y="1654"/>
                </a:lnTo>
                <a:lnTo>
                  <a:pt x="148" y="1654"/>
                </a:lnTo>
                <a:lnTo>
                  <a:pt x="149" y="1653"/>
                </a:lnTo>
                <a:lnTo>
                  <a:pt x="149" y="1652"/>
                </a:lnTo>
                <a:lnTo>
                  <a:pt x="149" y="1651"/>
                </a:lnTo>
                <a:lnTo>
                  <a:pt x="148" y="1648"/>
                </a:lnTo>
                <a:lnTo>
                  <a:pt x="147" y="1647"/>
                </a:lnTo>
                <a:lnTo>
                  <a:pt x="146" y="1646"/>
                </a:lnTo>
                <a:lnTo>
                  <a:pt x="145" y="1646"/>
                </a:lnTo>
                <a:lnTo>
                  <a:pt x="144" y="1645"/>
                </a:lnTo>
                <a:lnTo>
                  <a:pt x="144" y="1644"/>
                </a:lnTo>
                <a:lnTo>
                  <a:pt x="143" y="1644"/>
                </a:lnTo>
                <a:lnTo>
                  <a:pt x="143" y="1643"/>
                </a:lnTo>
                <a:lnTo>
                  <a:pt x="143" y="1642"/>
                </a:lnTo>
                <a:lnTo>
                  <a:pt x="142" y="1642"/>
                </a:lnTo>
                <a:lnTo>
                  <a:pt x="141" y="1642"/>
                </a:lnTo>
                <a:lnTo>
                  <a:pt x="140" y="1642"/>
                </a:lnTo>
                <a:lnTo>
                  <a:pt x="139" y="1643"/>
                </a:lnTo>
                <a:lnTo>
                  <a:pt x="138" y="1643"/>
                </a:lnTo>
                <a:lnTo>
                  <a:pt x="137" y="1642"/>
                </a:lnTo>
                <a:lnTo>
                  <a:pt x="136" y="1642"/>
                </a:lnTo>
                <a:lnTo>
                  <a:pt x="135" y="1641"/>
                </a:lnTo>
                <a:lnTo>
                  <a:pt x="136" y="1641"/>
                </a:lnTo>
                <a:lnTo>
                  <a:pt x="136" y="1640"/>
                </a:lnTo>
                <a:lnTo>
                  <a:pt x="135" y="1640"/>
                </a:lnTo>
                <a:lnTo>
                  <a:pt x="134" y="1639"/>
                </a:lnTo>
                <a:lnTo>
                  <a:pt x="132" y="1638"/>
                </a:lnTo>
                <a:lnTo>
                  <a:pt x="131" y="1638"/>
                </a:lnTo>
                <a:lnTo>
                  <a:pt x="130" y="1637"/>
                </a:lnTo>
                <a:lnTo>
                  <a:pt x="130" y="1636"/>
                </a:lnTo>
                <a:lnTo>
                  <a:pt x="129" y="1636"/>
                </a:lnTo>
                <a:lnTo>
                  <a:pt x="129" y="1634"/>
                </a:lnTo>
                <a:lnTo>
                  <a:pt x="129" y="1633"/>
                </a:lnTo>
                <a:lnTo>
                  <a:pt x="129" y="1632"/>
                </a:lnTo>
                <a:lnTo>
                  <a:pt x="128" y="1631"/>
                </a:lnTo>
                <a:lnTo>
                  <a:pt x="128" y="1630"/>
                </a:lnTo>
                <a:lnTo>
                  <a:pt x="127" y="1629"/>
                </a:lnTo>
                <a:lnTo>
                  <a:pt x="126" y="1627"/>
                </a:lnTo>
                <a:lnTo>
                  <a:pt x="126" y="1626"/>
                </a:lnTo>
                <a:lnTo>
                  <a:pt x="126" y="1625"/>
                </a:lnTo>
                <a:lnTo>
                  <a:pt x="127" y="1625"/>
                </a:lnTo>
                <a:lnTo>
                  <a:pt x="128" y="1625"/>
                </a:lnTo>
                <a:lnTo>
                  <a:pt x="128" y="1624"/>
                </a:lnTo>
                <a:lnTo>
                  <a:pt x="129" y="1623"/>
                </a:lnTo>
                <a:lnTo>
                  <a:pt x="128" y="1622"/>
                </a:lnTo>
                <a:lnTo>
                  <a:pt x="128" y="1621"/>
                </a:lnTo>
                <a:lnTo>
                  <a:pt x="129" y="1621"/>
                </a:lnTo>
                <a:lnTo>
                  <a:pt x="130" y="1621"/>
                </a:lnTo>
                <a:lnTo>
                  <a:pt x="131" y="1620"/>
                </a:lnTo>
                <a:lnTo>
                  <a:pt x="132" y="1619"/>
                </a:lnTo>
                <a:lnTo>
                  <a:pt x="132" y="1618"/>
                </a:lnTo>
                <a:lnTo>
                  <a:pt x="133" y="1618"/>
                </a:lnTo>
                <a:lnTo>
                  <a:pt x="133" y="1617"/>
                </a:lnTo>
                <a:lnTo>
                  <a:pt x="134" y="1617"/>
                </a:lnTo>
                <a:lnTo>
                  <a:pt x="135" y="1616"/>
                </a:lnTo>
                <a:lnTo>
                  <a:pt x="136" y="1615"/>
                </a:lnTo>
                <a:lnTo>
                  <a:pt x="136" y="1614"/>
                </a:lnTo>
                <a:lnTo>
                  <a:pt x="136" y="1613"/>
                </a:lnTo>
                <a:lnTo>
                  <a:pt x="135" y="1613"/>
                </a:lnTo>
                <a:lnTo>
                  <a:pt x="134" y="1612"/>
                </a:lnTo>
                <a:lnTo>
                  <a:pt x="133" y="1612"/>
                </a:lnTo>
                <a:lnTo>
                  <a:pt x="132" y="1611"/>
                </a:lnTo>
                <a:lnTo>
                  <a:pt x="130" y="1610"/>
                </a:lnTo>
                <a:lnTo>
                  <a:pt x="129" y="1609"/>
                </a:lnTo>
                <a:lnTo>
                  <a:pt x="128" y="1608"/>
                </a:lnTo>
                <a:lnTo>
                  <a:pt x="128" y="1607"/>
                </a:lnTo>
                <a:lnTo>
                  <a:pt x="129" y="1606"/>
                </a:lnTo>
                <a:lnTo>
                  <a:pt x="130" y="1604"/>
                </a:lnTo>
                <a:lnTo>
                  <a:pt x="130" y="1603"/>
                </a:lnTo>
                <a:lnTo>
                  <a:pt x="129" y="1602"/>
                </a:lnTo>
                <a:lnTo>
                  <a:pt x="128" y="1601"/>
                </a:lnTo>
                <a:lnTo>
                  <a:pt x="128" y="1599"/>
                </a:lnTo>
                <a:lnTo>
                  <a:pt x="128" y="1598"/>
                </a:lnTo>
                <a:lnTo>
                  <a:pt x="128" y="1597"/>
                </a:lnTo>
                <a:lnTo>
                  <a:pt x="128" y="1596"/>
                </a:lnTo>
                <a:lnTo>
                  <a:pt x="128" y="1595"/>
                </a:lnTo>
                <a:lnTo>
                  <a:pt x="128" y="1594"/>
                </a:lnTo>
                <a:lnTo>
                  <a:pt x="129" y="1592"/>
                </a:lnTo>
                <a:lnTo>
                  <a:pt x="129" y="1591"/>
                </a:lnTo>
                <a:lnTo>
                  <a:pt x="129" y="1590"/>
                </a:lnTo>
                <a:lnTo>
                  <a:pt x="129" y="1589"/>
                </a:lnTo>
                <a:lnTo>
                  <a:pt x="128" y="1589"/>
                </a:lnTo>
                <a:lnTo>
                  <a:pt x="127" y="1589"/>
                </a:lnTo>
                <a:lnTo>
                  <a:pt x="126" y="1589"/>
                </a:lnTo>
                <a:lnTo>
                  <a:pt x="125" y="1589"/>
                </a:lnTo>
                <a:lnTo>
                  <a:pt x="124" y="1589"/>
                </a:lnTo>
                <a:lnTo>
                  <a:pt x="123" y="1588"/>
                </a:lnTo>
                <a:lnTo>
                  <a:pt x="123" y="1586"/>
                </a:lnTo>
                <a:lnTo>
                  <a:pt x="122" y="1585"/>
                </a:lnTo>
                <a:lnTo>
                  <a:pt x="121" y="1584"/>
                </a:lnTo>
                <a:lnTo>
                  <a:pt x="119" y="1582"/>
                </a:lnTo>
                <a:lnTo>
                  <a:pt x="119" y="1581"/>
                </a:lnTo>
                <a:lnTo>
                  <a:pt x="119" y="1580"/>
                </a:lnTo>
                <a:lnTo>
                  <a:pt x="119" y="1579"/>
                </a:lnTo>
                <a:lnTo>
                  <a:pt x="119" y="1578"/>
                </a:lnTo>
                <a:lnTo>
                  <a:pt x="119" y="1577"/>
                </a:lnTo>
                <a:lnTo>
                  <a:pt x="118" y="1576"/>
                </a:lnTo>
                <a:lnTo>
                  <a:pt x="118" y="1574"/>
                </a:lnTo>
                <a:lnTo>
                  <a:pt x="119" y="1572"/>
                </a:lnTo>
                <a:lnTo>
                  <a:pt x="119" y="1569"/>
                </a:lnTo>
                <a:lnTo>
                  <a:pt x="118" y="1567"/>
                </a:lnTo>
                <a:lnTo>
                  <a:pt x="117" y="1565"/>
                </a:lnTo>
                <a:lnTo>
                  <a:pt x="117" y="1564"/>
                </a:lnTo>
                <a:lnTo>
                  <a:pt x="118" y="1563"/>
                </a:lnTo>
                <a:lnTo>
                  <a:pt x="118" y="1562"/>
                </a:lnTo>
                <a:lnTo>
                  <a:pt x="117" y="1560"/>
                </a:lnTo>
                <a:lnTo>
                  <a:pt x="117" y="1559"/>
                </a:lnTo>
                <a:lnTo>
                  <a:pt x="117" y="1558"/>
                </a:lnTo>
                <a:lnTo>
                  <a:pt x="118" y="1556"/>
                </a:lnTo>
                <a:lnTo>
                  <a:pt x="119" y="1555"/>
                </a:lnTo>
                <a:lnTo>
                  <a:pt x="120" y="1555"/>
                </a:lnTo>
                <a:lnTo>
                  <a:pt x="121" y="1555"/>
                </a:lnTo>
                <a:lnTo>
                  <a:pt x="121" y="1554"/>
                </a:lnTo>
                <a:lnTo>
                  <a:pt x="121" y="1553"/>
                </a:lnTo>
                <a:lnTo>
                  <a:pt x="123" y="1551"/>
                </a:lnTo>
                <a:lnTo>
                  <a:pt x="123" y="1550"/>
                </a:lnTo>
                <a:lnTo>
                  <a:pt x="124" y="1549"/>
                </a:lnTo>
                <a:lnTo>
                  <a:pt x="124" y="1547"/>
                </a:lnTo>
                <a:lnTo>
                  <a:pt x="124" y="1546"/>
                </a:lnTo>
                <a:lnTo>
                  <a:pt x="123" y="1545"/>
                </a:lnTo>
                <a:lnTo>
                  <a:pt x="123" y="1544"/>
                </a:lnTo>
                <a:lnTo>
                  <a:pt x="123" y="1543"/>
                </a:lnTo>
                <a:lnTo>
                  <a:pt x="123" y="1542"/>
                </a:lnTo>
                <a:lnTo>
                  <a:pt x="122" y="1542"/>
                </a:lnTo>
                <a:lnTo>
                  <a:pt x="122" y="1541"/>
                </a:lnTo>
                <a:lnTo>
                  <a:pt x="121" y="1541"/>
                </a:lnTo>
                <a:lnTo>
                  <a:pt x="121" y="1542"/>
                </a:lnTo>
                <a:lnTo>
                  <a:pt x="120" y="1542"/>
                </a:lnTo>
                <a:lnTo>
                  <a:pt x="119" y="1541"/>
                </a:lnTo>
                <a:lnTo>
                  <a:pt x="118" y="1540"/>
                </a:lnTo>
                <a:lnTo>
                  <a:pt x="118" y="1539"/>
                </a:lnTo>
                <a:lnTo>
                  <a:pt x="117" y="1538"/>
                </a:lnTo>
                <a:lnTo>
                  <a:pt x="116" y="1537"/>
                </a:lnTo>
                <a:lnTo>
                  <a:pt x="115" y="1537"/>
                </a:lnTo>
                <a:lnTo>
                  <a:pt x="114" y="1537"/>
                </a:lnTo>
                <a:lnTo>
                  <a:pt x="112" y="1537"/>
                </a:lnTo>
                <a:lnTo>
                  <a:pt x="111" y="1537"/>
                </a:lnTo>
                <a:lnTo>
                  <a:pt x="110" y="1537"/>
                </a:lnTo>
                <a:lnTo>
                  <a:pt x="110" y="1536"/>
                </a:lnTo>
                <a:lnTo>
                  <a:pt x="109" y="1535"/>
                </a:lnTo>
                <a:lnTo>
                  <a:pt x="108" y="1535"/>
                </a:lnTo>
                <a:lnTo>
                  <a:pt x="108" y="1534"/>
                </a:lnTo>
                <a:lnTo>
                  <a:pt x="107" y="1534"/>
                </a:lnTo>
                <a:lnTo>
                  <a:pt x="106" y="1533"/>
                </a:lnTo>
                <a:lnTo>
                  <a:pt x="105" y="1533"/>
                </a:lnTo>
                <a:lnTo>
                  <a:pt x="105" y="1532"/>
                </a:lnTo>
                <a:lnTo>
                  <a:pt x="103" y="1531"/>
                </a:lnTo>
                <a:lnTo>
                  <a:pt x="102" y="1530"/>
                </a:lnTo>
                <a:lnTo>
                  <a:pt x="101" y="1530"/>
                </a:lnTo>
                <a:lnTo>
                  <a:pt x="101" y="1531"/>
                </a:lnTo>
                <a:lnTo>
                  <a:pt x="100" y="1531"/>
                </a:lnTo>
                <a:lnTo>
                  <a:pt x="99" y="1531"/>
                </a:lnTo>
                <a:lnTo>
                  <a:pt x="98" y="1530"/>
                </a:lnTo>
                <a:lnTo>
                  <a:pt x="97" y="1530"/>
                </a:lnTo>
                <a:lnTo>
                  <a:pt x="96" y="1530"/>
                </a:lnTo>
                <a:lnTo>
                  <a:pt x="95" y="1530"/>
                </a:lnTo>
                <a:lnTo>
                  <a:pt x="95" y="1529"/>
                </a:lnTo>
                <a:lnTo>
                  <a:pt x="94" y="1529"/>
                </a:lnTo>
                <a:lnTo>
                  <a:pt x="93" y="1528"/>
                </a:lnTo>
                <a:lnTo>
                  <a:pt x="92" y="1527"/>
                </a:lnTo>
                <a:lnTo>
                  <a:pt x="91" y="1527"/>
                </a:lnTo>
                <a:lnTo>
                  <a:pt x="90" y="1527"/>
                </a:lnTo>
                <a:lnTo>
                  <a:pt x="88" y="1527"/>
                </a:lnTo>
                <a:lnTo>
                  <a:pt x="87" y="1527"/>
                </a:lnTo>
                <a:lnTo>
                  <a:pt x="86" y="1527"/>
                </a:lnTo>
                <a:lnTo>
                  <a:pt x="84" y="1526"/>
                </a:lnTo>
                <a:lnTo>
                  <a:pt x="83" y="1526"/>
                </a:lnTo>
                <a:lnTo>
                  <a:pt x="82" y="1526"/>
                </a:lnTo>
                <a:lnTo>
                  <a:pt x="81" y="1525"/>
                </a:lnTo>
                <a:lnTo>
                  <a:pt x="80" y="1525"/>
                </a:lnTo>
                <a:lnTo>
                  <a:pt x="79" y="1525"/>
                </a:lnTo>
                <a:lnTo>
                  <a:pt x="77" y="1525"/>
                </a:lnTo>
                <a:lnTo>
                  <a:pt x="75" y="1525"/>
                </a:lnTo>
                <a:lnTo>
                  <a:pt x="74" y="1525"/>
                </a:lnTo>
                <a:lnTo>
                  <a:pt x="73" y="1525"/>
                </a:lnTo>
                <a:lnTo>
                  <a:pt x="71" y="1525"/>
                </a:lnTo>
                <a:lnTo>
                  <a:pt x="70" y="1524"/>
                </a:lnTo>
                <a:lnTo>
                  <a:pt x="69" y="1525"/>
                </a:lnTo>
                <a:lnTo>
                  <a:pt x="65" y="1525"/>
                </a:lnTo>
                <a:lnTo>
                  <a:pt x="64" y="1524"/>
                </a:lnTo>
                <a:lnTo>
                  <a:pt x="63" y="1524"/>
                </a:lnTo>
                <a:lnTo>
                  <a:pt x="61" y="1524"/>
                </a:lnTo>
                <a:lnTo>
                  <a:pt x="60" y="1523"/>
                </a:lnTo>
                <a:lnTo>
                  <a:pt x="59" y="1523"/>
                </a:lnTo>
                <a:lnTo>
                  <a:pt x="58" y="1523"/>
                </a:lnTo>
                <a:lnTo>
                  <a:pt x="57" y="1524"/>
                </a:lnTo>
                <a:lnTo>
                  <a:pt x="57" y="1525"/>
                </a:lnTo>
                <a:lnTo>
                  <a:pt x="56" y="1525"/>
                </a:lnTo>
                <a:lnTo>
                  <a:pt x="56" y="1526"/>
                </a:lnTo>
                <a:lnTo>
                  <a:pt x="56" y="1527"/>
                </a:lnTo>
                <a:lnTo>
                  <a:pt x="56" y="1528"/>
                </a:lnTo>
                <a:lnTo>
                  <a:pt x="56" y="1529"/>
                </a:lnTo>
                <a:lnTo>
                  <a:pt x="55" y="1529"/>
                </a:lnTo>
                <a:lnTo>
                  <a:pt x="54" y="1529"/>
                </a:lnTo>
                <a:lnTo>
                  <a:pt x="53" y="1529"/>
                </a:lnTo>
                <a:lnTo>
                  <a:pt x="52" y="1530"/>
                </a:lnTo>
                <a:lnTo>
                  <a:pt x="52" y="1531"/>
                </a:lnTo>
                <a:lnTo>
                  <a:pt x="51" y="1532"/>
                </a:lnTo>
                <a:lnTo>
                  <a:pt x="51" y="1533"/>
                </a:lnTo>
                <a:lnTo>
                  <a:pt x="52" y="1534"/>
                </a:lnTo>
                <a:lnTo>
                  <a:pt x="53" y="1536"/>
                </a:lnTo>
                <a:lnTo>
                  <a:pt x="53" y="1537"/>
                </a:lnTo>
                <a:lnTo>
                  <a:pt x="51" y="1536"/>
                </a:lnTo>
                <a:lnTo>
                  <a:pt x="50" y="1536"/>
                </a:lnTo>
                <a:lnTo>
                  <a:pt x="49" y="1536"/>
                </a:lnTo>
                <a:lnTo>
                  <a:pt x="48" y="1536"/>
                </a:lnTo>
                <a:lnTo>
                  <a:pt x="48" y="1537"/>
                </a:lnTo>
                <a:lnTo>
                  <a:pt x="47" y="1537"/>
                </a:lnTo>
                <a:lnTo>
                  <a:pt x="46" y="1538"/>
                </a:lnTo>
                <a:lnTo>
                  <a:pt x="45" y="1538"/>
                </a:lnTo>
                <a:lnTo>
                  <a:pt x="44" y="1538"/>
                </a:lnTo>
                <a:lnTo>
                  <a:pt x="43" y="1537"/>
                </a:lnTo>
                <a:lnTo>
                  <a:pt x="42" y="1537"/>
                </a:lnTo>
                <a:lnTo>
                  <a:pt x="41" y="1537"/>
                </a:lnTo>
                <a:lnTo>
                  <a:pt x="40" y="1537"/>
                </a:lnTo>
                <a:lnTo>
                  <a:pt x="39" y="1537"/>
                </a:lnTo>
                <a:lnTo>
                  <a:pt x="38" y="1537"/>
                </a:lnTo>
                <a:lnTo>
                  <a:pt x="37" y="1536"/>
                </a:lnTo>
                <a:lnTo>
                  <a:pt x="37" y="1535"/>
                </a:lnTo>
                <a:lnTo>
                  <a:pt x="36" y="1534"/>
                </a:lnTo>
                <a:lnTo>
                  <a:pt x="36" y="1533"/>
                </a:lnTo>
                <a:lnTo>
                  <a:pt x="35" y="1533"/>
                </a:lnTo>
                <a:lnTo>
                  <a:pt x="34" y="1533"/>
                </a:lnTo>
                <a:lnTo>
                  <a:pt x="33" y="1533"/>
                </a:lnTo>
                <a:lnTo>
                  <a:pt x="32" y="1532"/>
                </a:lnTo>
                <a:lnTo>
                  <a:pt x="31" y="1532"/>
                </a:lnTo>
                <a:lnTo>
                  <a:pt x="30" y="1531"/>
                </a:lnTo>
                <a:lnTo>
                  <a:pt x="29" y="1531"/>
                </a:lnTo>
                <a:lnTo>
                  <a:pt x="28" y="1530"/>
                </a:lnTo>
                <a:lnTo>
                  <a:pt x="28" y="1529"/>
                </a:lnTo>
                <a:lnTo>
                  <a:pt x="28" y="1528"/>
                </a:lnTo>
                <a:lnTo>
                  <a:pt x="28" y="1527"/>
                </a:lnTo>
                <a:lnTo>
                  <a:pt x="28" y="1526"/>
                </a:lnTo>
                <a:lnTo>
                  <a:pt x="27" y="1526"/>
                </a:lnTo>
                <a:lnTo>
                  <a:pt x="27" y="1525"/>
                </a:lnTo>
                <a:lnTo>
                  <a:pt x="27" y="1524"/>
                </a:lnTo>
                <a:lnTo>
                  <a:pt x="26" y="1524"/>
                </a:lnTo>
                <a:lnTo>
                  <a:pt x="25" y="1523"/>
                </a:lnTo>
                <a:lnTo>
                  <a:pt x="25" y="1522"/>
                </a:lnTo>
                <a:lnTo>
                  <a:pt x="25" y="1521"/>
                </a:lnTo>
                <a:lnTo>
                  <a:pt x="24" y="1520"/>
                </a:lnTo>
                <a:lnTo>
                  <a:pt x="24" y="1519"/>
                </a:lnTo>
                <a:lnTo>
                  <a:pt x="23" y="1518"/>
                </a:lnTo>
                <a:lnTo>
                  <a:pt x="23" y="1517"/>
                </a:lnTo>
                <a:lnTo>
                  <a:pt x="23" y="1516"/>
                </a:lnTo>
                <a:lnTo>
                  <a:pt x="23" y="1514"/>
                </a:lnTo>
                <a:lnTo>
                  <a:pt x="24" y="1514"/>
                </a:lnTo>
                <a:lnTo>
                  <a:pt x="24" y="1513"/>
                </a:lnTo>
                <a:lnTo>
                  <a:pt x="24" y="1512"/>
                </a:lnTo>
                <a:lnTo>
                  <a:pt x="23" y="1511"/>
                </a:lnTo>
                <a:lnTo>
                  <a:pt x="23" y="1510"/>
                </a:lnTo>
                <a:lnTo>
                  <a:pt x="22" y="1509"/>
                </a:lnTo>
                <a:lnTo>
                  <a:pt x="22" y="1508"/>
                </a:lnTo>
                <a:lnTo>
                  <a:pt x="21" y="1508"/>
                </a:lnTo>
                <a:lnTo>
                  <a:pt x="21" y="1507"/>
                </a:lnTo>
                <a:lnTo>
                  <a:pt x="21" y="1506"/>
                </a:lnTo>
                <a:lnTo>
                  <a:pt x="20" y="1506"/>
                </a:lnTo>
                <a:lnTo>
                  <a:pt x="19" y="1505"/>
                </a:lnTo>
                <a:lnTo>
                  <a:pt x="18" y="1505"/>
                </a:lnTo>
                <a:lnTo>
                  <a:pt x="18" y="1504"/>
                </a:lnTo>
                <a:lnTo>
                  <a:pt x="18" y="1503"/>
                </a:lnTo>
                <a:lnTo>
                  <a:pt x="18" y="1502"/>
                </a:lnTo>
                <a:lnTo>
                  <a:pt x="19" y="1501"/>
                </a:lnTo>
                <a:lnTo>
                  <a:pt x="19" y="1500"/>
                </a:lnTo>
                <a:lnTo>
                  <a:pt x="20" y="1499"/>
                </a:lnTo>
                <a:lnTo>
                  <a:pt x="21" y="1498"/>
                </a:lnTo>
                <a:lnTo>
                  <a:pt x="21" y="1497"/>
                </a:lnTo>
                <a:lnTo>
                  <a:pt x="22" y="1497"/>
                </a:lnTo>
                <a:lnTo>
                  <a:pt x="22" y="1496"/>
                </a:lnTo>
                <a:lnTo>
                  <a:pt x="23" y="1496"/>
                </a:lnTo>
                <a:lnTo>
                  <a:pt x="24" y="1496"/>
                </a:lnTo>
                <a:lnTo>
                  <a:pt x="24" y="1495"/>
                </a:lnTo>
                <a:lnTo>
                  <a:pt x="25" y="1496"/>
                </a:lnTo>
                <a:lnTo>
                  <a:pt x="26" y="1496"/>
                </a:lnTo>
                <a:lnTo>
                  <a:pt x="27" y="1496"/>
                </a:lnTo>
                <a:lnTo>
                  <a:pt x="28" y="1496"/>
                </a:lnTo>
                <a:lnTo>
                  <a:pt x="28" y="1497"/>
                </a:lnTo>
                <a:lnTo>
                  <a:pt x="28" y="1498"/>
                </a:lnTo>
                <a:lnTo>
                  <a:pt x="29" y="1498"/>
                </a:lnTo>
                <a:lnTo>
                  <a:pt x="30" y="1497"/>
                </a:lnTo>
                <a:lnTo>
                  <a:pt x="31" y="1495"/>
                </a:lnTo>
                <a:lnTo>
                  <a:pt x="31" y="1494"/>
                </a:lnTo>
                <a:lnTo>
                  <a:pt x="31" y="1493"/>
                </a:lnTo>
                <a:lnTo>
                  <a:pt x="31" y="1491"/>
                </a:lnTo>
                <a:lnTo>
                  <a:pt x="31" y="1490"/>
                </a:lnTo>
                <a:lnTo>
                  <a:pt x="31" y="1489"/>
                </a:lnTo>
                <a:lnTo>
                  <a:pt x="30" y="1488"/>
                </a:lnTo>
                <a:lnTo>
                  <a:pt x="30" y="1487"/>
                </a:lnTo>
                <a:lnTo>
                  <a:pt x="29" y="1486"/>
                </a:lnTo>
                <a:lnTo>
                  <a:pt x="28" y="1485"/>
                </a:lnTo>
                <a:lnTo>
                  <a:pt x="27" y="1486"/>
                </a:lnTo>
                <a:lnTo>
                  <a:pt x="26" y="1486"/>
                </a:lnTo>
                <a:lnTo>
                  <a:pt x="26" y="1487"/>
                </a:lnTo>
                <a:lnTo>
                  <a:pt x="25" y="1487"/>
                </a:lnTo>
                <a:lnTo>
                  <a:pt x="24" y="1487"/>
                </a:lnTo>
                <a:lnTo>
                  <a:pt x="23" y="1487"/>
                </a:lnTo>
                <a:lnTo>
                  <a:pt x="22" y="1487"/>
                </a:lnTo>
                <a:lnTo>
                  <a:pt x="21" y="1487"/>
                </a:lnTo>
                <a:lnTo>
                  <a:pt x="21" y="1486"/>
                </a:lnTo>
                <a:lnTo>
                  <a:pt x="21" y="1485"/>
                </a:lnTo>
                <a:lnTo>
                  <a:pt x="21" y="1484"/>
                </a:lnTo>
                <a:lnTo>
                  <a:pt x="20" y="1483"/>
                </a:lnTo>
                <a:lnTo>
                  <a:pt x="20" y="1482"/>
                </a:lnTo>
                <a:lnTo>
                  <a:pt x="19" y="1481"/>
                </a:lnTo>
                <a:lnTo>
                  <a:pt x="20" y="1481"/>
                </a:lnTo>
                <a:lnTo>
                  <a:pt x="20" y="1480"/>
                </a:lnTo>
                <a:lnTo>
                  <a:pt x="20" y="1479"/>
                </a:lnTo>
                <a:lnTo>
                  <a:pt x="20" y="1478"/>
                </a:lnTo>
                <a:lnTo>
                  <a:pt x="19" y="1478"/>
                </a:lnTo>
                <a:lnTo>
                  <a:pt x="19" y="1477"/>
                </a:lnTo>
                <a:lnTo>
                  <a:pt x="19" y="1476"/>
                </a:lnTo>
                <a:lnTo>
                  <a:pt x="18" y="1476"/>
                </a:lnTo>
                <a:lnTo>
                  <a:pt x="17" y="1475"/>
                </a:lnTo>
                <a:lnTo>
                  <a:pt x="17" y="1474"/>
                </a:lnTo>
                <a:lnTo>
                  <a:pt x="16" y="1474"/>
                </a:lnTo>
                <a:lnTo>
                  <a:pt x="15" y="1474"/>
                </a:lnTo>
                <a:lnTo>
                  <a:pt x="14" y="1474"/>
                </a:lnTo>
                <a:lnTo>
                  <a:pt x="14" y="1473"/>
                </a:lnTo>
                <a:lnTo>
                  <a:pt x="14" y="1472"/>
                </a:lnTo>
                <a:lnTo>
                  <a:pt x="14" y="1471"/>
                </a:lnTo>
                <a:lnTo>
                  <a:pt x="14" y="1470"/>
                </a:lnTo>
                <a:lnTo>
                  <a:pt x="13" y="1470"/>
                </a:lnTo>
                <a:lnTo>
                  <a:pt x="13" y="1469"/>
                </a:lnTo>
                <a:lnTo>
                  <a:pt x="13" y="1468"/>
                </a:lnTo>
                <a:lnTo>
                  <a:pt x="12" y="1467"/>
                </a:lnTo>
                <a:lnTo>
                  <a:pt x="12" y="1466"/>
                </a:lnTo>
                <a:lnTo>
                  <a:pt x="11" y="1466"/>
                </a:lnTo>
                <a:lnTo>
                  <a:pt x="11" y="1465"/>
                </a:lnTo>
                <a:lnTo>
                  <a:pt x="10" y="1465"/>
                </a:lnTo>
                <a:lnTo>
                  <a:pt x="9" y="1465"/>
                </a:lnTo>
                <a:lnTo>
                  <a:pt x="8" y="1465"/>
                </a:lnTo>
                <a:lnTo>
                  <a:pt x="7" y="1465"/>
                </a:lnTo>
                <a:lnTo>
                  <a:pt x="6" y="1464"/>
                </a:lnTo>
                <a:lnTo>
                  <a:pt x="6" y="1463"/>
                </a:lnTo>
                <a:lnTo>
                  <a:pt x="6" y="1462"/>
                </a:lnTo>
                <a:lnTo>
                  <a:pt x="4" y="1462"/>
                </a:lnTo>
                <a:lnTo>
                  <a:pt x="4" y="1461"/>
                </a:lnTo>
                <a:lnTo>
                  <a:pt x="5" y="1461"/>
                </a:lnTo>
                <a:lnTo>
                  <a:pt x="5" y="1460"/>
                </a:lnTo>
                <a:lnTo>
                  <a:pt x="5" y="1459"/>
                </a:lnTo>
                <a:lnTo>
                  <a:pt x="5" y="1458"/>
                </a:lnTo>
                <a:lnTo>
                  <a:pt x="4" y="1458"/>
                </a:lnTo>
                <a:lnTo>
                  <a:pt x="4" y="1457"/>
                </a:lnTo>
                <a:lnTo>
                  <a:pt x="4" y="1456"/>
                </a:lnTo>
                <a:lnTo>
                  <a:pt x="5" y="1456"/>
                </a:lnTo>
                <a:lnTo>
                  <a:pt x="5" y="1455"/>
                </a:lnTo>
                <a:lnTo>
                  <a:pt x="5" y="1454"/>
                </a:lnTo>
                <a:lnTo>
                  <a:pt x="3" y="1452"/>
                </a:lnTo>
                <a:lnTo>
                  <a:pt x="1" y="1451"/>
                </a:lnTo>
                <a:lnTo>
                  <a:pt x="0" y="1451"/>
                </a:lnTo>
                <a:lnTo>
                  <a:pt x="1" y="1450"/>
                </a:lnTo>
                <a:lnTo>
                  <a:pt x="2" y="1450"/>
                </a:lnTo>
                <a:lnTo>
                  <a:pt x="4" y="1450"/>
                </a:lnTo>
                <a:lnTo>
                  <a:pt x="5" y="1450"/>
                </a:lnTo>
                <a:lnTo>
                  <a:pt x="7" y="1449"/>
                </a:lnTo>
                <a:lnTo>
                  <a:pt x="8" y="1448"/>
                </a:lnTo>
                <a:lnTo>
                  <a:pt x="9" y="1447"/>
                </a:lnTo>
                <a:lnTo>
                  <a:pt x="9" y="1445"/>
                </a:lnTo>
                <a:lnTo>
                  <a:pt x="9" y="1444"/>
                </a:lnTo>
                <a:lnTo>
                  <a:pt x="9" y="1443"/>
                </a:lnTo>
                <a:lnTo>
                  <a:pt x="10" y="1443"/>
                </a:lnTo>
                <a:lnTo>
                  <a:pt x="11" y="1442"/>
                </a:lnTo>
                <a:lnTo>
                  <a:pt x="12" y="1441"/>
                </a:lnTo>
                <a:lnTo>
                  <a:pt x="13" y="1441"/>
                </a:lnTo>
                <a:lnTo>
                  <a:pt x="14" y="1442"/>
                </a:lnTo>
                <a:lnTo>
                  <a:pt x="18" y="1442"/>
                </a:lnTo>
                <a:lnTo>
                  <a:pt x="20" y="1443"/>
                </a:lnTo>
                <a:lnTo>
                  <a:pt x="23" y="1443"/>
                </a:lnTo>
                <a:lnTo>
                  <a:pt x="25" y="1442"/>
                </a:lnTo>
                <a:lnTo>
                  <a:pt x="26" y="1442"/>
                </a:lnTo>
                <a:lnTo>
                  <a:pt x="29" y="1442"/>
                </a:lnTo>
                <a:lnTo>
                  <a:pt x="30" y="1442"/>
                </a:lnTo>
                <a:lnTo>
                  <a:pt x="32" y="1441"/>
                </a:lnTo>
                <a:lnTo>
                  <a:pt x="33" y="1441"/>
                </a:lnTo>
                <a:lnTo>
                  <a:pt x="33" y="1440"/>
                </a:lnTo>
                <a:lnTo>
                  <a:pt x="34" y="1440"/>
                </a:lnTo>
                <a:lnTo>
                  <a:pt x="34" y="1439"/>
                </a:lnTo>
                <a:lnTo>
                  <a:pt x="34" y="1438"/>
                </a:lnTo>
                <a:lnTo>
                  <a:pt x="35" y="1437"/>
                </a:lnTo>
                <a:lnTo>
                  <a:pt x="36" y="1436"/>
                </a:lnTo>
                <a:lnTo>
                  <a:pt x="36" y="1435"/>
                </a:lnTo>
                <a:lnTo>
                  <a:pt x="35" y="1435"/>
                </a:lnTo>
                <a:lnTo>
                  <a:pt x="35" y="1434"/>
                </a:lnTo>
                <a:lnTo>
                  <a:pt x="36" y="1433"/>
                </a:lnTo>
                <a:lnTo>
                  <a:pt x="37" y="1432"/>
                </a:lnTo>
                <a:lnTo>
                  <a:pt x="38" y="1432"/>
                </a:lnTo>
                <a:lnTo>
                  <a:pt x="38" y="1431"/>
                </a:lnTo>
                <a:lnTo>
                  <a:pt x="38" y="1430"/>
                </a:lnTo>
                <a:lnTo>
                  <a:pt x="38" y="1429"/>
                </a:lnTo>
                <a:lnTo>
                  <a:pt x="40" y="1429"/>
                </a:lnTo>
                <a:lnTo>
                  <a:pt x="41" y="1429"/>
                </a:lnTo>
                <a:lnTo>
                  <a:pt x="41" y="1428"/>
                </a:lnTo>
                <a:lnTo>
                  <a:pt x="41" y="1427"/>
                </a:lnTo>
                <a:lnTo>
                  <a:pt x="41" y="1426"/>
                </a:lnTo>
                <a:lnTo>
                  <a:pt x="41" y="1425"/>
                </a:lnTo>
                <a:lnTo>
                  <a:pt x="41" y="1424"/>
                </a:lnTo>
                <a:lnTo>
                  <a:pt x="40" y="1423"/>
                </a:lnTo>
                <a:lnTo>
                  <a:pt x="40" y="1422"/>
                </a:lnTo>
                <a:lnTo>
                  <a:pt x="39" y="1421"/>
                </a:lnTo>
                <a:lnTo>
                  <a:pt x="39" y="1420"/>
                </a:lnTo>
                <a:lnTo>
                  <a:pt x="39" y="1419"/>
                </a:lnTo>
                <a:lnTo>
                  <a:pt x="39" y="1418"/>
                </a:lnTo>
                <a:lnTo>
                  <a:pt x="39" y="1417"/>
                </a:lnTo>
                <a:lnTo>
                  <a:pt x="38" y="1417"/>
                </a:lnTo>
                <a:lnTo>
                  <a:pt x="38" y="1416"/>
                </a:lnTo>
                <a:lnTo>
                  <a:pt x="38" y="1415"/>
                </a:lnTo>
                <a:lnTo>
                  <a:pt x="37" y="1415"/>
                </a:lnTo>
                <a:lnTo>
                  <a:pt x="37" y="1414"/>
                </a:lnTo>
                <a:lnTo>
                  <a:pt x="36" y="1414"/>
                </a:lnTo>
                <a:lnTo>
                  <a:pt x="36" y="1413"/>
                </a:lnTo>
                <a:lnTo>
                  <a:pt x="35" y="1413"/>
                </a:lnTo>
                <a:lnTo>
                  <a:pt x="34" y="1413"/>
                </a:lnTo>
                <a:lnTo>
                  <a:pt x="33" y="1412"/>
                </a:lnTo>
                <a:lnTo>
                  <a:pt x="32" y="1412"/>
                </a:lnTo>
                <a:lnTo>
                  <a:pt x="32" y="1413"/>
                </a:lnTo>
                <a:lnTo>
                  <a:pt x="31" y="1413"/>
                </a:lnTo>
                <a:lnTo>
                  <a:pt x="31" y="1412"/>
                </a:lnTo>
                <a:lnTo>
                  <a:pt x="31" y="1410"/>
                </a:lnTo>
                <a:lnTo>
                  <a:pt x="31" y="1408"/>
                </a:lnTo>
                <a:lnTo>
                  <a:pt x="31" y="1406"/>
                </a:lnTo>
                <a:lnTo>
                  <a:pt x="32" y="1405"/>
                </a:lnTo>
                <a:lnTo>
                  <a:pt x="33" y="1404"/>
                </a:lnTo>
                <a:lnTo>
                  <a:pt x="34" y="1403"/>
                </a:lnTo>
                <a:lnTo>
                  <a:pt x="35" y="1402"/>
                </a:lnTo>
                <a:lnTo>
                  <a:pt x="36" y="1402"/>
                </a:lnTo>
                <a:lnTo>
                  <a:pt x="36" y="1401"/>
                </a:lnTo>
                <a:lnTo>
                  <a:pt x="37" y="1401"/>
                </a:lnTo>
                <a:lnTo>
                  <a:pt x="38" y="1401"/>
                </a:lnTo>
                <a:lnTo>
                  <a:pt x="38" y="1400"/>
                </a:lnTo>
                <a:lnTo>
                  <a:pt x="38" y="1399"/>
                </a:lnTo>
                <a:lnTo>
                  <a:pt x="38" y="1398"/>
                </a:lnTo>
                <a:lnTo>
                  <a:pt x="38" y="1397"/>
                </a:lnTo>
                <a:lnTo>
                  <a:pt x="37" y="1396"/>
                </a:lnTo>
                <a:lnTo>
                  <a:pt x="37" y="1395"/>
                </a:lnTo>
                <a:lnTo>
                  <a:pt x="38" y="1395"/>
                </a:lnTo>
                <a:lnTo>
                  <a:pt x="38" y="1394"/>
                </a:lnTo>
                <a:lnTo>
                  <a:pt x="39" y="1393"/>
                </a:lnTo>
                <a:lnTo>
                  <a:pt x="40" y="1392"/>
                </a:lnTo>
                <a:lnTo>
                  <a:pt x="40" y="1391"/>
                </a:lnTo>
                <a:lnTo>
                  <a:pt x="41" y="1391"/>
                </a:lnTo>
                <a:lnTo>
                  <a:pt x="41" y="1390"/>
                </a:lnTo>
                <a:lnTo>
                  <a:pt x="42" y="1389"/>
                </a:lnTo>
                <a:lnTo>
                  <a:pt x="43" y="1388"/>
                </a:lnTo>
                <a:lnTo>
                  <a:pt x="43" y="1387"/>
                </a:lnTo>
                <a:lnTo>
                  <a:pt x="43" y="1386"/>
                </a:lnTo>
                <a:lnTo>
                  <a:pt x="42" y="1386"/>
                </a:lnTo>
                <a:lnTo>
                  <a:pt x="41" y="1386"/>
                </a:lnTo>
                <a:lnTo>
                  <a:pt x="40" y="1386"/>
                </a:lnTo>
                <a:lnTo>
                  <a:pt x="40" y="1385"/>
                </a:lnTo>
                <a:lnTo>
                  <a:pt x="41" y="1385"/>
                </a:lnTo>
                <a:lnTo>
                  <a:pt x="42" y="1384"/>
                </a:lnTo>
                <a:lnTo>
                  <a:pt x="44" y="1383"/>
                </a:lnTo>
                <a:lnTo>
                  <a:pt x="45" y="1383"/>
                </a:lnTo>
                <a:lnTo>
                  <a:pt x="46" y="1382"/>
                </a:lnTo>
                <a:lnTo>
                  <a:pt x="46" y="1380"/>
                </a:lnTo>
                <a:lnTo>
                  <a:pt x="47" y="1379"/>
                </a:lnTo>
                <a:lnTo>
                  <a:pt x="48" y="1378"/>
                </a:lnTo>
                <a:lnTo>
                  <a:pt x="49" y="1378"/>
                </a:lnTo>
                <a:lnTo>
                  <a:pt x="50" y="1378"/>
                </a:lnTo>
                <a:lnTo>
                  <a:pt x="51" y="1379"/>
                </a:lnTo>
                <a:lnTo>
                  <a:pt x="52" y="1379"/>
                </a:lnTo>
                <a:lnTo>
                  <a:pt x="53" y="1379"/>
                </a:lnTo>
                <a:lnTo>
                  <a:pt x="54" y="1379"/>
                </a:lnTo>
                <a:lnTo>
                  <a:pt x="55" y="1379"/>
                </a:lnTo>
                <a:lnTo>
                  <a:pt x="56" y="1377"/>
                </a:lnTo>
                <a:lnTo>
                  <a:pt x="57" y="1377"/>
                </a:lnTo>
                <a:lnTo>
                  <a:pt x="58" y="1376"/>
                </a:lnTo>
                <a:lnTo>
                  <a:pt x="60" y="1376"/>
                </a:lnTo>
                <a:lnTo>
                  <a:pt x="62" y="1375"/>
                </a:lnTo>
                <a:lnTo>
                  <a:pt x="63" y="1375"/>
                </a:lnTo>
                <a:lnTo>
                  <a:pt x="64" y="1375"/>
                </a:lnTo>
                <a:lnTo>
                  <a:pt x="66" y="1375"/>
                </a:lnTo>
                <a:lnTo>
                  <a:pt x="68" y="1374"/>
                </a:lnTo>
                <a:lnTo>
                  <a:pt x="69" y="1374"/>
                </a:lnTo>
                <a:lnTo>
                  <a:pt x="70" y="1375"/>
                </a:lnTo>
                <a:lnTo>
                  <a:pt x="70" y="1376"/>
                </a:lnTo>
                <a:lnTo>
                  <a:pt x="70" y="1377"/>
                </a:lnTo>
                <a:lnTo>
                  <a:pt x="71" y="1377"/>
                </a:lnTo>
                <a:lnTo>
                  <a:pt x="72" y="1377"/>
                </a:lnTo>
                <a:lnTo>
                  <a:pt x="72" y="1376"/>
                </a:lnTo>
                <a:lnTo>
                  <a:pt x="73" y="1376"/>
                </a:lnTo>
                <a:lnTo>
                  <a:pt x="74" y="1376"/>
                </a:lnTo>
                <a:lnTo>
                  <a:pt x="74" y="1377"/>
                </a:lnTo>
                <a:lnTo>
                  <a:pt x="75" y="1377"/>
                </a:lnTo>
                <a:lnTo>
                  <a:pt x="76" y="1377"/>
                </a:lnTo>
                <a:lnTo>
                  <a:pt x="76" y="1378"/>
                </a:lnTo>
                <a:lnTo>
                  <a:pt x="77" y="1378"/>
                </a:lnTo>
                <a:lnTo>
                  <a:pt x="78" y="1377"/>
                </a:lnTo>
                <a:lnTo>
                  <a:pt x="81" y="1375"/>
                </a:lnTo>
                <a:lnTo>
                  <a:pt x="83" y="1374"/>
                </a:lnTo>
                <a:lnTo>
                  <a:pt x="85" y="1373"/>
                </a:lnTo>
                <a:lnTo>
                  <a:pt x="86" y="1372"/>
                </a:lnTo>
                <a:lnTo>
                  <a:pt x="87" y="1370"/>
                </a:lnTo>
                <a:lnTo>
                  <a:pt x="89" y="1369"/>
                </a:lnTo>
                <a:lnTo>
                  <a:pt x="91" y="1367"/>
                </a:lnTo>
                <a:lnTo>
                  <a:pt x="94" y="1366"/>
                </a:lnTo>
                <a:lnTo>
                  <a:pt x="94" y="1365"/>
                </a:lnTo>
                <a:lnTo>
                  <a:pt x="95" y="1365"/>
                </a:lnTo>
                <a:lnTo>
                  <a:pt x="96" y="1363"/>
                </a:lnTo>
                <a:lnTo>
                  <a:pt x="97" y="1362"/>
                </a:lnTo>
                <a:lnTo>
                  <a:pt x="98" y="1360"/>
                </a:lnTo>
                <a:lnTo>
                  <a:pt x="100" y="1359"/>
                </a:lnTo>
                <a:lnTo>
                  <a:pt x="101" y="1359"/>
                </a:lnTo>
                <a:lnTo>
                  <a:pt x="102" y="1359"/>
                </a:lnTo>
                <a:lnTo>
                  <a:pt x="103" y="1359"/>
                </a:lnTo>
                <a:lnTo>
                  <a:pt x="104" y="1360"/>
                </a:lnTo>
                <a:lnTo>
                  <a:pt x="105" y="1360"/>
                </a:lnTo>
                <a:lnTo>
                  <a:pt x="106" y="1359"/>
                </a:lnTo>
                <a:lnTo>
                  <a:pt x="107" y="1358"/>
                </a:lnTo>
                <a:lnTo>
                  <a:pt x="107" y="1357"/>
                </a:lnTo>
                <a:lnTo>
                  <a:pt x="108" y="1356"/>
                </a:lnTo>
                <a:lnTo>
                  <a:pt x="109" y="1354"/>
                </a:lnTo>
                <a:lnTo>
                  <a:pt x="108" y="1353"/>
                </a:lnTo>
                <a:lnTo>
                  <a:pt x="109" y="1352"/>
                </a:lnTo>
                <a:lnTo>
                  <a:pt x="110" y="1352"/>
                </a:lnTo>
                <a:lnTo>
                  <a:pt x="113" y="1352"/>
                </a:lnTo>
                <a:lnTo>
                  <a:pt x="114" y="1352"/>
                </a:lnTo>
                <a:lnTo>
                  <a:pt x="116" y="1352"/>
                </a:lnTo>
                <a:lnTo>
                  <a:pt x="118" y="1352"/>
                </a:lnTo>
                <a:lnTo>
                  <a:pt x="120" y="1352"/>
                </a:lnTo>
                <a:lnTo>
                  <a:pt x="121" y="1353"/>
                </a:lnTo>
                <a:lnTo>
                  <a:pt x="123" y="1354"/>
                </a:lnTo>
                <a:lnTo>
                  <a:pt x="125" y="1354"/>
                </a:lnTo>
                <a:lnTo>
                  <a:pt x="126" y="1353"/>
                </a:lnTo>
                <a:lnTo>
                  <a:pt x="127" y="1353"/>
                </a:lnTo>
                <a:lnTo>
                  <a:pt x="127" y="1352"/>
                </a:lnTo>
                <a:lnTo>
                  <a:pt x="127" y="1351"/>
                </a:lnTo>
                <a:lnTo>
                  <a:pt x="125" y="1350"/>
                </a:lnTo>
                <a:lnTo>
                  <a:pt x="124" y="1349"/>
                </a:lnTo>
                <a:lnTo>
                  <a:pt x="123" y="1349"/>
                </a:lnTo>
                <a:lnTo>
                  <a:pt x="123" y="1347"/>
                </a:lnTo>
                <a:lnTo>
                  <a:pt x="122" y="1347"/>
                </a:lnTo>
                <a:lnTo>
                  <a:pt x="121" y="1346"/>
                </a:lnTo>
                <a:lnTo>
                  <a:pt x="120" y="1345"/>
                </a:lnTo>
                <a:lnTo>
                  <a:pt x="118" y="1343"/>
                </a:lnTo>
                <a:lnTo>
                  <a:pt x="117" y="1343"/>
                </a:lnTo>
                <a:lnTo>
                  <a:pt x="117" y="1342"/>
                </a:lnTo>
                <a:lnTo>
                  <a:pt x="117" y="1341"/>
                </a:lnTo>
                <a:lnTo>
                  <a:pt x="118" y="1341"/>
                </a:lnTo>
                <a:lnTo>
                  <a:pt x="119" y="1340"/>
                </a:lnTo>
                <a:lnTo>
                  <a:pt x="119" y="1339"/>
                </a:lnTo>
                <a:lnTo>
                  <a:pt x="119" y="1337"/>
                </a:lnTo>
                <a:lnTo>
                  <a:pt x="119" y="1336"/>
                </a:lnTo>
                <a:lnTo>
                  <a:pt x="120" y="1335"/>
                </a:lnTo>
                <a:lnTo>
                  <a:pt x="121" y="1334"/>
                </a:lnTo>
                <a:lnTo>
                  <a:pt x="122" y="1334"/>
                </a:lnTo>
                <a:lnTo>
                  <a:pt x="123" y="1335"/>
                </a:lnTo>
                <a:lnTo>
                  <a:pt x="125" y="1335"/>
                </a:lnTo>
                <a:lnTo>
                  <a:pt x="126" y="1336"/>
                </a:lnTo>
                <a:lnTo>
                  <a:pt x="127" y="1336"/>
                </a:lnTo>
                <a:lnTo>
                  <a:pt x="128" y="1337"/>
                </a:lnTo>
                <a:lnTo>
                  <a:pt x="129" y="1338"/>
                </a:lnTo>
                <a:lnTo>
                  <a:pt x="131" y="1339"/>
                </a:lnTo>
                <a:lnTo>
                  <a:pt x="132" y="1339"/>
                </a:lnTo>
                <a:lnTo>
                  <a:pt x="132" y="1340"/>
                </a:lnTo>
                <a:lnTo>
                  <a:pt x="133" y="1341"/>
                </a:lnTo>
                <a:lnTo>
                  <a:pt x="134" y="1341"/>
                </a:lnTo>
                <a:lnTo>
                  <a:pt x="135" y="1341"/>
                </a:lnTo>
                <a:lnTo>
                  <a:pt x="136" y="1340"/>
                </a:lnTo>
                <a:lnTo>
                  <a:pt x="137" y="1340"/>
                </a:lnTo>
                <a:lnTo>
                  <a:pt x="139" y="1341"/>
                </a:lnTo>
                <a:lnTo>
                  <a:pt x="140" y="1342"/>
                </a:lnTo>
                <a:lnTo>
                  <a:pt x="142" y="1342"/>
                </a:lnTo>
                <a:lnTo>
                  <a:pt x="144" y="1342"/>
                </a:lnTo>
                <a:lnTo>
                  <a:pt x="145" y="1342"/>
                </a:lnTo>
                <a:lnTo>
                  <a:pt x="146" y="1342"/>
                </a:lnTo>
                <a:lnTo>
                  <a:pt x="146" y="1341"/>
                </a:lnTo>
                <a:lnTo>
                  <a:pt x="147" y="1340"/>
                </a:lnTo>
                <a:lnTo>
                  <a:pt x="148" y="1340"/>
                </a:lnTo>
                <a:lnTo>
                  <a:pt x="149" y="1340"/>
                </a:lnTo>
                <a:lnTo>
                  <a:pt x="150" y="1340"/>
                </a:lnTo>
                <a:lnTo>
                  <a:pt x="150" y="1341"/>
                </a:lnTo>
                <a:lnTo>
                  <a:pt x="152" y="1341"/>
                </a:lnTo>
                <a:lnTo>
                  <a:pt x="153" y="1341"/>
                </a:lnTo>
                <a:lnTo>
                  <a:pt x="154" y="1342"/>
                </a:lnTo>
                <a:lnTo>
                  <a:pt x="156" y="1342"/>
                </a:lnTo>
                <a:lnTo>
                  <a:pt x="157" y="1341"/>
                </a:lnTo>
                <a:lnTo>
                  <a:pt x="158" y="1340"/>
                </a:lnTo>
                <a:lnTo>
                  <a:pt x="158" y="1339"/>
                </a:lnTo>
                <a:lnTo>
                  <a:pt x="159" y="1339"/>
                </a:lnTo>
                <a:lnTo>
                  <a:pt x="160" y="1338"/>
                </a:lnTo>
                <a:lnTo>
                  <a:pt x="161" y="1338"/>
                </a:lnTo>
                <a:lnTo>
                  <a:pt x="162" y="1337"/>
                </a:lnTo>
                <a:lnTo>
                  <a:pt x="163" y="1336"/>
                </a:lnTo>
                <a:lnTo>
                  <a:pt x="163" y="1335"/>
                </a:lnTo>
                <a:lnTo>
                  <a:pt x="165" y="1334"/>
                </a:lnTo>
                <a:lnTo>
                  <a:pt x="166" y="1333"/>
                </a:lnTo>
                <a:lnTo>
                  <a:pt x="167" y="1333"/>
                </a:lnTo>
                <a:lnTo>
                  <a:pt x="169" y="1332"/>
                </a:lnTo>
                <a:lnTo>
                  <a:pt x="169" y="1331"/>
                </a:lnTo>
                <a:lnTo>
                  <a:pt x="170" y="1331"/>
                </a:lnTo>
                <a:lnTo>
                  <a:pt x="172" y="1331"/>
                </a:lnTo>
                <a:lnTo>
                  <a:pt x="173" y="1331"/>
                </a:lnTo>
                <a:lnTo>
                  <a:pt x="173" y="1330"/>
                </a:lnTo>
                <a:lnTo>
                  <a:pt x="174" y="1330"/>
                </a:lnTo>
                <a:lnTo>
                  <a:pt x="175" y="1329"/>
                </a:lnTo>
                <a:lnTo>
                  <a:pt x="176" y="1328"/>
                </a:lnTo>
                <a:lnTo>
                  <a:pt x="177" y="1327"/>
                </a:lnTo>
                <a:lnTo>
                  <a:pt x="178" y="1326"/>
                </a:lnTo>
                <a:lnTo>
                  <a:pt x="180" y="1324"/>
                </a:lnTo>
                <a:lnTo>
                  <a:pt x="182" y="1323"/>
                </a:lnTo>
                <a:lnTo>
                  <a:pt x="184" y="1321"/>
                </a:lnTo>
                <a:lnTo>
                  <a:pt x="185" y="1321"/>
                </a:lnTo>
                <a:lnTo>
                  <a:pt x="187" y="1320"/>
                </a:lnTo>
                <a:lnTo>
                  <a:pt x="188" y="1320"/>
                </a:lnTo>
                <a:lnTo>
                  <a:pt x="189" y="1320"/>
                </a:lnTo>
                <a:lnTo>
                  <a:pt x="190" y="1320"/>
                </a:lnTo>
                <a:lnTo>
                  <a:pt x="190" y="1321"/>
                </a:lnTo>
                <a:lnTo>
                  <a:pt x="191" y="1321"/>
                </a:lnTo>
                <a:lnTo>
                  <a:pt x="191" y="1322"/>
                </a:lnTo>
                <a:lnTo>
                  <a:pt x="191" y="1323"/>
                </a:lnTo>
                <a:lnTo>
                  <a:pt x="192" y="1323"/>
                </a:lnTo>
                <a:lnTo>
                  <a:pt x="193" y="1323"/>
                </a:lnTo>
                <a:lnTo>
                  <a:pt x="193" y="1324"/>
                </a:lnTo>
                <a:lnTo>
                  <a:pt x="192" y="1324"/>
                </a:lnTo>
                <a:lnTo>
                  <a:pt x="192" y="1325"/>
                </a:lnTo>
                <a:lnTo>
                  <a:pt x="192" y="1326"/>
                </a:lnTo>
                <a:lnTo>
                  <a:pt x="192" y="1328"/>
                </a:lnTo>
                <a:lnTo>
                  <a:pt x="192" y="1330"/>
                </a:lnTo>
                <a:lnTo>
                  <a:pt x="192" y="1331"/>
                </a:lnTo>
                <a:lnTo>
                  <a:pt x="192" y="1332"/>
                </a:lnTo>
                <a:lnTo>
                  <a:pt x="193" y="1333"/>
                </a:lnTo>
                <a:lnTo>
                  <a:pt x="194" y="1335"/>
                </a:lnTo>
                <a:lnTo>
                  <a:pt x="195" y="1336"/>
                </a:lnTo>
                <a:lnTo>
                  <a:pt x="196" y="1336"/>
                </a:lnTo>
                <a:lnTo>
                  <a:pt x="197" y="1336"/>
                </a:lnTo>
                <a:lnTo>
                  <a:pt x="198" y="1337"/>
                </a:lnTo>
                <a:lnTo>
                  <a:pt x="199" y="1338"/>
                </a:lnTo>
                <a:lnTo>
                  <a:pt x="200" y="1338"/>
                </a:lnTo>
                <a:lnTo>
                  <a:pt x="201" y="1339"/>
                </a:lnTo>
                <a:lnTo>
                  <a:pt x="201" y="1340"/>
                </a:lnTo>
                <a:lnTo>
                  <a:pt x="200" y="1340"/>
                </a:lnTo>
                <a:lnTo>
                  <a:pt x="200" y="1341"/>
                </a:lnTo>
                <a:lnTo>
                  <a:pt x="200" y="1342"/>
                </a:lnTo>
                <a:lnTo>
                  <a:pt x="199" y="1343"/>
                </a:lnTo>
                <a:lnTo>
                  <a:pt x="198" y="1343"/>
                </a:lnTo>
                <a:lnTo>
                  <a:pt x="198" y="1344"/>
                </a:lnTo>
                <a:lnTo>
                  <a:pt x="197" y="1344"/>
                </a:lnTo>
                <a:lnTo>
                  <a:pt x="197" y="1345"/>
                </a:lnTo>
                <a:lnTo>
                  <a:pt x="197" y="1346"/>
                </a:lnTo>
                <a:lnTo>
                  <a:pt x="196" y="1346"/>
                </a:lnTo>
                <a:lnTo>
                  <a:pt x="196" y="1347"/>
                </a:lnTo>
                <a:lnTo>
                  <a:pt x="196" y="1349"/>
                </a:lnTo>
                <a:lnTo>
                  <a:pt x="196" y="1350"/>
                </a:lnTo>
                <a:lnTo>
                  <a:pt x="196" y="1351"/>
                </a:lnTo>
                <a:lnTo>
                  <a:pt x="197" y="1352"/>
                </a:lnTo>
                <a:lnTo>
                  <a:pt x="197" y="1353"/>
                </a:lnTo>
                <a:lnTo>
                  <a:pt x="198" y="1355"/>
                </a:lnTo>
                <a:lnTo>
                  <a:pt x="199" y="1355"/>
                </a:lnTo>
                <a:lnTo>
                  <a:pt x="199" y="1356"/>
                </a:lnTo>
                <a:lnTo>
                  <a:pt x="199" y="1357"/>
                </a:lnTo>
                <a:lnTo>
                  <a:pt x="198" y="1357"/>
                </a:lnTo>
                <a:lnTo>
                  <a:pt x="198" y="1358"/>
                </a:lnTo>
                <a:lnTo>
                  <a:pt x="199" y="1358"/>
                </a:lnTo>
                <a:lnTo>
                  <a:pt x="199" y="1359"/>
                </a:lnTo>
                <a:lnTo>
                  <a:pt x="200" y="1358"/>
                </a:lnTo>
                <a:lnTo>
                  <a:pt x="201" y="1358"/>
                </a:lnTo>
                <a:lnTo>
                  <a:pt x="202" y="1357"/>
                </a:lnTo>
                <a:lnTo>
                  <a:pt x="203" y="1357"/>
                </a:lnTo>
                <a:lnTo>
                  <a:pt x="204" y="1356"/>
                </a:lnTo>
                <a:lnTo>
                  <a:pt x="205" y="1356"/>
                </a:lnTo>
                <a:lnTo>
                  <a:pt x="205" y="1357"/>
                </a:lnTo>
                <a:lnTo>
                  <a:pt x="206" y="1357"/>
                </a:lnTo>
                <a:lnTo>
                  <a:pt x="207" y="1356"/>
                </a:lnTo>
                <a:lnTo>
                  <a:pt x="209" y="1355"/>
                </a:lnTo>
                <a:lnTo>
                  <a:pt x="210" y="1354"/>
                </a:lnTo>
                <a:lnTo>
                  <a:pt x="210" y="1355"/>
                </a:lnTo>
                <a:lnTo>
                  <a:pt x="211" y="1355"/>
                </a:lnTo>
                <a:lnTo>
                  <a:pt x="212" y="1356"/>
                </a:lnTo>
                <a:lnTo>
                  <a:pt x="213" y="1356"/>
                </a:lnTo>
                <a:lnTo>
                  <a:pt x="214" y="1355"/>
                </a:lnTo>
                <a:lnTo>
                  <a:pt x="215" y="1356"/>
                </a:lnTo>
                <a:lnTo>
                  <a:pt x="216" y="1356"/>
                </a:lnTo>
                <a:lnTo>
                  <a:pt x="217" y="1356"/>
                </a:lnTo>
                <a:lnTo>
                  <a:pt x="218" y="1357"/>
                </a:lnTo>
                <a:lnTo>
                  <a:pt x="219" y="1357"/>
                </a:lnTo>
                <a:lnTo>
                  <a:pt x="219" y="1356"/>
                </a:lnTo>
                <a:lnTo>
                  <a:pt x="219" y="1355"/>
                </a:lnTo>
                <a:lnTo>
                  <a:pt x="219" y="1354"/>
                </a:lnTo>
                <a:lnTo>
                  <a:pt x="219" y="1353"/>
                </a:lnTo>
                <a:lnTo>
                  <a:pt x="220" y="1352"/>
                </a:lnTo>
                <a:lnTo>
                  <a:pt x="221" y="1352"/>
                </a:lnTo>
                <a:lnTo>
                  <a:pt x="221" y="1351"/>
                </a:lnTo>
                <a:lnTo>
                  <a:pt x="222" y="1351"/>
                </a:lnTo>
                <a:lnTo>
                  <a:pt x="222" y="1350"/>
                </a:lnTo>
                <a:lnTo>
                  <a:pt x="221" y="1349"/>
                </a:lnTo>
                <a:lnTo>
                  <a:pt x="222" y="1349"/>
                </a:lnTo>
                <a:lnTo>
                  <a:pt x="223" y="1349"/>
                </a:lnTo>
                <a:lnTo>
                  <a:pt x="224" y="1348"/>
                </a:lnTo>
                <a:lnTo>
                  <a:pt x="225" y="1349"/>
                </a:lnTo>
                <a:lnTo>
                  <a:pt x="227" y="1350"/>
                </a:lnTo>
                <a:lnTo>
                  <a:pt x="227" y="1351"/>
                </a:lnTo>
                <a:lnTo>
                  <a:pt x="228" y="1351"/>
                </a:lnTo>
                <a:lnTo>
                  <a:pt x="229" y="1351"/>
                </a:lnTo>
                <a:lnTo>
                  <a:pt x="230" y="1351"/>
                </a:lnTo>
                <a:lnTo>
                  <a:pt x="230" y="1350"/>
                </a:lnTo>
                <a:lnTo>
                  <a:pt x="229" y="1349"/>
                </a:lnTo>
                <a:lnTo>
                  <a:pt x="229" y="1348"/>
                </a:lnTo>
                <a:lnTo>
                  <a:pt x="230" y="1347"/>
                </a:lnTo>
                <a:lnTo>
                  <a:pt x="231" y="1347"/>
                </a:lnTo>
                <a:lnTo>
                  <a:pt x="232" y="1347"/>
                </a:lnTo>
                <a:lnTo>
                  <a:pt x="234" y="1347"/>
                </a:lnTo>
                <a:lnTo>
                  <a:pt x="235" y="1347"/>
                </a:lnTo>
                <a:lnTo>
                  <a:pt x="236" y="1347"/>
                </a:lnTo>
                <a:lnTo>
                  <a:pt x="238" y="1347"/>
                </a:lnTo>
                <a:lnTo>
                  <a:pt x="239" y="1347"/>
                </a:lnTo>
                <a:lnTo>
                  <a:pt x="240" y="1348"/>
                </a:lnTo>
                <a:lnTo>
                  <a:pt x="241" y="1348"/>
                </a:lnTo>
                <a:lnTo>
                  <a:pt x="242" y="1348"/>
                </a:lnTo>
                <a:lnTo>
                  <a:pt x="243" y="1348"/>
                </a:lnTo>
                <a:lnTo>
                  <a:pt x="244" y="1347"/>
                </a:lnTo>
                <a:lnTo>
                  <a:pt x="246" y="1346"/>
                </a:lnTo>
                <a:lnTo>
                  <a:pt x="246" y="1345"/>
                </a:lnTo>
                <a:lnTo>
                  <a:pt x="247" y="1345"/>
                </a:lnTo>
                <a:lnTo>
                  <a:pt x="248" y="1344"/>
                </a:lnTo>
                <a:lnTo>
                  <a:pt x="249" y="1344"/>
                </a:lnTo>
                <a:lnTo>
                  <a:pt x="250" y="1343"/>
                </a:lnTo>
                <a:lnTo>
                  <a:pt x="250" y="1342"/>
                </a:lnTo>
                <a:lnTo>
                  <a:pt x="251" y="1343"/>
                </a:lnTo>
                <a:lnTo>
                  <a:pt x="251" y="1344"/>
                </a:lnTo>
                <a:lnTo>
                  <a:pt x="251" y="1345"/>
                </a:lnTo>
                <a:lnTo>
                  <a:pt x="251" y="1346"/>
                </a:lnTo>
                <a:lnTo>
                  <a:pt x="252" y="1346"/>
                </a:lnTo>
                <a:lnTo>
                  <a:pt x="253" y="1346"/>
                </a:lnTo>
                <a:lnTo>
                  <a:pt x="254" y="1346"/>
                </a:lnTo>
                <a:lnTo>
                  <a:pt x="254" y="1347"/>
                </a:lnTo>
                <a:lnTo>
                  <a:pt x="255" y="1347"/>
                </a:lnTo>
                <a:lnTo>
                  <a:pt x="255" y="1348"/>
                </a:lnTo>
                <a:lnTo>
                  <a:pt x="255" y="1349"/>
                </a:lnTo>
                <a:lnTo>
                  <a:pt x="255" y="1350"/>
                </a:lnTo>
                <a:lnTo>
                  <a:pt x="255" y="1351"/>
                </a:lnTo>
                <a:lnTo>
                  <a:pt x="255" y="1352"/>
                </a:lnTo>
                <a:lnTo>
                  <a:pt x="256" y="1352"/>
                </a:lnTo>
                <a:lnTo>
                  <a:pt x="256" y="1353"/>
                </a:lnTo>
                <a:lnTo>
                  <a:pt x="256" y="1352"/>
                </a:lnTo>
                <a:lnTo>
                  <a:pt x="257" y="1352"/>
                </a:lnTo>
                <a:lnTo>
                  <a:pt x="257" y="1351"/>
                </a:lnTo>
                <a:lnTo>
                  <a:pt x="257" y="1350"/>
                </a:lnTo>
                <a:lnTo>
                  <a:pt x="258" y="1350"/>
                </a:lnTo>
                <a:lnTo>
                  <a:pt x="258" y="1349"/>
                </a:lnTo>
                <a:lnTo>
                  <a:pt x="258" y="1348"/>
                </a:lnTo>
                <a:lnTo>
                  <a:pt x="259" y="1348"/>
                </a:lnTo>
                <a:lnTo>
                  <a:pt x="260" y="1348"/>
                </a:lnTo>
                <a:lnTo>
                  <a:pt x="260" y="1349"/>
                </a:lnTo>
                <a:lnTo>
                  <a:pt x="261" y="1349"/>
                </a:lnTo>
                <a:lnTo>
                  <a:pt x="262" y="1348"/>
                </a:lnTo>
                <a:lnTo>
                  <a:pt x="263" y="1348"/>
                </a:lnTo>
                <a:lnTo>
                  <a:pt x="264" y="1348"/>
                </a:lnTo>
                <a:lnTo>
                  <a:pt x="265" y="1348"/>
                </a:lnTo>
                <a:lnTo>
                  <a:pt x="265" y="1347"/>
                </a:lnTo>
                <a:lnTo>
                  <a:pt x="267" y="1346"/>
                </a:lnTo>
                <a:lnTo>
                  <a:pt x="267" y="1345"/>
                </a:lnTo>
                <a:lnTo>
                  <a:pt x="268" y="1344"/>
                </a:lnTo>
                <a:lnTo>
                  <a:pt x="270" y="1344"/>
                </a:lnTo>
                <a:lnTo>
                  <a:pt x="271" y="1344"/>
                </a:lnTo>
                <a:lnTo>
                  <a:pt x="271" y="1343"/>
                </a:lnTo>
                <a:lnTo>
                  <a:pt x="271" y="1342"/>
                </a:lnTo>
                <a:lnTo>
                  <a:pt x="272" y="1342"/>
                </a:lnTo>
                <a:lnTo>
                  <a:pt x="273" y="1341"/>
                </a:lnTo>
                <a:lnTo>
                  <a:pt x="274" y="1340"/>
                </a:lnTo>
                <a:lnTo>
                  <a:pt x="274" y="1339"/>
                </a:lnTo>
                <a:lnTo>
                  <a:pt x="274" y="1337"/>
                </a:lnTo>
                <a:lnTo>
                  <a:pt x="274" y="1336"/>
                </a:lnTo>
                <a:lnTo>
                  <a:pt x="274" y="1335"/>
                </a:lnTo>
                <a:lnTo>
                  <a:pt x="275" y="1333"/>
                </a:lnTo>
                <a:lnTo>
                  <a:pt x="275" y="1332"/>
                </a:lnTo>
                <a:lnTo>
                  <a:pt x="277" y="1330"/>
                </a:lnTo>
                <a:lnTo>
                  <a:pt x="278" y="1329"/>
                </a:lnTo>
                <a:lnTo>
                  <a:pt x="279" y="1329"/>
                </a:lnTo>
                <a:lnTo>
                  <a:pt x="280" y="1328"/>
                </a:lnTo>
                <a:lnTo>
                  <a:pt x="280" y="1327"/>
                </a:lnTo>
                <a:lnTo>
                  <a:pt x="280" y="1326"/>
                </a:lnTo>
                <a:lnTo>
                  <a:pt x="281" y="1325"/>
                </a:lnTo>
                <a:lnTo>
                  <a:pt x="282" y="1325"/>
                </a:lnTo>
                <a:lnTo>
                  <a:pt x="283" y="1324"/>
                </a:lnTo>
                <a:lnTo>
                  <a:pt x="285" y="1324"/>
                </a:lnTo>
                <a:lnTo>
                  <a:pt x="285" y="1323"/>
                </a:lnTo>
                <a:lnTo>
                  <a:pt x="284" y="1322"/>
                </a:lnTo>
                <a:lnTo>
                  <a:pt x="284" y="1321"/>
                </a:lnTo>
                <a:lnTo>
                  <a:pt x="284" y="1320"/>
                </a:lnTo>
                <a:lnTo>
                  <a:pt x="285" y="1320"/>
                </a:lnTo>
                <a:lnTo>
                  <a:pt x="285" y="1319"/>
                </a:lnTo>
                <a:lnTo>
                  <a:pt x="285" y="1318"/>
                </a:lnTo>
                <a:lnTo>
                  <a:pt x="285" y="1317"/>
                </a:lnTo>
                <a:lnTo>
                  <a:pt x="286" y="1317"/>
                </a:lnTo>
                <a:lnTo>
                  <a:pt x="286" y="1316"/>
                </a:lnTo>
                <a:lnTo>
                  <a:pt x="286" y="1315"/>
                </a:lnTo>
                <a:lnTo>
                  <a:pt x="285" y="1314"/>
                </a:lnTo>
                <a:lnTo>
                  <a:pt x="284" y="1313"/>
                </a:lnTo>
                <a:lnTo>
                  <a:pt x="284" y="1312"/>
                </a:lnTo>
                <a:lnTo>
                  <a:pt x="284" y="1311"/>
                </a:lnTo>
                <a:lnTo>
                  <a:pt x="283" y="1310"/>
                </a:lnTo>
                <a:lnTo>
                  <a:pt x="284" y="1310"/>
                </a:lnTo>
                <a:lnTo>
                  <a:pt x="284" y="1309"/>
                </a:lnTo>
                <a:lnTo>
                  <a:pt x="285" y="1309"/>
                </a:lnTo>
                <a:lnTo>
                  <a:pt x="285" y="1308"/>
                </a:lnTo>
                <a:lnTo>
                  <a:pt x="286" y="1308"/>
                </a:lnTo>
                <a:lnTo>
                  <a:pt x="286" y="1307"/>
                </a:lnTo>
                <a:lnTo>
                  <a:pt x="287" y="1307"/>
                </a:lnTo>
                <a:lnTo>
                  <a:pt x="287" y="1308"/>
                </a:lnTo>
                <a:lnTo>
                  <a:pt x="288" y="1308"/>
                </a:lnTo>
                <a:lnTo>
                  <a:pt x="288" y="1307"/>
                </a:lnTo>
                <a:lnTo>
                  <a:pt x="289" y="1306"/>
                </a:lnTo>
                <a:lnTo>
                  <a:pt x="290" y="1305"/>
                </a:lnTo>
                <a:lnTo>
                  <a:pt x="290" y="1304"/>
                </a:lnTo>
                <a:lnTo>
                  <a:pt x="291" y="1304"/>
                </a:lnTo>
                <a:lnTo>
                  <a:pt x="291" y="1303"/>
                </a:lnTo>
                <a:lnTo>
                  <a:pt x="290" y="1302"/>
                </a:lnTo>
                <a:lnTo>
                  <a:pt x="290" y="1301"/>
                </a:lnTo>
                <a:lnTo>
                  <a:pt x="291" y="1301"/>
                </a:lnTo>
                <a:lnTo>
                  <a:pt x="291" y="1300"/>
                </a:lnTo>
                <a:lnTo>
                  <a:pt x="291" y="1299"/>
                </a:lnTo>
                <a:lnTo>
                  <a:pt x="292" y="1298"/>
                </a:lnTo>
                <a:lnTo>
                  <a:pt x="292" y="1297"/>
                </a:lnTo>
                <a:lnTo>
                  <a:pt x="292" y="1296"/>
                </a:lnTo>
                <a:lnTo>
                  <a:pt x="292" y="1295"/>
                </a:lnTo>
                <a:lnTo>
                  <a:pt x="292" y="1294"/>
                </a:lnTo>
                <a:lnTo>
                  <a:pt x="293" y="1293"/>
                </a:lnTo>
                <a:lnTo>
                  <a:pt x="293" y="1292"/>
                </a:lnTo>
                <a:lnTo>
                  <a:pt x="294" y="1290"/>
                </a:lnTo>
                <a:lnTo>
                  <a:pt x="295" y="1289"/>
                </a:lnTo>
                <a:lnTo>
                  <a:pt x="296" y="1289"/>
                </a:lnTo>
                <a:lnTo>
                  <a:pt x="297" y="1289"/>
                </a:lnTo>
                <a:lnTo>
                  <a:pt x="297" y="1290"/>
                </a:lnTo>
                <a:lnTo>
                  <a:pt x="297" y="1289"/>
                </a:lnTo>
                <a:lnTo>
                  <a:pt x="298" y="1289"/>
                </a:lnTo>
                <a:lnTo>
                  <a:pt x="298" y="1288"/>
                </a:lnTo>
                <a:lnTo>
                  <a:pt x="299" y="1288"/>
                </a:lnTo>
                <a:lnTo>
                  <a:pt x="300" y="1288"/>
                </a:lnTo>
                <a:lnTo>
                  <a:pt x="300" y="1287"/>
                </a:lnTo>
                <a:lnTo>
                  <a:pt x="301" y="1287"/>
                </a:lnTo>
                <a:lnTo>
                  <a:pt x="302" y="1288"/>
                </a:lnTo>
                <a:lnTo>
                  <a:pt x="302" y="1287"/>
                </a:lnTo>
                <a:lnTo>
                  <a:pt x="302" y="1286"/>
                </a:lnTo>
                <a:lnTo>
                  <a:pt x="302" y="1285"/>
                </a:lnTo>
                <a:lnTo>
                  <a:pt x="303" y="1285"/>
                </a:lnTo>
                <a:lnTo>
                  <a:pt x="303" y="1284"/>
                </a:lnTo>
                <a:lnTo>
                  <a:pt x="304" y="1283"/>
                </a:lnTo>
                <a:lnTo>
                  <a:pt x="305" y="1282"/>
                </a:lnTo>
                <a:lnTo>
                  <a:pt x="306" y="1283"/>
                </a:lnTo>
                <a:lnTo>
                  <a:pt x="307" y="1283"/>
                </a:lnTo>
                <a:lnTo>
                  <a:pt x="308" y="1283"/>
                </a:lnTo>
                <a:lnTo>
                  <a:pt x="310" y="1282"/>
                </a:lnTo>
                <a:lnTo>
                  <a:pt x="311" y="1281"/>
                </a:lnTo>
                <a:lnTo>
                  <a:pt x="312" y="1281"/>
                </a:lnTo>
                <a:lnTo>
                  <a:pt x="312" y="1280"/>
                </a:lnTo>
                <a:lnTo>
                  <a:pt x="313" y="1279"/>
                </a:lnTo>
                <a:lnTo>
                  <a:pt x="314" y="1278"/>
                </a:lnTo>
                <a:lnTo>
                  <a:pt x="315" y="1278"/>
                </a:lnTo>
                <a:lnTo>
                  <a:pt x="316" y="1278"/>
                </a:lnTo>
                <a:lnTo>
                  <a:pt x="317" y="1279"/>
                </a:lnTo>
                <a:lnTo>
                  <a:pt x="317" y="1280"/>
                </a:lnTo>
                <a:lnTo>
                  <a:pt x="318" y="1279"/>
                </a:lnTo>
                <a:lnTo>
                  <a:pt x="320" y="1279"/>
                </a:lnTo>
                <a:lnTo>
                  <a:pt x="323" y="1279"/>
                </a:lnTo>
                <a:lnTo>
                  <a:pt x="324" y="1279"/>
                </a:lnTo>
                <a:lnTo>
                  <a:pt x="325" y="1279"/>
                </a:lnTo>
                <a:lnTo>
                  <a:pt x="325" y="1280"/>
                </a:lnTo>
                <a:lnTo>
                  <a:pt x="326" y="1280"/>
                </a:lnTo>
                <a:lnTo>
                  <a:pt x="325" y="1281"/>
                </a:lnTo>
                <a:lnTo>
                  <a:pt x="325" y="1282"/>
                </a:lnTo>
                <a:lnTo>
                  <a:pt x="326" y="1282"/>
                </a:lnTo>
                <a:lnTo>
                  <a:pt x="327" y="1282"/>
                </a:lnTo>
                <a:lnTo>
                  <a:pt x="328" y="1283"/>
                </a:lnTo>
                <a:lnTo>
                  <a:pt x="329" y="1283"/>
                </a:lnTo>
                <a:lnTo>
                  <a:pt x="330" y="1284"/>
                </a:lnTo>
                <a:lnTo>
                  <a:pt x="331" y="1284"/>
                </a:lnTo>
                <a:lnTo>
                  <a:pt x="332" y="1284"/>
                </a:lnTo>
                <a:lnTo>
                  <a:pt x="333" y="1284"/>
                </a:lnTo>
                <a:lnTo>
                  <a:pt x="333" y="1283"/>
                </a:lnTo>
                <a:lnTo>
                  <a:pt x="334" y="1283"/>
                </a:lnTo>
                <a:lnTo>
                  <a:pt x="335" y="1283"/>
                </a:lnTo>
                <a:lnTo>
                  <a:pt x="336" y="1283"/>
                </a:lnTo>
                <a:lnTo>
                  <a:pt x="336" y="1282"/>
                </a:lnTo>
                <a:lnTo>
                  <a:pt x="337" y="1282"/>
                </a:lnTo>
                <a:lnTo>
                  <a:pt x="338" y="1283"/>
                </a:lnTo>
                <a:lnTo>
                  <a:pt x="339" y="1283"/>
                </a:lnTo>
                <a:lnTo>
                  <a:pt x="340" y="1284"/>
                </a:lnTo>
                <a:lnTo>
                  <a:pt x="340" y="1285"/>
                </a:lnTo>
                <a:lnTo>
                  <a:pt x="342" y="1285"/>
                </a:lnTo>
                <a:lnTo>
                  <a:pt x="343" y="1284"/>
                </a:lnTo>
                <a:lnTo>
                  <a:pt x="344" y="1284"/>
                </a:lnTo>
                <a:lnTo>
                  <a:pt x="345" y="1283"/>
                </a:lnTo>
                <a:lnTo>
                  <a:pt x="347" y="1282"/>
                </a:lnTo>
                <a:lnTo>
                  <a:pt x="348" y="1282"/>
                </a:lnTo>
                <a:lnTo>
                  <a:pt x="348" y="1281"/>
                </a:lnTo>
                <a:lnTo>
                  <a:pt x="349" y="1281"/>
                </a:lnTo>
                <a:lnTo>
                  <a:pt x="350" y="1281"/>
                </a:lnTo>
                <a:lnTo>
                  <a:pt x="350" y="1282"/>
                </a:lnTo>
                <a:lnTo>
                  <a:pt x="351" y="1282"/>
                </a:lnTo>
                <a:lnTo>
                  <a:pt x="352" y="1282"/>
                </a:lnTo>
                <a:lnTo>
                  <a:pt x="353" y="1282"/>
                </a:lnTo>
                <a:lnTo>
                  <a:pt x="354" y="1282"/>
                </a:lnTo>
                <a:lnTo>
                  <a:pt x="354" y="1283"/>
                </a:lnTo>
                <a:lnTo>
                  <a:pt x="355" y="1283"/>
                </a:lnTo>
                <a:lnTo>
                  <a:pt x="356" y="1283"/>
                </a:lnTo>
                <a:lnTo>
                  <a:pt x="357" y="1283"/>
                </a:lnTo>
                <a:lnTo>
                  <a:pt x="358" y="1283"/>
                </a:lnTo>
                <a:lnTo>
                  <a:pt x="358" y="1284"/>
                </a:lnTo>
                <a:lnTo>
                  <a:pt x="358" y="1285"/>
                </a:lnTo>
                <a:lnTo>
                  <a:pt x="358" y="1286"/>
                </a:lnTo>
                <a:lnTo>
                  <a:pt x="360" y="1286"/>
                </a:lnTo>
                <a:lnTo>
                  <a:pt x="361" y="1285"/>
                </a:lnTo>
                <a:lnTo>
                  <a:pt x="363" y="1285"/>
                </a:lnTo>
                <a:lnTo>
                  <a:pt x="364" y="1285"/>
                </a:lnTo>
                <a:lnTo>
                  <a:pt x="365" y="1285"/>
                </a:lnTo>
                <a:lnTo>
                  <a:pt x="366" y="1285"/>
                </a:lnTo>
                <a:lnTo>
                  <a:pt x="367" y="1285"/>
                </a:lnTo>
                <a:lnTo>
                  <a:pt x="368" y="1285"/>
                </a:lnTo>
                <a:lnTo>
                  <a:pt x="369" y="1285"/>
                </a:lnTo>
                <a:lnTo>
                  <a:pt x="370" y="1285"/>
                </a:lnTo>
                <a:lnTo>
                  <a:pt x="371" y="1284"/>
                </a:lnTo>
                <a:lnTo>
                  <a:pt x="372" y="1284"/>
                </a:lnTo>
                <a:lnTo>
                  <a:pt x="373" y="1284"/>
                </a:lnTo>
                <a:lnTo>
                  <a:pt x="374" y="1284"/>
                </a:lnTo>
                <a:lnTo>
                  <a:pt x="375" y="1284"/>
                </a:lnTo>
                <a:lnTo>
                  <a:pt x="376" y="1284"/>
                </a:lnTo>
                <a:lnTo>
                  <a:pt x="378" y="1284"/>
                </a:lnTo>
                <a:lnTo>
                  <a:pt x="379" y="1284"/>
                </a:lnTo>
                <a:lnTo>
                  <a:pt x="380" y="1284"/>
                </a:lnTo>
                <a:lnTo>
                  <a:pt x="381" y="1284"/>
                </a:lnTo>
                <a:lnTo>
                  <a:pt x="381" y="1283"/>
                </a:lnTo>
                <a:lnTo>
                  <a:pt x="382" y="1283"/>
                </a:lnTo>
                <a:lnTo>
                  <a:pt x="382" y="1282"/>
                </a:lnTo>
                <a:lnTo>
                  <a:pt x="384" y="1283"/>
                </a:lnTo>
                <a:lnTo>
                  <a:pt x="385" y="1283"/>
                </a:lnTo>
                <a:lnTo>
                  <a:pt x="386" y="1282"/>
                </a:lnTo>
                <a:lnTo>
                  <a:pt x="387" y="1280"/>
                </a:lnTo>
                <a:lnTo>
                  <a:pt x="388" y="1280"/>
                </a:lnTo>
                <a:lnTo>
                  <a:pt x="389" y="1280"/>
                </a:lnTo>
                <a:lnTo>
                  <a:pt x="390" y="1280"/>
                </a:lnTo>
                <a:lnTo>
                  <a:pt x="390" y="1279"/>
                </a:lnTo>
                <a:lnTo>
                  <a:pt x="390" y="1278"/>
                </a:lnTo>
                <a:lnTo>
                  <a:pt x="389" y="1278"/>
                </a:lnTo>
                <a:lnTo>
                  <a:pt x="389" y="1277"/>
                </a:lnTo>
                <a:lnTo>
                  <a:pt x="388" y="1276"/>
                </a:lnTo>
                <a:lnTo>
                  <a:pt x="388" y="1275"/>
                </a:lnTo>
                <a:lnTo>
                  <a:pt x="388" y="1274"/>
                </a:lnTo>
                <a:lnTo>
                  <a:pt x="388" y="1273"/>
                </a:lnTo>
                <a:lnTo>
                  <a:pt x="388" y="1272"/>
                </a:lnTo>
                <a:lnTo>
                  <a:pt x="389" y="1272"/>
                </a:lnTo>
                <a:lnTo>
                  <a:pt x="389" y="1271"/>
                </a:lnTo>
                <a:lnTo>
                  <a:pt x="390" y="1271"/>
                </a:lnTo>
                <a:lnTo>
                  <a:pt x="390" y="1270"/>
                </a:lnTo>
                <a:lnTo>
                  <a:pt x="391" y="1270"/>
                </a:lnTo>
                <a:lnTo>
                  <a:pt x="391" y="1269"/>
                </a:lnTo>
                <a:lnTo>
                  <a:pt x="392" y="1269"/>
                </a:lnTo>
                <a:lnTo>
                  <a:pt x="393" y="1268"/>
                </a:lnTo>
                <a:lnTo>
                  <a:pt x="394" y="1268"/>
                </a:lnTo>
                <a:lnTo>
                  <a:pt x="395" y="1268"/>
                </a:lnTo>
                <a:lnTo>
                  <a:pt x="395" y="1267"/>
                </a:lnTo>
                <a:lnTo>
                  <a:pt x="396" y="1267"/>
                </a:lnTo>
                <a:lnTo>
                  <a:pt x="397" y="1266"/>
                </a:lnTo>
                <a:lnTo>
                  <a:pt x="399" y="1266"/>
                </a:lnTo>
                <a:lnTo>
                  <a:pt x="402" y="1266"/>
                </a:lnTo>
                <a:lnTo>
                  <a:pt x="403" y="1266"/>
                </a:lnTo>
                <a:lnTo>
                  <a:pt x="404" y="1266"/>
                </a:lnTo>
                <a:lnTo>
                  <a:pt x="405" y="1266"/>
                </a:lnTo>
                <a:lnTo>
                  <a:pt x="406" y="1265"/>
                </a:lnTo>
                <a:lnTo>
                  <a:pt x="407" y="1266"/>
                </a:lnTo>
                <a:lnTo>
                  <a:pt x="408" y="1265"/>
                </a:lnTo>
                <a:lnTo>
                  <a:pt x="410" y="1265"/>
                </a:lnTo>
                <a:lnTo>
                  <a:pt x="412" y="1264"/>
                </a:lnTo>
                <a:lnTo>
                  <a:pt x="413" y="1263"/>
                </a:lnTo>
                <a:lnTo>
                  <a:pt x="414" y="1263"/>
                </a:lnTo>
                <a:lnTo>
                  <a:pt x="415" y="1263"/>
                </a:lnTo>
                <a:lnTo>
                  <a:pt x="416" y="1263"/>
                </a:lnTo>
                <a:lnTo>
                  <a:pt x="417" y="1262"/>
                </a:lnTo>
                <a:lnTo>
                  <a:pt x="418" y="1262"/>
                </a:lnTo>
                <a:lnTo>
                  <a:pt x="418" y="1261"/>
                </a:lnTo>
                <a:lnTo>
                  <a:pt x="418" y="1260"/>
                </a:lnTo>
                <a:lnTo>
                  <a:pt x="418" y="1259"/>
                </a:lnTo>
                <a:lnTo>
                  <a:pt x="419" y="1255"/>
                </a:lnTo>
                <a:lnTo>
                  <a:pt x="419" y="1253"/>
                </a:lnTo>
                <a:lnTo>
                  <a:pt x="420" y="1252"/>
                </a:lnTo>
                <a:lnTo>
                  <a:pt x="420" y="1251"/>
                </a:lnTo>
                <a:lnTo>
                  <a:pt x="420" y="1249"/>
                </a:lnTo>
                <a:lnTo>
                  <a:pt x="420" y="1248"/>
                </a:lnTo>
                <a:lnTo>
                  <a:pt x="420" y="1247"/>
                </a:lnTo>
                <a:lnTo>
                  <a:pt x="420" y="1246"/>
                </a:lnTo>
                <a:lnTo>
                  <a:pt x="422" y="1246"/>
                </a:lnTo>
                <a:lnTo>
                  <a:pt x="425" y="1245"/>
                </a:lnTo>
                <a:lnTo>
                  <a:pt x="426" y="1245"/>
                </a:lnTo>
                <a:lnTo>
                  <a:pt x="427" y="1245"/>
                </a:lnTo>
                <a:lnTo>
                  <a:pt x="430" y="1245"/>
                </a:lnTo>
                <a:lnTo>
                  <a:pt x="431" y="1245"/>
                </a:lnTo>
                <a:lnTo>
                  <a:pt x="432" y="1245"/>
                </a:lnTo>
                <a:lnTo>
                  <a:pt x="433" y="1245"/>
                </a:lnTo>
                <a:lnTo>
                  <a:pt x="434" y="1245"/>
                </a:lnTo>
                <a:lnTo>
                  <a:pt x="435" y="1246"/>
                </a:lnTo>
                <a:lnTo>
                  <a:pt x="436" y="1245"/>
                </a:lnTo>
                <a:lnTo>
                  <a:pt x="437" y="1245"/>
                </a:lnTo>
                <a:lnTo>
                  <a:pt x="438" y="1245"/>
                </a:lnTo>
                <a:lnTo>
                  <a:pt x="440" y="1245"/>
                </a:lnTo>
                <a:lnTo>
                  <a:pt x="441" y="1245"/>
                </a:lnTo>
                <a:lnTo>
                  <a:pt x="441" y="1244"/>
                </a:lnTo>
                <a:lnTo>
                  <a:pt x="441" y="1243"/>
                </a:lnTo>
                <a:lnTo>
                  <a:pt x="442" y="1243"/>
                </a:lnTo>
                <a:lnTo>
                  <a:pt x="443" y="1243"/>
                </a:lnTo>
                <a:lnTo>
                  <a:pt x="444" y="1243"/>
                </a:lnTo>
                <a:lnTo>
                  <a:pt x="446" y="1243"/>
                </a:lnTo>
                <a:lnTo>
                  <a:pt x="447" y="1242"/>
                </a:lnTo>
                <a:lnTo>
                  <a:pt x="448" y="1242"/>
                </a:lnTo>
                <a:lnTo>
                  <a:pt x="449" y="1242"/>
                </a:lnTo>
                <a:lnTo>
                  <a:pt x="451" y="1241"/>
                </a:lnTo>
                <a:lnTo>
                  <a:pt x="453" y="1240"/>
                </a:lnTo>
                <a:lnTo>
                  <a:pt x="454" y="1239"/>
                </a:lnTo>
                <a:lnTo>
                  <a:pt x="455" y="1238"/>
                </a:lnTo>
                <a:lnTo>
                  <a:pt x="456" y="1237"/>
                </a:lnTo>
                <a:lnTo>
                  <a:pt x="457" y="1236"/>
                </a:lnTo>
                <a:lnTo>
                  <a:pt x="458" y="1236"/>
                </a:lnTo>
                <a:lnTo>
                  <a:pt x="458" y="1237"/>
                </a:lnTo>
                <a:lnTo>
                  <a:pt x="459" y="1237"/>
                </a:lnTo>
                <a:lnTo>
                  <a:pt x="460" y="1237"/>
                </a:lnTo>
                <a:lnTo>
                  <a:pt x="461" y="1237"/>
                </a:lnTo>
                <a:lnTo>
                  <a:pt x="461" y="1236"/>
                </a:lnTo>
                <a:lnTo>
                  <a:pt x="462" y="1236"/>
                </a:lnTo>
                <a:lnTo>
                  <a:pt x="463" y="1237"/>
                </a:lnTo>
                <a:lnTo>
                  <a:pt x="464" y="1237"/>
                </a:lnTo>
                <a:lnTo>
                  <a:pt x="465" y="1236"/>
                </a:lnTo>
                <a:lnTo>
                  <a:pt x="465" y="1235"/>
                </a:lnTo>
                <a:lnTo>
                  <a:pt x="466" y="1234"/>
                </a:lnTo>
                <a:lnTo>
                  <a:pt x="467" y="1233"/>
                </a:lnTo>
                <a:lnTo>
                  <a:pt x="468" y="1233"/>
                </a:lnTo>
                <a:lnTo>
                  <a:pt x="469" y="1232"/>
                </a:lnTo>
                <a:lnTo>
                  <a:pt x="469" y="1231"/>
                </a:lnTo>
                <a:lnTo>
                  <a:pt x="468" y="1230"/>
                </a:lnTo>
                <a:lnTo>
                  <a:pt x="469" y="1229"/>
                </a:lnTo>
                <a:lnTo>
                  <a:pt x="470" y="1229"/>
                </a:lnTo>
                <a:lnTo>
                  <a:pt x="471" y="1228"/>
                </a:lnTo>
                <a:lnTo>
                  <a:pt x="473" y="1228"/>
                </a:lnTo>
                <a:lnTo>
                  <a:pt x="475" y="1228"/>
                </a:lnTo>
                <a:lnTo>
                  <a:pt x="476" y="1228"/>
                </a:lnTo>
                <a:lnTo>
                  <a:pt x="477" y="1228"/>
                </a:lnTo>
                <a:lnTo>
                  <a:pt x="477" y="1227"/>
                </a:lnTo>
                <a:lnTo>
                  <a:pt x="478" y="1227"/>
                </a:lnTo>
                <a:lnTo>
                  <a:pt x="478" y="1228"/>
                </a:lnTo>
                <a:lnTo>
                  <a:pt x="479" y="1228"/>
                </a:lnTo>
                <a:lnTo>
                  <a:pt x="480" y="1227"/>
                </a:lnTo>
                <a:lnTo>
                  <a:pt x="482" y="1226"/>
                </a:lnTo>
                <a:lnTo>
                  <a:pt x="482" y="1225"/>
                </a:lnTo>
                <a:lnTo>
                  <a:pt x="483" y="1225"/>
                </a:lnTo>
                <a:lnTo>
                  <a:pt x="484" y="1224"/>
                </a:lnTo>
                <a:lnTo>
                  <a:pt x="484" y="1225"/>
                </a:lnTo>
                <a:lnTo>
                  <a:pt x="485" y="1224"/>
                </a:lnTo>
                <a:lnTo>
                  <a:pt x="486" y="1224"/>
                </a:lnTo>
                <a:lnTo>
                  <a:pt x="488" y="1223"/>
                </a:lnTo>
                <a:lnTo>
                  <a:pt x="488" y="1222"/>
                </a:lnTo>
                <a:lnTo>
                  <a:pt x="489" y="1221"/>
                </a:lnTo>
                <a:lnTo>
                  <a:pt x="489" y="1220"/>
                </a:lnTo>
                <a:lnTo>
                  <a:pt x="490" y="1220"/>
                </a:lnTo>
                <a:lnTo>
                  <a:pt x="491" y="1220"/>
                </a:lnTo>
                <a:lnTo>
                  <a:pt x="491" y="1219"/>
                </a:lnTo>
                <a:lnTo>
                  <a:pt x="492" y="1218"/>
                </a:lnTo>
                <a:lnTo>
                  <a:pt x="493" y="1218"/>
                </a:lnTo>
                <a:lnTo>
                  <a:pt x="494" y="1218"/>
                </a:lnTo>
                <a:lnTo>
                  <a:pt x="495" y="1217"/>
                </a:lnTo>
                <a:lnTo>
                  <a:pt x="496" y="1217"/>
                </a:lnTo>
                <a:lnTo>
                  <a:pt x="496" y="1218"/>
                </a:lnTo>
                <a:lnTo>
                  <a:pt x="497" y="1218"/>
                </a:lnTo>
                <a:lnTo>
                  <a:pt x="498" y="1218"/>
                </a:lnTo>
                <a:lnTo>
                  <a:pt x="499" y="1217"/>
                </a:lnTo>
                <a:lnTo>
                  <a:pt x="499" y="1216"/>
                </a:lnTo>
                <a:lnTo>
                  <a:pt x="500" y="1215"/>
                </a:lnTo>
                <a:lnTo>
                  <a:pt x="501" y="1215"/>
                </a:lnTo>
                <a:lnTo>
                  <a:pt x="505" y="1214"/>
                </a:lnTo>
                <a:lnTo>
                  <a:pt x="506" y="1213"/>
                </a:lnTo>
                <a:lnTo>
                  <a:pt x="507" y="1213"/>
                </a:lnTo>
                <a:lnTo>
                  <a:pt x="507" y="1212"/>
                </a:lnTo>
                <a:lnTo>
                  <a:pt x="508" y="1211"/>
                </a:lnTo>
                <a:lnTo>
                  <a:pt x="510" y="1211"/>
                </a:lnTo>
                <a:lnTo>
                  <a:pt x="512" y="1211"/>
                </a:lnTo>
                <a:lnTo>
                  <a:pt x="513" y="1211"/>
                </a:lnTo>
                <a:lnTo>
                  <a:pt x="514" y="1211"/>
                </a:lnTo>
                <a:lnTo>
                  <a:pt x="515" y="1211"/>
                </a:lnTo>
                <a:lnTo>
                  <a:pt x="516" y="1210"/>
                </a:lnTo>
                <a:lnTo>
                  <a:pt x="517" y="1210"/>
                </a:lnTo>
                <a:lnTo>
                  <a:pt x="517" y="1209"/>
                </a:lnTo>
                <a:lnTo>
                  <a:pt x="519" y="1208"/>
                </a:lnTo>
                <a:lnTo>
                  <a:pt x="519" y="1207"/>
                </a:lnTo>
                <a:lnTo>
                  <a:pt x="520" y="1207"/>
                </a:lnTo>
                <a:lnTo>
                  <a:pt x="520" y="1206"/>
                </a:lnTo>
                <a:lnTo>
                  <a:pt x="520" y="1205"/>
                </a:lnTo>
                <a:lnTo>
                  <a:pt x="521" y="1205"/>
                </a:lnTo>
                <a:lnTo>
                  <a:pt x="522" y="1205"/>
                </a:lnTo>
                <a:lnTo>
                  <a:pt x="523" y="1204"/>
                </a:lnTo>
                <a:lnTo>
                  <a:pt x="524" y="1203"/>
                </a:lnTo>
                <a:lnTo>
                  <a:pt x="525" y="1203"/>
                </a:lnTo>
                <a:lnTo>
                  <a:pt x="525" y="1202"/>
                </a:lnTo>
                <a:lnTo>
                  <a:pt x="526" y="1202"/>
                </a:lnTo>
                <a:lnTo>
                  <a:pt x="526" y="1203"/>
                </a:lnTo>
                <a:lnTo>
                  <a:pt x="527" y="1203"/>
                </a:lnTo>
                <a:lnTo>
                  <a:pt x="527" y="1204"/>
                </a:lnTo>
                <a:lnTo>
                  <a:pt x="528" y="1204"/>
                </a:lnTo>
                <a:lnTo>
                  <a:pt x="528" y="1203"/>
                </a:lnTo>
                <a:lnTo>
                  <a:pt x="529" y="1203"/>
                </a:lnTo>
                <a:lnTo>
                  <a:pt x="530" y="1202"/>
                </a:lnTo>
                <a:lnTo>
                  <a:pt x="531" y="1201"/>
                </a:lnTo>
                <a:lnTo>
                  <a:pt x="532" y="1200"/>
                </a:lnTo>
                <a:lnTo>
                  <a:pt x="533" y="1199"/>
                </a:lnTo>
                <a:lnTo>
                  <a:pt x="534" y="1199"/>
                </a:lnTo>
                <a:lnTo>
                  <a:pt x="536" y="1199"/>
                </a:lnTo>
                <a:lnTo>
                  <a:pt x="537" y="1198"/>
                </a:lnTo>
                <a:lnTo>
                  <a:pt x="538" y="1198"/>
                </a:lnTo>
                <a:lnTo>
                  <a:pt x="539" y="1198"/>
                </a:lnTo>
                <a:lnTo>
                  <a:pt x="539" y="1199"/>
                </a:lnTo>
                <a:lnTo>
                  <a:pt x="540" y="1199"/>
                </a:lnTo>
                <a:lnTo>
                  <a:pt x="541" y="1200"/>
                </a:lnTo>
                <a:lnTo>
                  <a:pt x="542" y="1200"/>
                </a:lnTo>
                <a:lnTo>
                  <a:pt x="545" y="1200"/>
                </a:lnTo>
                <a:lnTo>
                  <a:pt x="547" y="1199"/>
                </a:lnTo>
                <a:lnTo>
                  <a:pt x="548" y="1199"/>
                </a:lnTo>
                <a:lnTo>
                  <a:pt x="550" y="1198"/>
                </a:lnTo>
                <a:lnTo>
                  <a:pt x="551" y="1198"/>
                </a:lnTo>
                <a:lnTo>
                  <a:pt x="551" y="1197"/>
                </a:lnTo>
                <a:lnTo>
                  <a:pt x="552" y="1196"/>
                </a:lnTo>
                <a:lnTo>
                  <a:pt x="553" y="1195"/>
                </a:lnTo>
                <a:lnTo>
                  <a:pt x="554" y="1194"/>
                </a:lnTo>
                <a:lnTo>
                  <a:pt x="555" y="1194"/>
                </a:lnTo>
                <a:lnTo>
                  <a:pt x="557" y="1194"/>
                </a:lnTo>
                <a:lnTo>
                  <a:pt x="559" y="1194"/>
                </a:lnTo>
                <a:lnTo>
                  <a:pt x="560" y="1194"/>
                </a:lnTo>
                <a:lnTo>
                  <a:pt x="561" y="1193"/>
                </a:lnTo>
                <a:lnTo>
                  <a:pt x="562" y="1193"/>
                </a:lnTo>
                <a:lnTo>
                  <a:pt x="563" y="1193"/>
                </a:lnTo>
                <a:lnTo>
                  <a:pt x="564" y="1193"/>
                </a:lnTo>
                <a:lnTo>
                  <a:pt x="565" y="1194"/>
                </a:lnTo>
                <a:lnTo>
                  <a:pt x="566" y="1194"/>
                </a:lnTo>
                <a:lnTo>
                  <a:pt x="566" y="1193"/>
                </a:lnTo>
                <a:lnTo>
                  <a:pt x="567" y="1192"/>
                </a:lnTo>
                <a:lnTo>
                  <a:pt x="568" y="1191"/>
                </a:lnTo>
                <a:lnTo>
                  <a:pt x="568" y="1190"/>
                </a:lnTo>
                <a:lnTo>
                  <a:pt x="569" y="1189"/>
                </a:lnTo>
                <a:lnTo>
                  <a:pt x="569" y="1188"/>
                </a:lnTo>
                <a:lnTo>
                  <a:pt x="569" y="1187"/>
                </a:lnTo>
                <a:lnTo>
                  <a:pt x="570" y="1186"/>
                </a:lnTo>
                <a:lnTo>
                  <a:pt x="571" y="1186"/>
                </a:lnTo>
                <a:lnTo>
                  <a:pt x="572" y="1185"/>
                </a:lnTo>
                <a:lnTo>
                  <a:pt x="573" y="1185"/>
                </a:lnTo>
                <a:lnTo>
                  <a:pt x="573" y="1184"/>
                </a:lnTo>
                <a:lnTo>
                  <a:pt x="573" y="1183"/>
                </a:lnTo>
                <a:lnTo>
                  <a:pt x="572" y="1183"/>
                </a:lnTo>
                <a:lnTo>
                  <a:pt x="572" y="1182"/>
                </a:lnTo>
                <a:lnTo>
                  <a:pt x="573" y="1181"/>
                </a:lnTo>
                <a:lnTo>
                  <a:pt x="574" y="1180"/>
                </a:lnTo>
                <a:lnTo>
                  <a:pt x="575" y="1180"/>
                </a:lnTo>
                <a:lnTo>
                  <a:pt x="576" y="1179"/>
                </a:lnTo>
                <a:lnTo>
                  <a:pt x="577" y="1179"/>
                </a:lnTo>
                <a:lnTo>
                  <a:pt x="578" y="1178"/>
                </a:lnTo>
                <a:lnTo>
                  <a:pt x="582" y="1178"/>
                </a:lnTo>
                <a:lnTo>
                  <a:pt x="583" y="1179"/>
                </a:lnTo>
                <a:lnTo>
                  <a:pt x="586" y="1179"/>
                </a:lnTo>
                <a:lnTo>
                  <a:pt x="587" y="1178"/>
                </a:lnTo>
                <a:lnTo>
                  <a:pt x="589" y="1178"/>
                </a:lnTo>
                <a:lnTo>
                  <a:pt x="590" y="1178"/>
                </a:lnTo>
                <a:lnTo>
                  <a:pt x="593" y="1178"/>
                </a:lnTo>
                <a:lnTo>
                  <a:pt x="594" y="1178"/>
                </a:lnTo>
                <a:lnTo>
                  <a:pt x="595" y="1178"/>
                </a:lnTo>
                <a:lnTo>
                  <a:pt x="596" y="1179"/>
                </a:lnTo>
                <a:lnTo>
                  <a:pt x="598" y="1179"/>
                </a:lnTo>
                <a:lnTo>
                  <a:pt x="599" y="1179"/>
                </a:lnTo>
                <a:lnTo>
                  <a:pt x="600" y="1179"/>
                </a:lnTo>
                <a:lnTo>
                  <a:pt x="600" y="1178"/>
                </a:lnTo>
                <a:lnTo>
                  <a:pt x="600" y="1177"/>
                </a:lnTo>
                <a:lnTo>
                  <a:pt x="601" y="1177"/>
                </a:lnTo>
                <a:lnTo>
                  <a:pt x="602" y="1175"/>
                </a:lnTo>
                <a:lnTo>
                  <a:pt x="603" y="1174"/>
                </a:lnTo>
                <a:lnTo>
                  <a:pt x="602" y="1173"/>
                </a:lnTo>
                <a:lnTo>
                  <a:pt x="601" y="1173"/>
                </a:lnTo>
                <a:lnTo>
                  <a:pt x="600" y="1172"/>
                </a:lnTo>
                <a:lnTo>
                  <a:pt x="600" y="1170"/>
                </a:lnTo>
                <a:lnTo>
                  <a:pt x="599" y="1168"/>
                </a:lnTo>
                <a:lnTo>
                  <a:pt x="598" y="1167"/>
                </a:lnTo>
                <a:lnTo>
                  <a:pt x="599" y="1167"/>
                </a:lnTo>
                <a:lnTo>
                  <a:pt x="600" y="1167"/>
                </a:lnTo>
                <a:lnTo>
                  <a:pt x="601" y="1166"/>
                </a:lnTo>
                <a:lnTo>
                  <a:pt x="601" y="1163"/>
                </a:lnTo>
                <a:lnTo>
                  <a:pt x="601" y="1162"/>
                </a:lnTo>
                <a:lnTo>
                  <a:pt x="603" y="1162"/>
                </a:lnTo>
                <a:lnTo>
                  <a:pt x="605" y="1162"/>
                </a:lnTo>
                <a:lnTo>
                  <a:pt x="607" y="1161"/>
                </a:lnTo>
                <a:lnTo>
                  <a:pt x="608" y="1160"/>
                </a:lnTo>
                <a:lnTo>
                  <a:pt x="610" y="1160"/>
                </a:lnTo>
                <a:lnTo>
                  <a:pt x="611" y="1160"/>
                </a:lnTo>
                <a:lnTo>
                  <a:pt x="612" y="1159"/>
                </a:lnTo>
                <a:lnTo>
                  <a:pt x="612" y="1158"/>
                </a:lnTo>
                <a:lnTo>
                  <a:pt x="612" y="1157"/>
                </a:lnTo>
                <a:lnTo>
                  <a:pt x="612" y="1156"/>
                </a:lnTo>
                <a:lnTo>
                  <a:pt x="612" y="1155"/>
                </a:lnTo>
                <a:lnTo>
                  <a:pt x="610" y="1154"/>
                </a:lnTo>
                <a:lnTo>
                  <a:pt x="610" y="1153"/>
                </a:lnTo>
                <a:lnTo>
                  <a:pt x="610" y="1152"/>
                </a:lnTo>
                <a:lnTo>
                  <a:pt x="611" y="1152"/>
                </a:lnTo>
                <a:lnTo>
                  <a:pt x="611" y="1151"/>
                </a:lnTo>
                <a:lnTo>
                  <a:pt x="611" y="1150"/>
                </a:lnTo>
                <a:lnTo>
                  <a:pt x="610" y="1149"/>
                </a:lnTo>
                <a:lnTo>
                  <a:pt x="608" y="1148"/>
                </a:lnTo>
                <a:lnTo>
                  <a:pt x="607" y="1147"/>
                </a:lnTo>
                <a:lnTo>
                  <a:pt x="607" y="1146"/>
                </a:lnTo>
                <a:lnTo>
                  <a:pt x="607" y="1145"/>
                </a:lnTo>
                <a:lnTo>
                  <a:pt x="607" y="1143"/>
                </a:lnTo>
                <a:lnTo>
                  <a:pt x="606" y="1141"/>
                </a:lnTo>
                <a:lnTo>
                  <a:pt x="605" y="1140"/>
                </a:lnTo>
                <a:lnTo>
                  <a:pt x="605" y="1139"/>
                </a:lnTo>
                <a:lnTo>
                  <a:pt x="605" y="1138"/>
                </a:lnTo>
                <a:lnTo>
                  <a:pt x="605" y="1136"/>
                </a:lnTo>
                <a:lnTo>
                  <a:pt x="605" y="1135"/>
                </a:lnTo>
                <a:lnTo>
                  <a:pt x="606" y="1134"/>
                </a:lnTo>
                <a:lnTo>
                  <a:pt x="607" y="1133"/>
                </a:lnTo>
                <a:lnTo>
                  <a:pt x="611" y="1131"/>
                </a:lnTo>
                <a:lnTo>
                  <a:pt x="611" y="1130"/>
                </a:lnTo>
                <a:lnTo>
                  <a:pt x="610" y="1131"/>
                </a:lnTo>
                <a:lnTo>
                  <a:pt x="609" y="1131"/>
                </a:lnTo>
                <a:lnTo>
                  <a:pt x="609" y="1130"/>
                </a:lnTo>
                <a:lnTo>
                  <a:pt x="608" y="1129"/>
                </a:lnTo>
                <a:lnTo>
                  <a:pt x="607" y="1129"/>
                </a:lnTo>
                <a:lnTo>
                  <a:pt x="606" y="1129"/>
                </a:lnTo>
                <a:lnTo>
                  <a:pt x="606" y="1128"/>
                </a:lnTo>
                <a:lnTo>
                  <a:pt x="605" y="1127"/>
                </a:lnTo>
                <a:lnTo>
                  <a:pt x="605" y="1126"/>
                </a:lnTo>
                <a:lnTo>
                  <a:pt x="603" y="1124"/>
                </a:lnTo>
                <a:lnTo>
                  <a:pt x="602" y="1123"/>
                </a:lnTo>
                <a:lnTo>
                  <a:pt x="602" y="1122"/>
                </a:lnTo>
                <a:lnTo>
                  <a:pt x="601" y="1120"/>
                </a:lnTo>
                <a:lnTo>
                  <a:pt x="601" y="1119"/>
                </a:lnTo>
                <a:lnTo>
                  <a:pt x="601" y="1118"/>
                </a:lnTo>
                <a:lnTo>
                  <a:pt x="601" y="1117"/>
                </a:lnTo>
                <a:lnTo>
                  <a:pt x="602" y="1116"/>
                </a:lnTo>
                <a:lnTo>
                  <a:pt x="602" y="1115"/>
                </a:lnTo>
                <a:lnTo>
                  <a:pt x="602" y="1114"/>
                </a:lnTo>
                <a:lnTo>
                  <a:pt x="604" y="1113"/>
                </a:lnTo>
                <a:lnTo>
                  <a:pt x="607" y="1112"/>
                </a:lnTo>
                <a:lnTo>
                  <a:pt x="606" y="1110"/>
                </a:lnTo>
                <a:lnTo>
                  <a:pt x="609" y="1103"/>
                </a:lnTo>
                <a:lnTo>
                  <a:pt x="609" y="1099"/>
                </a:lnTo>
                <a:lnTo>
                  <a:pt x="610" y="1097"/>
                </a:lnTo>
                <a:lnTo>
                  <a:pt x="611" y="1097"/>
                </a:lnTo>
                <a:lnTo>
                  <a:pt x="612" y="1098"/>
                </a:lnTo>
                <a:lnTo>
                  <a:pt x="613" y="1098"/>
                </a:lnTo>
                <a:lnTo>
                  <a:pt x="613" y="1097"/>
                </a:lnTo>
                <a:lnTo>
                  <a:pt x="614" y="1097"/>
                </a:lnTo>
                <a:lnTo>
                  <a:pt x="616" y="1097"/>
                </a:lnTo>
                <a:lnTo>
                  <a:pt x="615" y="1098"/>
                </a:lnTo>
                <a:lnTo>
                  <a:pt x="616" y="1098"/>
                </a:lnTo>
                <a:lnTo>
                  <a:pt x="617" y="1098"/>
                </a:lnTo>
                <a:lnTo>
                  <a:pt x="618" y="1098"/>
                </a:lnTo>
                <a:lnTo>
                  <a:pt x="619" y="1098"/>
                </a:lnTo>
                <a:lnTo>
                  <a:pt x="620" y="1098"/>
                </a:lnTo>
                <a:lnTo>
                  <a:pt x="620" y="1097"/>
                </a:lnTo>
                <a:lnTo>
                  <a:pt x="621" y="1097"/>
                </a:lnTo>
                <a:lnTo>
                  <a:pt x="622" y="1098"/>
                </a:lnTo>
                <a:lnTo>
                  <a:pt x="623" y="1097"/>
                </a:lnTo>
                <a:lnTo>
                  <a:pt x="624" y="1097"/>
                </a:lnTo>
                <a:lnTo>
                  <a:pt x="624" y="1096"/>
                </a:lnTo>
                <a:lnTo>
                  <a:pt x="625" y="1095"/>
                </a:lnTo>
                <a:lnTo>
                  <a:pt x="626" y="1095"/>
                </a:lnTo>
                <a:lnTo>
                  <a:pt x="627" y="1095"/>
                </a:lnTo>
                <a:lnTo>
                  <a:pt x="628" y="1095"/>
                </a:lnTo>
                <a:lnTo>
                  <a:pt x="628" y="1094"/>
                </a:lnTo>
                <a:lnTo>
                  <a:pt x="629" y="1094"/>
                </a:lnTo>
                <a:lnTo>
                  <a:pt x="630" y="1094"/>
                </a:lnTo>
                <a:lnTo>
                  <a:pt x="631" y="1093"/>
                </a:lnTo>
                <a:lnTo>
                  <a:pt x="632" y="1093"/>
                </a:lnTo>
                <a:lnTo>
                  <a:pt x="633" y="1093"/>
                </a:lnTo>
                <a:lnTo>
                  <a:pt x="634" y="1093"/>
                </a:lnTo>
                <a:lnTo>
                  <a:pt x="635" y="1093"/>
                </a:lnTo>
                <a:lnTo>
                  <a:pt x="636" y="1093"/>
                </a:lnTo>
                <a:lnTo>
                  <a:pt x="635" y="1093"/>
                </a:lnTo>
                <a:lnTo>
                  <a:pt x="636" y="1092"/>
                </a:lnTo>
                <a:lnTo>
                  <a:pt x="637" y="1092"/>
                </a:lnTo>
                <a:lnTo>
                  <a:pt x="638" y="1092"/>
                </a:lnTo>
                <a:lnTo>
                  <a:pt x="639" y="1092"/>
                </a:lnTo>
                <a:lnTo>
                  <a:pt x="640" y="1092"/>
                </a:lnTo>
                <a:lnTo>
                  <a:pt x="640" y="1091"/>
                </a:lnTo>
                <a:lnTo>
                  <a:pt x="640" y="1090"/>
                </a:lnTo>
                <a:lnTo>
                  <a:pt x="638" y="1089"/>
                </a:lnTo>
                <a:lnTo>
                  <a:pt x="638" y="1088"/>
                </a:lnTo>
                <a:lnTo>
                  <a:pt x="637" y="1088"/>
                </a:lnTo>
                <a:lnTo>
                  <a:pt x="635" y="1087"/>
                </a:lnTo>
                <a:lnTo>
                  <a:pt x="634" y="1087"/>
                </a:lnTo>
                <a:lnTo>
                  <a:pt x="633" y="1087"/>
                </a:lnTo>
                <a:lnTo>
                  <a:pt x="631" y="1087"/>
                </a:lnTo>
                <a:lnTo>
                  <a:pt x="631" y="1086"/>
                </a:lnTo>
                <a:lnTo>
                  <a:pt x="630" y="1086"/>
                </a:lnTo>
                <a:lnTo>
                  <a:pt x="629" y="1086"/>
                </a:lnTo>
                <a:lnTo>
                  <a:pt x="628" y="1086"/>
                </a:lnTo>
                <a:lnTo>
                  <a:pt x="627" y="1085"/>
                </a:lnTo>
                <a:lnTo>
                  <a:pt x="626" y="1084"/>
                </a:lnTo>
                <a:lnTo>
                  <a:pt x="625" y="1083"/>
                </a:lnTo>
                <a:lnTo>
                  <a:pt x="624" y="1082"/>
                </a:lnTo>
                <a:lnTo>
                  <a:pt x="622" y="1082"/>
                </a:lnTo>
                <a:lnTo>
                  <a:pt x="622" y="1081"/>
                </a:lnTo>
                <a:lnTo>
                  <a:pt x="621" y="1080"/>
                </a:lnTo>
                <a:lnTo>
                  <a:pt x="620" y="1079"/>
                </a:lnTo>
                <a:lnTo>
                  <a:pt x="620" y="1078"/>
                </a:lnTo>
                <a:lnTo>
                  <a:pt x="620" y="1077"/>
                </a:lnTo>
                <a:lnTo>
                  <a:pt x="622" y="1076"/>
                </a:lnTo>
                <a:lnTo>
                  <a:pt x="623" y="1075"/>
                </a:lnTo>
                <a:lnTo>
                  <a:pt x="625" y="1074"/>
                </a:lnTo>
                <a:lnTo>
                  <a:pt x="628" y="1074"/>
                </a:lnTo>
                <a:lnTo>
                  <a:pt x="629" y="1073"/>
                </a:lnTo>
                <a:lnTo>
                  <a:pt x="632" y="1072"/>
                </a:lnTo>
                <a:lnTo>
                  <a:pt x="634" y="1071"/>
                </a:lnTo>
                <a:lnTo>
                  <a:pt x="636" y="1070"/>
                </a:lnTo>
                <a:lnTo>
                  <a:pt x="637" y="1069"/>
                </a:lnTo>
                <a:lnTo>
                  <a:pt x="638" y="1068"/>
                </a:lnTo>
                <a:lnTo>
                  <a:pt x="639" y="1067"/>
                </a:lnTo>
                <a:lnTo>
                  <a:pt x="640" y="1067"/>
                </a:lnTo>
                <a:lnTo>
                  <a:pt x="642" y="1066"/>
                </a:lnTo>
                <a:lnTo>
                  <a:pt x="643" y="1066"/>
                </a:lnTo>
                <a:lnTo>
                  <a:pt x="644" y="1066"/>
                </a:lnTo>
                <a:lnTo>
                  <a:pt x="646" y="1066"/>
                </a:lnTo>
                <a:lnTo>
                  <a:pt x="647" y="1066"/>
                </a:lnTo>
                <a:lnTo>
                  <a:pt x="649" y="1066"/>
                </a:lnTo>
                <a:lnTo>
                  <a:pt x="650" y="1066"/>
                </a:lnTo>
                <a:lnTo>
                  <a:pt x="650" y="1067"/>
                </a:lnTo>
                <a:lnTo>
                  <a:pt x="651" y="1067"/>
                </a:lnTo>
                <a:lnTo>
                  <a:pt x="652" y="1067"/>
                </a:lnTo>
                <a:lnTo>
                  <a:pt x="653" y="1066"/>
                </a:lnTo>
                <a:lnTo>
                  <a:pt x="654" y="1066"/>
                </a:lnTo>
                <a:lnTo>
                  <a:pt x="655" y="1066"/>
                </a:lnTo>
                <a:lnTo>
                  <a:pt x="656" y="1067"/>
                </a:lnTo>
                <a:lnTo>
                  <a:pt x="657" y="1067"/>
                </a:lnTo>
                <a:lnTo>
                  <a:pt x="657" y="1066"/>
                </a:lnTo>
                <a:lnTo>
                  <a:pt x="657" y="1065"/>
                </a:lnTo>
                <a:lnTo>
                  <a:pt x="658" y="1064"/>
                </a:lnTo>
                <a:lnTo>
                  <a:pt x="658" y="1063"/>
                </a:lnTo>
                <a:lnTo>
                  <a:pt x="658" y="1062"/>
                </a:lnTo>
                <a:lnTo>
                  <a:pt x="657" y="1061"/>
                </a:lnTo>
                <a:lnTo>
                  <a:pt x="657" y="1060"/>
                </a:lnTo>
                <a:lnTo>
                  <a:pt x="657" y="1059"/>
                </a:lnTo>
                <a:lnTo>
                  <a:pt x="657" y="1056"/>
                </a:lnTo>
                <a:lnTo>
                  <a:pt x="656" y="1055"/>
                </a:lnTo>
                <a:lnTo>
                  <a:pt x="655" y="1054"/>
                </a:lnTo>
                <a:lnTo>
                  <a:pt x="655" y="1053"/>
                </a:lnTo>
                <a:lnTo>
                  <a:pt x="655" y="1052"/>
                </a:lnTo>
                <a:lnTo>
                  <a:pt x="655" y="1051"/>
                </a:lnTo>
                <a:lnTo>
                  <a:pt x="656" y="1050"/>
                </a:lnTo>
                <a:lnTo>
                  <a:pt x="656" y="1049"/>
                </a:lnTo>
                <a:lnTo>
                  <a:pt x="655" y="1049"/>
                </a:lnTo>
                <a:lnTo>
                  <a:pt x="654" y="1048"/>
                </a:lnTo>
                <a:lnTo>
                  <a:pt x="653" y="1049"/>
                </a:lnTo>
                <a:lnTo>
                  <a:pt x="652" y="1049"/>
                </a:lnTo>
                <a:lnTo>
                  <a:pt x="651" y="1049"/>
                </a:lnTo>
                <a:lnTo>
                  <a:pt x="649" y="1048"/>
                </a:lnTo>
                <a:lnTo>
                  <a:pt x="648" y="1048"/>
                </a:lnTo>
                <a:lnTo>
                  <a:pt x="648" y="1047"/>
                </a:lnTo>
                <a:lnTo>
                  <a:pt x="649" y="1045"/>
                </a:lnTo>
                <a:lnTo>
                  <a:pt x="649" y="1044"/>
                </a:lnTo>
                <a:lnTo>
                  <a:pt x="650" y="1044"/>
                </a:lnTo>
                <a:lnTo>
                  <a:pt x="651" y="1042"/>
                </a:lnTo>
                <a:lnTo>
                  <a:pt x="652" y="1042"/>
                </a:lnTo>
                <a:lnTo>
                  <a:pt x="652" y="1041"/>
                </a:lnTo>
                <a:lnTo>
                  <a:pt x="652" y="1040"/>
                </a:lnTo>
                <a:lnTo>
                  <a:pt x="652" y="1039"/>
                </a:lnTo>
                <a:lnTo>
                  <a:pt x="652" y="1037"/>
                </a:lnTo>
                <a:lnTo>
                  <a:pt x="653" y="1036"/>
                </a:lnTo>
                <a:lnTo>
                  <a:pt x="654" y="1035"/>
                </a:lnTo>
                <a:lnTo>
                  <a:pt x="654" y="1030"/>
                </a:lnTo>
                <a:lnTo>
                  <a:pt x="648" y="1021"/>
                </a:lnTo>
                <a:lnTo>
                  <a:pt x="641" y="1010"/>
                </a:lnTo>
                <a:lnTo>
                  <a:pt x="633" y="997"/>
                </a:lnTo>
                <a:lnTo>
                  <a:pt x="633" y="996"/>
                </a:lnTo>
                <a:lnTo>
                  <a:pt x="633" y="995"/>
                </a:lnTo>
                <a:lnTo>
                  <a:pt x="633" y="994"/>
                </a:lnTo>
                <a:lnTo>
                  <a:pt x="633" y="993"/>
                </a:lnTo>
                <a:lnTo>
                  <a:pt x="632" y="992"/>
                </a:lnTo>
                <a:lnTo>
                  <a:pt x="632" y="991"/>
                </a:lnTo>
                <a:lnTo>
                  <a:pt x="632" y="989"/>
                </a:lnTo>
                <a:lnTo>
                  <a:pt x="632" y="988"/>
                </a:lnTo>
                <a:lnTo>
                  <a:pt x="631" y="988"/>
                </a:lnTo>
                <a:lnTo>
                  <a:pt x="631" y="987"/>
                </a:lnTo>
                <a:lnTo>
                  <a:pt x="630" y="986"/>
                </a:lnTo>
                <a:lnTo>
                  <a:pt x="629" y="985"/>
                </a:lnTo>
                <a:lnTo>
                  <a:pt x="629" y="984"/>
                </a:lnTo>
                <a:lnTo>
                  <a:pt x="630" y="983"/>
                </a:lnTo>
                <a:lnTo>
                  <a:pt x="629" y="982"/>
                </a:lnTo>
                <a:lnTo>
                  <a:pt x="628" y="982"/>
                </a:lnTo>
                <a:lnTo>
                  <a:pt x="628" y="981"/>
                </a:lnTo>
                <a:lnTo>
                  <a:pt x="627" y="980"/>
                </a:lnTo>
                <a:lnTo>
                  <a:pt x="627" y="979"/>
                </a:lnTo>
                <a:lnTo>
                  <a:pt x="627" y="978"/>
                </a:lnTo>
                <a:lnTo>
                  <a:pt x="627" y="977"/>
                </a:lnTo>
                <a:lnTo>
                  <a:pt x="627" y="975"/>
                </a:lnTo>
                <a:lnTo>
                  <a:pt x="627" y="974"/>
                </a:lnTo>
                <a:lnTo>
                  <a:pt x="627" y="973"/>
                </a:lnTo>
                <a:lnTo>
                  <a:pt x="626" y="972"/>
                </a:lnTo>
                <a:lnTo>
                  <a:pt x="626" y="971"/>
                </a:lnTo>
                <a:lnTo>
                  <a:pt x="626" y="970"/>
                </a:lnTo>
                <a:lnTo>
                  <a:pt x="625" y="969"/>
                </a:lnTo>
                <a:lnTo>
                  <a:pt x="624" y="968"/>
                </a:lnTo>
                <a:lnTo>
                  <a:pt x="623" y="968"/>
                </a:lnTo>
                <a:lnTo>
                  <a:pt x="622" y="967"/>
                </a:lnTo>
                <a:lnTo>
                  <a:pt x="621" y="967"/>
                </a:lnTo>
                <a:lnTo>
                  <a:pt x="621" y="966"/>
                </a:lnTo>
                <a:lnTo>
                  <a:pt x="621" y="965"/>
                </a:lnTo>
                <a:lnTo>
                  <a:pt x="622" y="965"/>
                </a:lnTo>
                <a:lnTo>
                  <a:pt x="622" y="964"/>
                </a:lnTo>
                <a:lnTo>
                  <a:pt x="622" y="962"/>
                </a:lnTo>
                <a:lnTo>
                  <a:pt x="622" y="958"/>
                </a:lnTo>
                <a:lnTo>
                  <a:pt x="622" y="957"/>
                </a:lnTo>
                <a:lnTo>
                  <a:pt x="622" y="955"/>
                </a:lnTo>
                <a:lnTo>
                  <a:pt x="623" y="954"/>
                </a:lnTo>
                <a:lnTo>
                  <a:pt x="623" y="952"/>
                </a:lnTo>
                <a:lnTo>
                  <a:pt x="623" y="951"/>
                </a:lnTo>
                <a:lnTo>
                  <a:pt x="623" y="949"/>
                </a:lnTo>
                <a:lnTo>
                  <a:pt x="622" y="948"/>
                </a:lnTo>
                <a:lnTo>
                  <a:pt x="622" y="947"/>
                </a:lnTo>
                <a:lnTo>
                  <a:pt x="621" y="946"/>
                </a:lnTo>
                <a:lnTo>
                  <a:pt x="621" y="943"/>
                </a:lnTo>
                <a:lnTo>
                  <a:pt x="621" y="940"/>
                </a:lnTo>
                <a:lnTo>
                  <a:pt x="620" y="938"/>
                </a:lnTo>
                <a:lnTo>
                  <a:pt x="620" y="936"/>
                </a:lnTo>
                <a:lnTo>
                  <a:pt x="619" y="933"/>
                </a:lnTo>
                <a:lnTo>
                  <a:pt x="618" y="931"/>
                </a:lnTo>
                <a:lnTo>
                  <a:pt x="617" y="930"/>
                </a:lnTo>
                <a:lnTo>
                  <a:pt x="617" y="929"/>
                </a:lnTo>
                <a:lnTo>
                  <a:pt x="618" y="928"/>
                </a:lnTo>
                <a:lnTo>
                  <a:pt x="619" y="927"/>
                </a:lnTo>
                <a:lnTo>
                  <a:pt x="620" y="926"/>
                </a:lnTo>
                <a:lnTo>
                  <a:pt x="620" y="924"/>
                </a:lnTo>
                <a:lnTo>
                  <a:pt x="620" y="922"/>
                </a:lnTo>
                <a:lnTo>
                  <a:pt x="621" y="921"/>
                </a:lnTo>
                <a:lnTo>
                  <a:pt x="621" y="919"/>
                </a:lnTo>
                <a:lnTo>
                  <a:pt x="622" y="917"/>
                </a:lnTo>
                <a:lnTo>
                  <a:pt x="623" y="916"/>
                </a:lnTo>
                <a:lnTo>
                  <a:pt x="623" y="915"/>
                </a:lnTo>
                <a:lnTo>
                  <a:pt x="622" y="914"/>
                </a:lnTo>
                <a:lnTo>
                  <a:pt x="621" y="913"/>
                </a:lnTo>
                <a:lnTo>
                  <a:pt x="619" y="911"/>
                </a:lnTo>
                <a:lnTo>
                  <a:pt x="617" y="908"/>
                </a:lnTo>
                <a:lnTo>
                  <a:pt x="616" y="907"/>
                </a:lnTo>
                <a:lnTo>
                  <a:pt x="614" y="906"/>
                </a:lnTo>
                <a:lnTo>
                  <a:pt x="612" y="905"/>
                </a:lnTo>
                <a:lnTo>
                  <a:pt x="610" y="905"/>
                </a:lnTo>
                <a:lnTo>
                  <a:pt x="609" y="904"/>
                </a:lnTo>
                <a:lnTo>
                  <a:pt x="608" y="904"/>
                </a:lnTo>
                <a:lnTo>
                  <a:pt x="607" y="903"/>
                </a:lnTo>
                <a:lnTo>
                  <a:pt x="606" y="903"/>
                </a:lnTo>
                <a:lnTo>
                  <a:pt x="604" y="901"/>
                </a:lnTo>
                <a:lnTo>
                  <a:pt x="604" y="900"/>
                </a:lnTo>
                <a:lnTo>
                  <a:pt x="604" y="899"/>
                </a:lnTo>
                <a:lnTo>
                  <a:pt x="603" y="898"/>
                </a:lnTo>
                <a:lnTo>
                  <a:pt x="602" y="897"/>
                </a:lnTo>
                <a:lnTo>
                  <a:pt x="602" y="896"/>
                </a:lnTo>
                <a:lnTo>
                  <a:pt x="603" y="895"/>
                </a:lnTo>
                <a:lnTo>
                  <a:pt x="603" y="894"/>
                </a:lnTo>
                <a:lnTo>
                  <a:pt x="602" y="893"/>
                </a:lnTo>
                <a:lnTo>
                  <a:pt x="601" y="892"/>
                </a:lnTo>
                <a:lnTo>
                  <a:pt x="600" y="892"/>
                </a:lnTo>
                <a:lnTo>
                  <a:pt x="600" y="893"/>
                </a:lnTo>
                <a:lnTo>
                  <a:pt x="599" y="894"/>
                </a:lnTo>
                <a:lnTo>
                  <a:pt x="597" y="895"/>
                </a:lnTo>
                <a:lnTo>
                  <a:pt x="596" y="895"/>
                </a:lnTo>
                <a:lnTo>
                  <a:pt x="595" y="895"/>
                </a:lnTo>
                <a:lnTo>
                  <a:pt x="592" y="895"/>
                </a:lnTo>
                <a:lnTo>
                  <a:pt x="590" y="896"/>
                </a:lnTo>
                <a:lnTo>
                  <a:pt x="588" y="896"/>
                </a:lnTo>
                <a:lnTo>
                  <a:pt x="587" y="897"/>
                </a:lnTo>
                <a:lnTo>
                  <a:pt x="586" y="897"/>
                </a:lnTo>
                <a:lnTo>
                  <a:pt x="586" y="896"/>
                </a:lnTo>
                <a:lnTo>
                  <a:pt x="586" y="895"/>
                </a:lnTo>
                <a:lnTo>
                  <a:pt x="586" y="894"/>
                </a:lnTo>
                <a:lnTo>
                  <a:pt x="584" y="893"/>
                </a:lnTo>
                <a:lnTo>
                  <a:pt x="584" y="892"/>
                </a:lnTo>
                <a:lnTo>
                  <a:pt x="582" y="891"/>
                </a:lnTo>
                <a:lnTo>
                  <a:pt x="581" y="891"/>
                </a:lnTo>
                <a:lnTo>
                  <a:pt x="581" y="890"/>
                </a:lnTo>
                <a:lnTo>
                  <a:pt x="582" y="889"/>
                </a:lnTo>
                <a:lnTo>
                  <a:pt x="583" y="889"/>
                </a:lnTo>
                <a:lnTo>
                  <a:pt x="583" y="888"/>
                </a:lnTo>
                <a:lnTo>
                  <a:pt x="581" y="887"/>
                </a:lnTo>
                <a:lnTo>
                  <a:pt x="580" y="887"/>
                </a:lnTo>
                <a:lnTo>
                  <a:pt x="579" y="887"/>
                </a:lnTo>
                <a:lnTo>
                  <a:pt x="578" y="886"/>
                </a:lnTo>
                <a:lnTo>
                  <a:pt x="577" y="886"/>
                </a:lnTo>
                <a:lnTo>
                  <a:pt x="576" y="886"/>
                </a:lnTo>
                <a:lnTo>
                  <a:pt x="576" y="885"/>
                </a:lnTo>
                <a:lnTo>
                  <a:pt x="577" y="884"/>
                </a:lnTo>
                <a:lnTo>
                  <a:pt x="578" y="884"/>
                </a:lnTo>
                <a:lnTo>
                  <a:pt x="579" y="883"/>
                </a:lnTo>
                <a:lnTo>
                  <a:pt x="580" y="883"/>
                </a:lnTo>
                <a:lnTo>
                  <a:pt x="581" y="882"/>
                </a:lnTo>
                <a:lnTo>
                  <a:pt x="581" y="881"/>
                </a:lnTo>
                <a:lnTo>
                  <a:pt x="582" y="880"/>
                </a:lnTo>
                <a:lnTo>
                  <a:pt x="583" y="879"/>
                </a:lnTo>
                <a:lnTo>
                  <a:pt x="584" y="879"/>
                </a:lnTo>
                <a:lnTo>
                  <a:pt x="586" y="878"/>
                </a:lnTo>
                <a:lnTo>
                  <a:pt x="588" y="877"/>
                </a:lnTo>
                <a:lnTo>
                  <a:pt x="589" y="876"/>
                </a:lnTo>
                <a:lnTo>
                  <a:pt x="590" y="875"/>
                </a:lnTo>
                <a:lnTo>
                  <a:pt x="591" y="874"/>
                </a:lnTo>
                <a:lnTo>
                  <a:pt x="592" y="873"/>
                </a:lnTo>
                <a:lnTo>
                  <a:pt x="593" y="872"/>
                </a:lnTo>
                <a:lnTo>
                  <a:pt x="594" y="872"/>
                </a:lnTo>
                <a:lnTo>
                  <a:pt x="595" y="871"/>
                </a:lnTo>
                <a:lnTo>
                  <a:pt x="596" y="870"/>
                </a:lnTo>
                <a:lnTo>
                  <a:pt x="596" y="871"/>
                </a:lnTo>
                <a:lnTo>
                  <a:pt x="597" y="871"/>
                </a:lnTo>
                <a:lnTo>
                  <a:pt x="598" y="871"/>
                </a:lnTo>
                <a:lnTo>
                  <a:pt x="599" y="871"/>
                </a:lnTo>
                <a:lnTo>
                  <a:pt x="599" y="870"/>
                </a:lnTo>
                <a:lnTo>
                  <a:pt x="600" y="870"/>
                </a:lnTo>
                <a:lnTo>
                  <a:pt x="601" y="870"/>
                </a:lnTo>
                <a:lnTo>
                  <a:pt x="603" y="873"/>
                </a:lnTo>
                <a:lnTo>
                  <a:pt x="605" y="873"/>
                </a:lnTo>
                <a:lnTo>
                  <a:pt x="607" y="873"/>
                </a:lnTo>
                <a:lnTo>
                  <a:pt x="609" y="872"/>
                </a:lnTo>
                <a:lnTo>
                  <a:pt x="609" y="871"/>
                </a:lnTo>
                <a:lnTo>
                  <a:pt x="610" y="870"/>
                </a:lnTo>
                <a:lnTo>
                  <a:pt x="611" y="869"/>
                </a:lnTo>
                <a:lnTo>
                  <a:pt x="613" y="869"/>
                </a:lnTo>
                <a:lnTo>
                  <a:pt x="615" y="868"/>
                </a:lnTo>
                <a:lnTo>
                  <a:pt x="616" y="869"/>
                </a:lnTo>
                <a:lnTo>
                  <a:pt x="616" y="870"/>
                </a:lnTo>
                <a:lnTo>
                  <a:pt x="617" y="871"/>
                </a:lnTo>
                <a:lnTo>
                  <a:pt x="618" y="871"/>
                </a:lnTo>
                <a:lnTo>
                  <a:pt x="620" y="871"/>
                </a:lnTo>
                <a:lnTo>
                  <a:pt x="622" y="871"/>
                </a:lnTo>
                <a:lnTo>
                  <a:pt x="623" y="870"/>
                </a:lnTo>
                <a:lnTo>
                  <a:pt x="624" y="869"/>
                </a:lnTo>
                <a:lnTo>
                  <a:pt x="625" y="868"/>
                </a:lnTo>
                <a:lnTo>
                  <a:pt x="626" y="867"/>
                </a:lnTo>
                <a:lnTo>
                  <a:pt x="626" y="866"/>
                </a:lnTo>
                <a:lnTo>
                  <a:pt x="628" y="864"/>
                </a:lnTo>
                <a:lnTo>
                  <a:pt x="630" y="863"/>
                </a:lnTo>
                <a:lnTo>
                  <a:pt x="631" y="863"/>
                </a:lnTo>
                <a:lnTo>
                  <a:pt x="632" y="864"/>
                </a:lnTo>
                <a:lnTo>
                  <a:pt x="633" y="865"/>
                </a:lnTo>
                <a:lnTo>
                  <a:pt x="635" y="864"/>
                </a:lnTo>
                <a:lnTo>
                  <a:pt x="636" y="864"/>
                </a:lnTo>
                <a:lnTo>
                  <a:pt x="637" y="864"/>
                </a:lnTo>
                <a:lnTo>
                  <a:pt x="639" y="865"/>
                </a:lnTo>
                <a:lnTo>
                  <a:pt x="640" y="865"/>
                </a:lnTo>
                <a:lnTo>
                  <a:pt x="641" y="865"/>
                </a:lnTo>
                <a:lnTo>
                  <a:pt x="642" y="864"/>
                </a:lnTo>
                <a:lnTo>
                  <a:pt x="644" y="863"/>
                </a:lnTo>
                <a:lnTo>
                  <a:pt x="648" y="862"/>
                </a:lnTo>
                <a:lnTo>
                  <a:pt x="649" y="862"/>
                </a:lnTo>
                <a:lnTo>
                  <a:pt x="650" y="861"/>
                </a:lnTo>
                <a:lnTo>
                  <a:pt x="651" y="861"/>
                </a:lnTo>
                <a:lnTo>
                  <a:pt x="652" y="860"/>
                </a:lnTo>
                <a:lnTo>
                  <a:pt x="651" y="859"/>
                </a:lnTo>
                <a:lnTo>
                  <a:pt x="650" y="859"/>
                </a:lnTo>
                <a:lnTo>
                  <a:pt x="650" y="858"/>
                </a:lnTo>
                <a:lnTo>
                  <a:pt x="651" y="858"/>
                </a:lnTo>
                <a:lnTo>
                  <a:pt x="652" y="858"/>
                </a:lnTo>
                <a:lnTo>
                  <a:pt x="653" y="859"/>
                </a:lnTo>
                <a:lnTo>
                  <a:pt x="654" y="860"/>
                </a:lnTo>
                <a:lnTo>
                  <a:pt x="655" y="860"/>
                </a:lnTo>
                <a:lnTo>
                  <a:pt x="658" y="860"/>
                </a:lnTo>
                <a:lnTo>
                  <a:pt x="659" y="860"/>
                </a:lnTo>
                <a:lnTo>
                  <a:pt x="661" y="861"/>
                </a:lnTo>
                <a:lnTo>
                  <a:pt x="662" y="862"/>
                </a:lnTo>
                <a:lnTo>
                  <a:pt x="663" y="863"/>
                </a:lnTo>
                <a:lnTo>
                  <a:pt x="666" y="863"/>
                </a:lnTo>
                <a:lnTo>
                  <a:pt x="667" y="863"/>
                </a:lnTo>
                <a:lnTo>
                  <a:pt x="668" y="862"/>
                </a:lnTo>
                <a:lnTo>
                  <a:pt x="670" y="860"/>
                </a:lnTo>
                <a:lnTo>
                  <a:pt x="671" y="859"/>
                </a:lnTo>
                <a:lnTo>
                  <a:pt x="672" y="859"/>
                </a:lnTo>
                <a:lnTo>
                  <a:pt x="674" y="859"/>
                </a:lnTo>
                <a:lnTo>
                  <a:pt x="675" y="859"/>
                </a:lnTo>
                <a:lnTo>
                  <a:pt x="676" y="859"/>
                </a:lnTo>
                <a:lnTo>
                  <a:pt x="678" y="859"/>
                </a:lnTo>
                <a:lnTo>
                  <a:pt x="680" y="858"/>
                </a:lnTo>
                <a:lnTo>
                  <a:pt x="681" y="858"/>
                </a:lnTo>
                <a:lnTo>
                  <a:pt x="682" y="858"/>
                </a:lnTo>
                <a:lnTo>
                  <a:pt x="683" y="857"/>
                </a:lnTo>
                <a:lnTo>
                  <a:pt x="684" y="856"/>
                </a:lnTo>
                <a:lnTo>
                  <a:pt x="685" y="855"/>
                </a:lnTo>
                <a:lnTo>
                  <a:pt x="686" y="855"/>
                </a:lnTo>
                <a:lnTo>
                  <a:pt x="686" y="854"/>
                </a:lnTo>
                <a:lnTo>
                  <a:pt x="686" y="853"/>
                </a:lnTo>
                <a:lnTo>
                  <a:pt x="687" y="853"/>
                </a:lnTo>
                <a:lnTo>
                  <a:pt x="688" y="853"/>
                </a:lnTo>
                <a:lnTo>
                  <a:pt x="689" y="854"/>
                </a:lnTo>
                <a:lnTo>
                  <a:pt x="690" y="854"/>
                </a:lnTo>
                <a:lnTo>
                  <a:pt x="691" y="855"/>
                </a:lnTo>
                <a:lnTo>
                  <a:pt x="691" y="854"/>
                </a:lnTo>
                <a:lnTo>
                  <a:pt x="691" y="853"/>
                </a:lnTo>
                <a:lnTo>
                  <a:pt x="692" y="852"/>
                </a:lnTo>
                <a:lnTo>
                  <a:pt x="693" y="852"/>
                </a:lnTo>
                <a:lnTo>
                  <a:pt x="695" y="852"/>
                </a:lnTo>
                <a:lnTo>
                  <a:pt x="696" y="852"/>
                </a:lnTo>
                <a:lnTo>
                  <a:pt x="696" y="851"/>
                </a:lnTo>
                <a:lnTo>
                  <a:pt x="697" y="851"/>
                </a:lnTo>
                <a:lnTo>
                  <a:pt x="698" y="851"/>
                </a:lnTo>
                <a:lnTo>
                  <a:pt x="699" y="852"/>
                </a:lnTo>
                <a:lnTo>
                  <a:pt x="701" y="852"/>
                </a:lnTo>
                <a:lnTo>
                  <a:pt x="702" y="851"/>
                </a:lnTo>
                <a:lnTo>
                  <a:pt x="704" y="850"/>
                </a:lnTo>
                <a:lnTo>
                  <a:pt x="705" y="849"/>
                </a:lnTo>
                <a:lnTo>
                  <a:pt x="707" y="849"/>
                </a:lnTo>
                <a:lnTo>
                  <a:pt x="708" y="849"/>
                </a:lnTo>
                <a:lnTo>
                  <a:pt x="710" y="850"/>
                </a:lnTo>
                <a:lnTo>
                  <a:pt x="710" y="849"/>
                </a:lnTo>
                <a:lnTo>
                  <a:pt x="711" y="848"/>
                </a:lnTo>
                <a:lnTo>
                  <a:pt x="712" y="848"/>
                </a:lnTo>
                <a:lnTo>
                  <a:pt x="713" y="847"/>
                </a:lnTo>
                <a:lnTo>
                  <a:pt x="714" y="847"/>
                </a:lnTo>
                <a:lnTo>
                  <a:pt x="715" y="847"/>
                </a:lnTo>
                <a:lnTo>
                  <a:pt x="716" y="848"/>
                </a:lnTo>
                <a:lnTo>
                  <a:pt x="716" y="849"/>
                </a:lnTo>
                <a:lnTo>
                  <a:pt x="717" y="849"/>
                </a:lnTo>
                <a:lnTo>
                  <a:pt x="718" y="849"/>
                </a:lnTo>
                <a:lnTo>
                  <a:pt x="719" y="848"/>
                </a:lnTo>
                <a:lnTo>
                  <a:pt x="721" y="847"/>
                </a:lnTo>
                <a:lnTo>
                  <a:pt x="723" y="847"/>
                </a:lnTo>
                <a:lnTo>
                  <a:pt x="724" y="847"/>
                </a:lnTo>
                <a:lnTo>
                  <a:pt x="724" y="846"/>
                </a:lnTo>
                <a:lnTo>
                  <a:pt x="724" y="845"/>
                </a:lnTo>
                <a:lnTo>
                  <a:pt x="725" y="844"/>
                </a:lnTo>
                <a:lnTo>
                  <a:pt x="728" y="844"/>
                </a:lnTo>
                <a:lnTo>
                  <a:pt x="728" y="843"/>
                </a:lnTo>
                <a:lnTo>
                  <a:pt x="728" y="842"/>
                </a:lnTo>
                <a:lnTo>
                  <a:pt x="728" y="841"/>
                </a:lnTo>
                <a:lnTo>
                  <a:pt x="730" y="841"/>
                </a:lnTo>
                <a:lnTo>
                  <a:pt x="732" y="840"/>
                </a:lnTo>
                <a:lnTo>
                  <a:pt x="733" y="839"/>
                </a:lnTo>
                <a:lnTo>
                  <a:pt x="735" y="839"/>
                </a:lnTo>
                <a:lnTo>
                  <a:pt x="736" y="840"/>
                </a:lnTo>
                <a:lnTo>
                  <a:pt x="737" y="840"/>
                </a:lnTo>
                <a:lnTo>
                  <a:pt x="738" y="839"/>
                </a:lnTo>
                <a:lnTo>
                  <a:pt x="738" y="838"/>
                </a:lnTo>
                <a:lnTo>
                  <a:pt x="739" y="838"/>
                </a:lnTo>
                <a:lnTo>
                  <a:pt x="740" y="838"/>
                </a:lnTo>
                <a:lnTo>
                  <a:pt x="741" y="839"/>
                </a:lnTo>
                <a:lnTo>
                  <a:pt x="742" y="839"/>
                </a:lnTo>
                <a:lnTo>
                  <a:pt x="742" y="838"/>
                </a:lnTo>
                <a:lnTo>
                  <a:pt x="743" y="838"/>
                </a:lnTo>
                <a:lnTo>
                  <a:pt x="743" y="837"/>
                </a:lnTo>
                <a:lnTo>
                  <a:pt x="744" y="837"/>
                </a:lnTo>
                <a:lnTo>
                  <a:pt x="746" y="837"/>
                </a:lnTo>
                <a:lnTo>
                  <a:pt x="746" y="836"/>
                </a:lnTo>
                <a:lnTo>
                  <a:pt x="747" y="836"/>
                </a:lnTo>
                <a:lnTo>
                  <a:pt x="748" y="837"/>
                </a:lnTo>
                <a:lnTo>
                  <a:pt x="748" y="838"/>
                </a:lnTo>
                <a:lnTo>
                  <a:pt x="749" y="839"/>
                </a:lnTo>
                <a:lnTo>
                  <a:pt x="750" y="840"/>
                </a:lnTo>
                <a:lnTo>
                  <a:pt x="751" y="841"/>
                </a:lnTo>
                <a:lnTo>
                  <a:pt x="751" y="843"/>
                </a:lnTo>
                <a:lnTo>
                  <a:pt x="753" y="845"/>
                </a:lnTo>
                <a:lnTo>
                  <a:pt x="755" y="847"/>
                </a:lnTo>
                <a:lnTo>
                  <a:pt x="756" y="847"/>
                </a:lnTo>
                <a:lnTo>
                  <a:pt x="756" y="848"/>
                </a:lnTo>
                <a:lnTo>
                  <a:pt x="757" y="849"/>
                </a:lnTo>
                <a:lnTo>
                  <a:pt x="758" y="850"/>
                </a:lnTo>
                <a:lnTo>
                  <a:pt x="759" y="851"/>
                </a:lnTo>
                <a:lnTo>
                  <a:pt x="759" y="852"/>
                </a:lnTo>
                <a:lnTo>
                  <a:pt x="760" y="852"/>
                </a:lnTo>
                <a:lnTo>
                  <a:pt x="762" y="852"/>
                </a:lnTo>
                <a:lnTo>
                  <a:pt x="765" y="851"/>
                </a:lnTo>
                <a:lnTo>
                  <a:pt x="767" y="851"/>
                </a:lnTo>
                <a:lnTo>
                  <a:pt x="768" y="851"/>
                </a:lnTo>
                <a:lnTo>
                  <a:pt x="769" y="851"/>
                </a:lnTo>
                <a:lnTo>
                  <a:pt x="770" y="850"/>
                </a:lnTo>
                <a:lnTo>
                  <a:pt x="771" y="850"/>
                </a:lnTo>
                <a:lnTo>
                  <a:pt x="772" y="850"/>
                </a:lnTo>
                <a:lnTo>
                  <a:pt x="774" y="850"/>
                </a:lnTo>
                <a:lnTo>
                  <a:pt x="774" y="851"/>
                </a:lnTo>
                <a:lnTo>
                  <a:pt x="774" y="852"/>
                </a:lnTo>
                <a:lnTo>
                  <a:pt x="774" y="853"/>
                </a:lnTo>
                <a:lnTo>
                  <a:pt x="775" y="854"/>
                </a:lnTo>
                <a:lnTo>
                  <a:pt x="776" y="854"/>
                </a:lnTo>
                <a:lnTo>
                  <a:pt x="777" y="854"/>
                </a:lnTo>
                <a:lnTo>
                  <a:pt x="778" y="854"/>
                </a:lnTo>
                <a:lnTo>
                  <a:pt x="779" y="853"/>
                </a:lnTo>
                <a:lnTo>
                  <a:pt x="780" y="853"/>
                </a:lnTo>
                <a:lnTo>
                  <a:pt x="781" y="853"/>
                </a:lnTo>
                <a:lnTo>
                  <a:pt x="782" y="853"/>
                </a:lnTo>
                <a:lnTo>
                  <a:pt x="783" y="853"/>
                </a:lnTo>
                <a:lnTo>
                  <a:pt x="784" y="852"/>
                </a:lnTo>
                <a:lnTo>
                  <a:pt x="785" y="852"/>
                </a:lnTo>
                <a:lnTo>
                  <a:pt x="787" y="852"/>
                </a:lnTo>
                <a:lnTo>
                  <a:pt x="789" y="851"/>
                </a:lnTo>
                <a:lnTo>
                  <a:pt x="790" y="851"/>
                </a:lnTo>
                <a:lnTo>
                  <a:pt x="791" y="851"/>
                </a:lnTo>
                <a:lnTo>
                  <a:pt x="792" y="851"/>
                </a:lnTo>
                <a:lnTo>
                  <a:pt x="798" y="854"/>
                </a:lnTo>
                <a:lnTo>
                  <a:pt x="802" y="855"/>
                </a:lnTo>
                <a:lnTo>
                  <a:pt x="810" y="858"/>
                </a:lnTo>
                <a:lnTo>
                  <a:pt x="816" y="855"/>
                </a:lnTo>
                <a:lnTo>
                  <a:pt x="819" y="853"/>
                </a:lnTo>
                <a:lnTo>
                  <a:pt x="820" y="840"/>
                </a:lnTo>
                <a:lnTo>
                  <a:pt x="817" y="835"/>
                </a:lnTo>
                <a:lnTo>
                  <a:pt x="815" y="832"/>
                </a:lnTo>
                <a:lnTo>
                  <a:pt x="806" y="829"/>
                </a:lnTo>
                <a:lnTo>
                  <a:pt x="791" y="821"/>
                </a:lnTo>
                <a:lnTo>
                  <a:pt x="791" y="819"/>
                </a:lnTo>
                <a:lnTo>
                  <a:pt x="790" y="813"/>
                </a:lnTo>
                <a:lnTo>
                  <a:pt x="792" y="810"/>
                </a:lnTo>
                <a:lnTo>
                  <a:pt x="792" y="808"/>
                </a:lnTo>
                <a:lnTo>
                  <a:pt x="792" y="804"/>
                </a:lnTo>
                <a:lnTo>
                  <a:pt x="792" y="803"/>
                </a:lnTo>
                <a:lnTo>
                  <a:pt x="792" y="802"/>
                </a:lnTo>
                <a:lnTo>
                  <a:pt x="795" y="799"/>
                </a:lnTo>
                <a:lnTo>
                  <a:pt x="796" y="798"/>
                </a:lnTo>
                <a:lnTo>
                  <a:pt x="796" y="797"/>
                </a:lnTo>
                <a:lnTo>
                  <a:pt x="797" y="796"/>
                </a:lnTo>
                <a:lnTo>
                  <a:pt x="797" y="793"/>
                </a:lnTo>
                <a:lnTo>
                  <a:pt x="797" y="792"/>
                </a:lnTo>
                <a:lnTo>
                  <a:pt x="797" y="790"/>
                </a:lnTo>
                <a:lnTo>
                  <a:pt x="797" y="789"/>
                </a:lnTo>
                <a:lnTo>
                  <a:pt x="797" y="788"/>
                </a:lnTo>
                <a:lnTo>
                  <a:pt x="796" y="787"/>
                </a:lnTo>
                <a:lnTo>
                  <a:pt x="796" y="786"/>
                </a:lnTo>
                <a:lnTo>
                  <a:pt x="796" y="785"/>
                </a:lnTo>
                <a:lnTo>
                  <a:pt x="797" y="785"/>
                </a:lnTo>
                <a:lnTo>
                  <a:pt x="797" y="783"/>
                </a:lnTo>
                <a:lnTo>
                  <a:pt x="797" y="780"/>
                </a:lnTo>
                <a:lnTo>
                  <a:pt x="800" y="778"/>
                </a:lnTo>
                <a:lnTo>
                  <a:pt x="802" y="777"/>
                </a:lnTo>
                <a:lnTo>
                  <a:pt x="803" y="776"/>
                </a:lnTo>
                <a:lnTo>
                  <a:pt x="805" y="777"/>
                </a:lnTo>
                <a:lnTo>
                  <a:pt x="807" y="776"/>
                </a:lnTo>
                <a:lnTo>
                  <a:pt x="813" y="757"/>
                </a:lnTo>
                <a:lnTo>
                  <a:pt x="821" y="744"/>
                </a:lnTo>
                <a:lnTo>
                  <a:pt x="832" y="723"/>
                </a:lnTo>
                <a:lnTo>
                  <a:pt x="836" y="712"/>
                </a:lnTo>
                <a:lnTo>
                  <a:pt x="837" y="704"/>
                </a:lnTo>
                <a:lnTo>
                  <a:pt x="841" y="695"/>
                </a:lnTo>
                <a:lnTo>
                  <a:pt x="845" y="692"/>
                </a:lnTo>
                <a:lnTo>
                  <a:pt x="845" y="689"/>
                </a:lnTo>
                <a:lnTo>
                  <a:pt x="849" y="677"/>
                </a:lnTo>
                <a:lnTo>
                  <a:pt x="850" y="674"/>
                </a:lnTo>
                <a:lnTo>
                  <a:pt x="850" y="672"/>
                </a:lnTo>
                <a:lnTo>
                  <a:pt x="851" y="670"/>
                </a:lnTo>
                <a:lnTo>
                  <a:pt x="853" y="668"/>
                </a:lnTo>
                <a:lnTo>
                  <a:pt x="854" y="667"/>
                </a:lnTo>
                <a:lnTo>
                  <a:pt x="855" y="665"/>
                </a:lnTo>
                <a:lnTo>
                  <a:pt x="856" y="663"/>
                </a:lnTo>
                <a:lnTo>
                  <a:pt x="856" y="662"/>
                </a:lnTo>
                <a:lnTo>
                  <a:pt x="857" y="660"/>
                </a:lnTo>
                <a:lnTo>
                  <a:pt x="857" y="659"/>
                </a:lnTo>
                <a:lnTo>
                  <a:pt x="857" y="658"/>
                </a:lnTo>
                <a:lnTo>
                  <a:pt x="858" y="658"/>
                </a:lnTo>
                <a:lnTo>
                  <a:pt x="858" y="657"/>
                </a:lnTo>
                <a:lnTo>
                  <a:pt x="858" y="655"/>
                </a:lnTo>
                <a:lnTo>
                  <a:pt x="859" y="654"/>
                </a:lnTo>
                <a:lnTo>
                  <a:pt x="859" y="653"/>
                </a:lnTo>
                <a:lnTo>
                  <a:pt x="859" y="651"/>
                </a:lnTo>
                <a:lnTo>
                  <a:pt x="858" y="649"/>
                </a:lnTo>
                <a:lnTo>
                  <a:pt x="859" y="649"/>
                </a:lnTo>
                <a:lnTo>
                  <a:pt x="861" y="649"/>
                </a:lnTo>
                <a:lnTo>
                  <a:pt x="862" y="648"/>
                </a:lnTo>
                <a:lnTo>
                  <a:pt x="863" y="648"/>
                </a:lnTo>
                <a:lnTo>
                  <a:pt x="865" y="648"/>
                </a:lnTo>
                <a:lnTo>
                  <a:pt x="866" y="649"/>
                </a:lnTo>
                <a:lnTo>
                  <a:pt x="867" y="648"/>
                </a:lnTo>
                <a:lnTo>
                  <a:pt x="868" y="648"/>
                </a:lnTo>
                <a:lnTo>
                  <a:pt x="869" y="647"/>
                </a:lnTo>
                <a:lnTo>
                  <a:pt x="870" y="647"/>
                </a:lnTo>
                <a:lnTo>
                  <a:pt x="871" y="648"/>
                </a:lnTo>
                <a:lnTo>
                  <a:pt x="873" y="649"/>
                </a:lnTo>
                <a:lnTo>
                  <a:pt x="874" y="649"/>
                </a:lnTo>
                <a:lnTo>
                  <a:pt x="875" y="649"/>
                </a:lnTo>
                <a:lnTo>
                  <a:pt x="875" y="650"/>
                </a:lnTo>
                <a:lnTo>
                  <a:pt x="876" y="651"/>
                </a:lnTo>
                <a:lnTo>
                  <a:pt x="876" y="652"/>
                </a:lnTo>
                <a:lnTo>
                  <a:pt x="877" y="652"/>
                </a:lnTo>
                <a:lnTo>
                  <a:pt x="878" y="652"/>
                </a:lnTo>
                <a:lnTo>
                  <a:pt x="878" y="653"/>
                </a:lnTo>
                <a:lnTo>
                  <a:pt x="880" y="653"/>
                </a:lnTo>
                <a:lnTo>
                  <a:pt x="882" y="653"/>
                </a:lnTo>
                <a:lnTo>
                  <a:pt x="883" y="653"/>
                </a:lnTo>
                <a:lnTo>
                  <a:pt x="884" y="653"/>
                </a:lnTo>
                <a:lnTo>
                  <a:pt x="885" y="653"/>
                </a:lnTo>
                <a:lnTo>
                  <a:pt x="885" y="654"/>
                </a:lnTo>
                <a:lnTo>
                  <a:pt x="886" y="654"/>
                </a:lnTo>
                <a:lnTo>
                  <a:pt x="887" y="653"/>
                </a:lnTo>
                <a:lnTo>
                  <a:pt x="888" y="653"/>
                </a:lnTo>
                <a:lnTo>
                  <a:pt x="889" y="653"/>
                </a:lnTo>
                <a:lnTo>
                  <a:pt x="889" y="654"/>
                </a:lnTo>
                <a:lnTo>
                  <a:pt x="890" y="655"/>
                </a:lnTo>
                <a:lnTo>
                  <a:pt x="891" y="655"/>
                </a:lnTo>
                <a:lnTo>
                  <a:pt x="892" y="656"/>
                </a:lnTo>
                <a:lnTo>
                  <a:pt x="893" y="658"/>
                </a:lnTo>
                <a:lnTo>
                  <a:pt x="893" y="659"/>
                </a:lnTo>
                <a:lnTo>
                  <a:pt x="894" y="659"/>
                </a:lnTo>
                <a:lnTo>
                  <a:pt x="895" y="659"/>
                </a:lnTo>
                <a:lnTo>
                  <a:pt x="896" y="658"/>
                </a:lnTo>
                <a:lnTo>
                  <a:pt x="897" y="658"/>
                </a:lnTo>
                <a:lnTo>
                  <a:pt x="898" y="658"/>
                </a:lnTo>
                <a:lnTo>
                  <a:pt x="899" y="659"/>
                </a:lnTo>
                <a:lnTo>
                  <a:pt x="900" y="659"/>
                </a:lnTo>
                <a:lnTo>
                  <a:pt x="900" y="660"/>
                </a:lnTo>
                <a:lnTo>
                  <a:pt x="901" y="660"/>
                </a:lnTo>
                <a:lnTo>
                  <a:pt x="902" y="660"/>
                </a:lnTo>
                <a:lnTo>
                  <a:pt x="903" y="661"/>
                </a:lnTo>
                <a:lnTo>
                  <a:pt x="904" y="662"/>
                </a:lnTo>
                <a:lnTo>
                  <a:pt x="905" y="663"/>
                </a:lnTo>
                <a:lnTo>
                  <a:pt x="906" y="663"/>
                </a:lnTo>
                <a:lnTo>
                  <a:pt x="907" y="663"/>
                </a:lnTo>
                <a:lnTo>
                  <a:pt x="908" y="663"/>
                </a:lnTo>
                <a:lnTo>
                  <a:pt x="908" y="664"/>
                </a:lnTo>
                <a:lnTo>
                  <a:pt x="907" y="664"/>
                </a:lnTo>
                <a:lnTo>
                  <a:pt x="908" y="665"/>
                </a:lnTo>
                <a:lnTo>
                  <a:pt x="909" y="665"/>
                </a:lnTo>
                <a:lnTo>
                  <a:pt x="910" y="665"/>
                </a:lnTo>
                <a:lnTo>
                  <a:pt x="912" y="666"/>
                </a:lnTo>
                <a:lnTo>
                  <a:pt x="914" y="667"/>
                </a:lnTo>
                <a:lnTo>
                  <a:pt x="915" y="667"/>
                </a:lnTo>
                <a:lnTo>
                  <a:pt x="916" y="667"/>
                </a:lnTo>
                <a:lnTo>
                  <a:pt x="919" y="668"/>
                </a:lnTo>
                <a:lnTo>
                  <a:pt x="919" y="669"/>
                </a:lnTo>
                <a:lnTo>
                  <a:pt x="919" y="670"/>
                </a:lnTo>
                <a:lnTo>
                  <a:pt x="920" y="670"/>
                </a:lnTo>
                <a:lnTo>
                  <a:pt x="921" y="669"/>
                </a:lnTo>
                <a:lnTo>
                  <a:pt x="922" y="669"/>
                </a:lnTo>
                <a:lnTo>
                  <a:pt x="923" y="668"/>
                </a:lnTo>
                <a:lnTo>
                  <a:pt x="924" y="668"/>
                </a:lnTo>
                <a:lnTo>
                  <a:pt x="925" y="669"/>
                </a:lnTo>
                <a:lnTo>
                  <a:pt x="926" y="669"/>
                </a:lnTo>
                <a:lnTo>
                  <a:pt x="927" y="669"/>
                </a:lnTo>
                <a:lnTo>
                  <a:pt x="928" y="670"/>
                </a:lnTo>
                <a:lnTo>
                  <a:pt x="929" y="670"/>
                </a:lnTo>
                <a:lnTo>
                  <a:pt x="931" y="671"/>
                </a:lnTo>
                <a:lnTo>
                  <a:pt x="932" y="671"/>
                </a:lnTo>
                <a:lnTo>
                  <a:pt x="933" y="672"/>
                </a:lnTo>
                <a:lnTo>
                  <a:pt x="934" y="672"/>
                </a:lnTo>
                <a:lnTo>
                  <a:pt x="935" y="672"/>
                </a:lnTo>
                <a:lnTo>
                  <a:pt x="936" y="673"/>
                </a:lnTo>
                <a:lnTo>
                  <a:pt x="937" y="673"/>
                </a:lnTo>
                <a:lnTo>
                  <a:pt x="938" y="673"/>
                </a:lnTo>
                <a:lnTo>
                  <a:pt x="939" y="674"/>
                </a:lnTo>
                <a:lnTo>
                  <a:pt x="939" y="675"/>
                </a:lnTo>
                <a:lnTo>
                  <a:pt x="940" y="674"/>
                </a:lnTo>
                <a:lnTo>
                  <a:pt x="941" y="673"/>
                </a:lnTo>
                <a:lnTo>
                  <a:pt x="942" y="673"/>
                </a:lnTo>
                <a:lnTo>
                  <a:pt x="943" y="673"/>
                </a:lnTo>
                <a:lnTo>
                  <a:pt x="944" y="673"/>
                </a:lnTo>
                <a:lnTo>
                  <a:pt x="945" y="673"/>
                </a:lnTo>
                <a:lnTo>
                  <a:pt x="946" y="672"/>
                </a:lnTo>
                <a:lnTo>
                  <a:pt x="947" y="672"/>
                </a:lnTo>
                <a:lnTo>
                  <a:pt x="947" y="673"/>
                </a:lnTo>
                <a:lnTo>
                  <a:pt x="949" y="673"/>
                </a:lnTo>
                <a:lnTo>
                  <a:pt x="952" y="674"/>
                </a:lnTo>
                <a:lnTo>
                  <a:pt x="955" y="675"/>
                </a:lnTo>
                <a:lnTo>
                  <a:pt x="958" y="674"/>
                </a:lnTo>
                <a:lnTo>
                  <a:pt x="960" y="673"/>
                </a:lnTo>
                <a:lnTo>
                  <a:pt x="962" y="672"/>
                </a:lnTo>
                <a:lnTo>
                  <a:pt x="964" y="671"/>
                </a:lnTo>
                <a:lnTo>
                  <a:pt x="965" y="671"/>
                </a:lnTo>
                <a:lnTo>
                  <a:pt x="966" y="671"/>
                </a:lnTo>
                <a:lnTo>
                  <a:pt x="968" y="671"/>
                </a:lnTo>
                <a:lnTo>
                  <a:pt x="968" y="672"/>
                </a:lnTo>
                <a:lnTo>
                  <a:pt x="969" y="672"/>
                </a:lnTo>
                <a:lnTo>
                  <a:pt x="970" y="671"/>
                </a:lnTo>
                <a:lnTo>
                  <a:pt x="971" y="671"/>
                </a:lnTo>
                <a:lnTo>
                  <a:pt x="972" y="671"/>
                </a:lnTo>
                <a:lnTo>
                  <a:pt x="973" y="672"/>
                </a:lnTo>
                <a:lnTo>
                  <a:pt x="974" y="672"/>
                </a:lnTo>
                <a:lnTo>
                  <a:pt x="975" y="671"/>
                </a:lnTo>
                <a:lnTo>
                  <a:pt x="976" y="671"/>
                </a:lnTo>
                <a:lnTo>
                  <a:pt x="977" y="671"/>
                </a:lnTo>
                <a:lnTo>
                  <a:pt x="978" y="672"/>
                </a:lnTo>
                <a:lnTo>
                  <a:pt x="980" y="672"/>
                </a:lnTo>
                <a:lnTo>
                  <a:pt x="982" y="671"/>
                </a:lnTo>
                <a:lnTo>
                  <a:pt x="984" y="671"/>
                </a:lnTo>
                <a:lnTo>
                  <a:pt x="985" y="671"/>
                </a:lnTo>
                <a:lnTo>
                  <a:pt x="986" y="671"/>
                </a:lnTo>
                <a:lnTo>
                  <a:pt x="987" y="671"/>
                </a:lnTo>
                <a:lnTo>
                  <a:pt x="988" y="672"/>
                </a:lnTo>
                <a:lnTo>
                  <a:pt x="989" y="672"/>
                </a:lnTo>
                <a:lnTo>
                  <a:pt x="990" y="673"/>
                </a:lnTo>
                <a:lnTo>
                  <a:pt x="992" y="674"/>
                </a:lnTo>
                <a:lnTo>
                  <a:pt x="993" y="674"/>
                </a:lnTo>
                <a:lnTo>
                  <a:pt x="994" y="673"/>
                </a:lnTo>
                <a:lnTo>
                  <a:pt x="996" y="672"/>
                </a:lnTo>
                <a:lnTo>
                  <a:pt x="997" y="672"/>
                </a:lnTo>
                <a:lnTo>
                  <a:pt x="999" y="672"/>
                </a:lnTo>
                <a:lnTo>
                  <a:pt x="1001" y="672"/>
                </a:lnTo>
                <a:lnTo>
                  <a:pt x="1003" y="672"/>
                </a:lnTo>
                <a:lnTo>
                  <a:pt x="1004" y="672"/>
                </a:lnTo>
                <a:lnTo>
                  <a:pt x="1006" y="671"/>
                </a:lnTo>
                <a:lnTo>
                  <a:pt x="1006" y="672"/>
                </a:lnTo>
                <a:lnTo>
                  <a:pt x="1007" y="672"/>
                </a:lnTo>
                <a:lnTo>
                  <a:pt x="1007" y="671"/>
                </a:lnTo>
                <a:lnTo>
                  <a:pt x="1008" y="671"/>
                </a:lnTo>
                <a:lnTo>
                  <a:pt x="1011" y="670"/>
                </a:lnTo>
                <a:lnTo>
                  <a:pt x="1014" y="671"/>
                </a:lnTo>
                <a:lnTo>
                  <a:pt x="1015" y="672"/>
                </a:lnTo>
                <a:lnTo>
                  <a:pt x="1016" y="673"/>
                </a:lnTo>
                <a:lnTo>
                  <a:pt x="1018" y="674"/>
                </a:lnTo>
                <a:lnTo>
                  <a:pt x="1020" y="675"/>
                </a:lnTo>
                <a:lnTo>
                  <a:pt x="1022" y="675"/>
                </a:lnTo>
                <a:lnTo>
                  <a:pt x="1023" y="676"/>
                </a:lnTo>
                <a:lnTo>
                  <a:pt x="1023" y="677"/>
                </a:lnTo>
                <a:lnTo>
                  <a:pt x="1023" y="678"/>
                </a:lnTo>
                <a:lnTo>
                  <a:pt x="1024" y="679"/>
                </a:lnTo>
                <a:lnTo>
                  <a:pt x="1028" y="682"/>
                </a:lnTo>
                <a:lnTo>
                  <a:pt x="1029" y="683"/>
                </a:lnTo>
                <a:lnTo>
                  <a:pt x="1029" y="684"/>
                </a:lnTo>
                <a:lnTo>
                  <a:pt x="1030" y="685"/>
                </a:lnTo>
                <a:lnTo>
                  <a:pt x="1031" y="685"/>
                </a:lnTo>
                <a:lnTo>
                  <a:pt x="1032" y="685"/>
                </a:lnTo>
                <a:lnTo>
                  <a:pt x="1033" y="684"/>
                </a:lnTo>
                <a:lnTo>
                  <a:pt x="1034" y="684"/>
                </a:lnTo>
                <a:lnTo>
                  <a:pt x="1034" y="683"/>
                </a:lnTo>
                <a:lnTo>
                  <a:pt x="1034" y="682"/>
                </a:lnTo>
                <a:lnTo>
                  <a:pt x="1034" y="681"/>
                </a:lnTo>
                <a:lnTo>
                  <a:pt x="1035" y="680"/>
                </a:lnTo>
                <a:lnTo>
                  <a:pt x="1036" y="679"/>
                </a:lnTo>
                <a:lnTo>
                  <a:pt x="1037" y="679"/>
                </a:lnTo>
                <a:lnTo>
                  <a:pt x="1039" y="679"/>
                </a:lnTo>
                <a:lnTo>
                  <a:pt x="1041" y="679"/>
                </a:lnTo>
                <a:lnTo>
                  <a:pt x="1042" y="678"/>
                </a:lnTo>
                <a:lnTo>
                  <a:pt x="1043" y="678"/>
                </a:lnTo>
                <a:lnTo>
                  <a:pt x="1044" y="677"/>
                </a:lnTo>
                <a:lnTo>
                  <a:pt x="1045" y="675"/>
                </a:lnTo>
                <a:lnTo>
                  <a:pt x="1046" y="674"/>
                </a:lnTo>
                <a:lnTo>
                  <a:pt x="1048" y="673"/>
                </a:lnTo>
                <a:lnTo>
                  <a:pt x="1049" y="672"/>
                </a:lnTo>
                <a:lnTo>
                  <a:pt x="1050" y="672"/>
                </a:lnTo>
                <a:lnTo>
                  <a:pt x="1052" y="672"/>
                </a:lnTo>
                <a:lnTo>
                  <a:pt x="1053" y="671"/>
                </a:lnTo>
                <a:lnTo>
                  <a:pt x="1054" y="669"/>
                </a:lnTo>
                <a:lnTo>
                  <a:pt x="1055" y="667"/>
                </a:lnTo>
                <a:lnTo>
                  <a:pt x="1056" y="666"/>
                </a:lnTo>
                <a:lnTo>
                  <a:pt x="1058" y="666"/>
                </a:lnTo>
                <a:lnTo>
                  <a:pt x="1060" y="666"/>
                </a:lnTo>
                <a:lnTo>
                  <a:pt x="1061" y="665"/>
                </a:lnTo>
                <a:lnTo>
                  <a:pt x="1061" y="664"/>
                </a:lnTo>
                <a:lnTo>
                  <a:pt x="1062" y="664"/>
                </a:lnTo>
                <a:lnTo>
                  <a:pt x="1063" y="665"/>
                </a:lnTo>
                <a:lnTo>
                  <a:pt x="1065" y="666"/>
                </a:lnTo>
                <a:lnTo>
                  <a:pt x="1066" y="667"/>
                </a:lnTo>
                <a:lnTo>
                  <a:pt x="1067" y="666"/>
                </a:lnTo>
                <a:lnTo>
                  <a:pt x="1068" y="666"/>
                </a:lnTo>
                <a:lnTo>
                  <a:pt x="1069" y="666"/>
                </a:lnTo>
                <a:lnTo>
                  <a:pt x="1070" y="666"/>
                </a:lnTo>
                <a:lnTo>
                  <a:pt x="1071" y="666"/>
                </a:lnTo>
                <a:lnTo>
                  <a:pt x="1072" y="666"/>
                </a:lnTo>
                <a:lnTo>
                  <a:pt x="1073" y="666"/>
                </a:lnTo>
                <a:lnTo>
                  <a:pt x="1075" y="665"/>
                </a:lnTo>
                <a:lnTo>
                  <a:pt x="1076" y="665"/>
                </a:lnTo>
                <a:lnTo>
                  <a:pt x="1078" y="665"/>
                </a:lnTo>
                <a:lnTo>
                  <a:pt x="1080" y="665"/>
                </a:lnTo>
                <a:lnTo>
                  <a:pt x="1082" y="666"/>
                </a:lnTo>
                <a:lnTo>
                  <a:pt x="1085" y="666"/>
                </a:lnTo>
                <a:lnTo>
                  <a:pt x="1085" y="665"/>
                </a:lnTo>
                <a:lnTo>
                  <a:pt x="1085" y="662"/>
                </a:lnTo>
                <a:lnTo>
                  <a:pt x="1085" y="661"/>
                </a:lnTo>
                <a:lnTo>
                  <a:pt x="1086" y="660"/>
                </a:lnTo>
                <a:lnTo>
                  <a:pt x="1088" y="658"/>
                </a:lnTo>
                <a:lnTo>
                  <a:pt x="1088" y="657"/>
                </a:lnTo>
                <a:lnTo>
                  <a:pt x="1095" y="651"/>
                </a:lnTo>
                <a:lnTo>
                  <a:pt x="1096" y="649"/>
                </a:lnTo>
                <a:lnTo>
                  <a:pt x="1097" y="649"/>
                </a:lnTo>
                <a:lnTo>
                  <a:pt x="1098" y="648"/>
                </a:lnTo>
                <a:lnTo>
                  <a:pt x="1099" y="647"/>
                </a:lnTo>
                <a:lnTo>
                  <a:pt x="1099" y="646"/>
                </a:lnTo>
                <a:lnTo>
                  <a:pt x="1099" y="645"/>
                </a:lnTo>
                <a:lnTo>
                  <a:pt x="1099" y="644"/>
                </a:lnTo>
                <a:lnTo>
                  <a:pt x="1099" y="643"/>
                </a:lnTo>
                <a:lnTo>
                  <a:pt x="1099" y="642"/>
                </a:lnTo>
                <a:lnTo>
                  <a:pt x="1099" y="641"/>
                </a:lnTo>
                <a:lnTo>
                  <a:pt x="1098" y="640"/>
                </a:lnTo>
                <a:lnTo>
                  <a:pt x="1097" y="639"/>
                </a:lnTo>
                <a:lnTo>
                  <a:pt x="1097" y="638"/>
                </a:lnTo>
                <a:lnTo>
                  <a:pt x="1097" y="637"/>
                </a:lnTo>
                <a:lnTo>
                  <a:pt x="1098" y="637"/>
                </a:lnTo>
                <a:lnTo>
                  <a:pt x="1098" y="636"/>
                </a:lnTo>
                <a:lnTo>
                  <a:pt x="1098" y="635"/>
                </a:lnTo>
                <a:lnTo>
                  <a:pt x="1099" y="634"/>
                </a:lnTo>
                <a:lnTo>
                  <a:pt x="1099" y="633"/>
                </a:lnTo>
                <a:lnTo>
                  <a:pt x="1100" y="633"/>
                </a:lnTo>
                <a:lnTo>
                  <a:pt x="1100" y="632"/>
                </a:lnTo>
                <a:lnTo>
                  <a:pt x="1100" y="631"/>
                </a:lnTo>
                <a:lnTo>
                  <a:pt x="1099" y="631"/>
                </a:lnTo>
                <a:lnTo>
                  <a:pt x="1099" y="629"/>
                </a:lnTo>
                <a:lnTo>
                  <a:pt x="1099" y="628"/>
                </a:lnTo>
                <a:lnTo>
                  <a:pt x="1098" y="627"/>
                </a:lnTo>
                <a:lnTo>
                  <a:pt x="1098" y="626"/>
                </a:lnTo>
                <a:lnTo>
                  <a:pt x="1097" y="626"/>
                </a:lnTo>
                <a:lnTo>
                  <a:pt x="1097" y="625"/>
                </a:lnTo>
                <a:lnTo>
                  <a:pt x="1095" y="624"/>
                </a:lnTo>
                <a:lnTo>
                  <a:pt x="1094" y="623"/>
                </a:lnTo>
                <a:lnTo>
                  <a:pt x="1094" y="622"/>
                </a:lnTo>
                <a:lnTo>
                  <a:pt x="1094" y="621"/>
                </a:lnTo>
                <a:lnTo>
                  <a:pt x="1093" y="620"/>
                </a:lnTo>
                <a:lnTo>
                  <a:pt x="1092" y="620"/>
                </a:lnTo>
                <a:lnTo>
                  <a:pt x="1092" y="619"/>
                </a:lnTo>
                <a:lnTo>
                  <a:pt x="1092" y="618"/>
                </a:lnTo>
                <a:lnTo>
                  <a:pt x="1092" y="616"/>
                </a:lnTo>
                <a:lnTo>
                  <a:pt x="1092" y="613"/>
                </a:lnTo>
                <a:lnTo>
                  <a:pt x="1091" y="611"/>
                </a:lnTo>
                <a:lnTo>
                  <a:pt x="1091" y="609"/>
                </a:lnTo>
                <a:lnTo>
                  <a:pt x="1091" y="606"/>
                </a:lnTo>
                <a:lnTo>
                  <a:pt x="1088" y="586"/>
                </a:lnTo>
                <a:lnTo>
                  <a:pt x="1087" y="575"/>
                </a:lnTo>
                <a:lnTo>
                  <a:pt x="1087" y="574"/>
                </a:lnTo>
                <a:lnTo>
                  <a:pt x="1086" y="572"/>
                </a:lnTo>
                <a:lnTo>
                  <a:pt x="1086" y="571"/>
                </a:lnTo>
                <a:lnTo>
                  <a:pt x="1085" y="570"/>
                </a:lnTo>
                <a:lnTo>
                  <a:pt x="1085" y="569"/>
                </a:lnTo>
                <a:lnTo>
                  <a:pt x="1086" y="569"/>
                </a:lnTo>
                <a:lnTo>
                  <a:pt x="1086" y="568"/>
                </a:lnTo>
                <a:lnTo>
                  <a:pt x="1085" y="568"/>
                </a:lnTo>
                <a:lnTo>
                  <a:pt x="1085" y="567"/>
                </a:lnTo>
                <a:lnTo>
                  <a:pt x="1084" y="567"/>
                </a:lnTo>
                <a:lnTo>
                  <a:pt x="1084" y="566"/>
                </a:lnTo>
                <a:lnTo>
                  <a:pt x="1085" y="565"/>
                </a:lnTo>
                <a:lnTo>
                  <a:pt x="1085" y="564"/>
                </a:lnTo>
                <a:lnTo>
                  <a:pt x="1086" y="563"/>
                </a:lnTo>
                <a:lnTo>
                  <a:pt x="1085" y="562"/>
                </a:lnTo>
                <a:lnTo>
                  <a:pt x="1085" y="561"/>
                </a:lnTo>
                <a:lnTo>
                  <a:pt x="1086" y="561"/>
                </a:lnTo>
                <a:lnTo>
                  <a:pt x="1086" y="560"/>
                </a:lnTo>
                <a:lnTo>
                  <a:pt x="1086" y="559"/>
                </a:lnTo>
                <a:lnTo>
                  <a:pt x="1086" y="558"/>
                </a:lnTo>
                <a:lnTo>
                  <a:pt x="1087" y="558"/>
                </a:lnTo>
                <a:lnTo>
                  <a:pt x="1086" y="557"/>
                </a:lnTo>
                <a:lnTo>
                  <a:pt x="1087" y="556"/>
                </a:lnTo>
                <a:lnTo>
                  <a:pt x="1088" y="555"/>
                </a:lnTo>
                <a:lnTo>
                  <a:pt x="1087" y="555"/>
                </a:lnTo>
                <a:lnTo>
                  <a:pt x="1088" y="553"/>
                </a:lnTo>
                <a:lnTo>
                  <a:pt x="1088" y="552"/>
                </a:lnTo>
                <a:lnTo>
                  <a:pt x="1089" y="552"/>
                </a:lnTo>
                <a:lnTo>
                  <a:pt x="1089" y="551"/>
                </a:lnTo>
                <a:lnTo>
                  <a:pt x="1090" y="550"/>
                </a:lnTo>
                <a:lnTo>
                  <a:pt x="1090" y="549"/>
                </a:lnTo>
                <a:lnTo>
                  <a:pt x="1091" y="548"/>
                </a:lnTo>
                <a:lnTo>
                  <a:pt x="1092" y="548"/>
                </a:lnTo>
                <a:lnTo>
                  <a:pt x="1093" y="548"/>
                </a:lnTo>
                <a:lnTo>
                  <a:pt x="1093" y="547"/>
                </a:lnTo>
                <a:lnTo>
                  <a:pt x="1093" y="546"/>
                </a:lnTo>
                <a:lnTo>
                  <a:pt x="1094" y="546"/>
                </a:lnTo>
                <a:lnTo>
                  <a:pt x="1094" y="545"/>
                </a:lnTo>
                <a:lnTo>
                  <a:pt x="1095" y="545"/>
                </a:lnTo>
                <a:lnTo>
                  <a:pt x="1095" y="544"/>
                </a:lnTo>
                <a:lnTo>
                  <a:pt x="1096" y="544"/>
                </a:lnTo>
                <a:lnTo>
                  <a:pt x="1097" y="543"/>
                </a:lnTo>
                <a:lnTo>
                  <a:pt x="1097" y="542"/>
                </a:lnTo>
                <a:lnTo>
                  <a:pt x="1098" y="542"/>
                </a:lnTo>
                <a:lnTo>
                  <a:pt x="1098" y="541"/>
                </a:lnTo>
                <a:lnTo>
                  <a:pt x="1099" y="540"/>
                </a:lnTo>
                <a:lnTo>
                  <a:pt x="1098" y="540"/>
                </a:lnTo>
                <a:lnTo>
                  <a:pt x="1098" y="539"/>
                </a:lnTo>
                <a:lnTo>
                  <a:pt x="1099" y="539"/>
                </a:lnTo>
                <a:lnTo>
                  <a:pt x="1099" y="538"/>
                </a:lnTo>
                <a:lnTo>
                  <a:pt x="1099" y="537"/>
                </a:lnTo>
                <a:lnTo>
                  <a:pt x="1100" y="536"/>
                </a:lnTo>
                <a:lnTo>
                  <a:pt x="1099" y="536"/>
                </a:lnTo>
                <a:lnTo>
                  <a:pt x="1100" y="535"/>
                </a:lnTo>
                <a:lnTo>
                  <a:pt x="1100" y="534"/>
                </a:lnTo>
                <a:lnTo>
                  <a:pt x="1101" y="533"/>
                </a:lnTo>
                <a:lnTo>
                  <a:pt x="1101" y="532"/>
                </a:lnTo>
                <a:lnTo>
                  <a:pt x="1102" y="532"/>
                </a:lnTo>
                <a:lnTo>
                  <a:pt x="1103" y="531"/>
                </a:lnTo>
                <a:lnTo>
                  <a:pt x="1104" y="530"/>
                </a:lnTo>
                <a:lnTo>
                  <a:pt x="1104" y="529"/>
                </a:lnTo>
                <a:lnTo>
                  <a:pt x="1104" y="528"/>
                </a:lnTo>
                <a:lnTo>
                  <a:pt x="1105" y="528"/>
                </a:lnTo>
                <a:lnTo>
                  <a:pt x="1106" y="527"/>
                </a:lnTo>
                <a:lnTo>
                  <a:pt x="1107" y="527"/>
                </a:lnTo>
                <a:lnTo>
                  <a:pt x="1107" y="526"/>
                </a:lnTo>
                <a:lnTo>
                  <a:pt x="1108" y="526"/>
                </a:lnTo>
                <a:lnTo>
                  <a:pt x="1109" y="526"/>
                </a:lnTo>
                <a:lnTo>
                  <a:pt x="1110" y="526"/>
                </a:lnTo>
                <a:lnTo>
                  <a:pt x="1111" y="525"/>
                </a:lnTo>
                <a:lnTo>
                  <a:pt x="1112" y="525"/>
                </a:lnTo>
                <a:lnTo>
                  <a:pt x="1113" y="525"/>
                </a:lnTo>
                <a:lnTo>
                  <a:pt x="1114" y="525"/>
                </a:lnTo>
                <a:lnTo>
                  <a:pt x="1115" y="525"/>
                </a:lnTo>
                <a:lnTo>
                  <a:pt x="1117" y="525"/>
                </a:lnTo>
                <a:lnTo>
                  <a:pt x="1118" y="525"/>
                </a:lnTo>
                <a:lnTo>
                  <a:pt x="1119" y="525"/>
                </a:lnTo>
                <a:lnTo>
                  <a:pt x="1119" y="524"/>
                </a:lnTo>
                <a:lnTo>
                  <a:pt x="1132" y="524"/>
                </a:lnTo>
                <a:lnTo>
                  <a:pt x="1147" y="525"/>
                </a:lnTo>
                <a:lnTo>
                  <a:pt x="1148" y="524"/>
                </a:lnTo>
                <a:lnTo>
                  <a:pt x="1149" y="524"/>
                </a:lnTo>
                <a:lnTo>
                  <a:pt x="1149" y="523"/>
                </a:lnTo>
                <a:lnTo>
                  <a:pt x="1150" y="523"/>
                </a:lnTo>
                <a:lnTo>
                  <a:pt x="1151" y="522"/>
                </a:lnTo>
                <a:lnTo>
                  <a:pt x="1152" y="522"/>
                </a:lnTo>
                <a:lnTo>
                  <a:pt x="1152" y="521"/>
                </a:lnTo>
                <a:lnTo>
                  <a:pt x="1153" y="520"/>
                </a:lnTo>
                <a:lnTo>
                  <a:pt x="1154" y="519"/>
                </a:lnTo>
                <a:lnTo>
                  <a:pt x="1155" y="519"/>
                </a:lnTo>
                <a:lnTo>
                  <a:pt x="1156" y="519"/>
                </a:lnTo>
                <a:lnTo>
                  <a:pt x="1157" y="519"/>
                </a:lnTo>
                <a:lnTo>
                  <a:pt x="1159" y="519"/>
                </a:lnTo>
                <a:lnTo>
                  <a:pt x="1159" y="518"/>
                </a:lnTo>
                <a:lnTo>
                  <a:pt x="1160" y="518"/>
                </a:lnTo>
                <a:lnTo>
                  <a:pt x="1161" y="518"/>
                </a:lnTo>
                <a:lnTo>
                  <a:pt x="1162" y="519"/>
                </a:lnTo>
                <a:lnTo>
                  <a:pt x="1163" y="520"/>
                </a:lnTo>
                <a:lnTo>
                  <a:pt x="1179" y="514"/>
                </a:lnTo>
                <a:lnTo>
                  <a:pt x="1180" y="514"/>
                </a:lnTo>
                <a:lnTo>
                  <a:pt x="1180" y="513"/>
                </a:lnTo>
                <a:lnTo>
                  <a:pt x="1181" y="512"/>
                </a:lnTo>
                <a:lnTo>
                  <a:pt x="1181" y="511"/>
                </a:lnTo>
                <a:lnTo>
                  <a:pt x="1181" y="510"/>
                </a:lnTo>
                <a:lnTo>
                  <a:pt x="1181" y="509"/>
                </a:lnTo>
                <a:lnTo>
                  <a:pt x="1182" y="508"/>
                </a:lnTo>
                <a:lnTo>
                  <a:pt x="1183" y="508"/>
                </a:lnTo>
                <a:lnTo>
                  <a:pt x="1183" y="507"/>
                </a:lnTo>
                <a:lnTo>
                  <a:pt x="1184" y="507"/>
                </a:lnTo>
                <a:lnTo>
                  <a:pt x="1184" y="506"/>
                </a:lnTo>
                <a:lnTo>
                  <a:pt x="1185" y="505"/>
                </a:lnTo>
                <a:lnTo>
                  <a:pt x="1186" y="505"/>
                </a:lnTo>
                <a:lnTo>
                  <a:pt x="1187" y="504"/>
                </a:lnTo>
                <a:lnTo>
                  <a:pt x="1189" y="504"/>
                </a:lnTo>
                <a:lnTo>
                  <a:pt x="1189" y="503"/>
                </a:lnTo>
                <a:lnTo>
                  <a:pt x="1190" y="502"/>
                </a:lnTo>
                <a:lnTo>
                  <a:pt x="1190" y="501"/>
                </a:lnTo>
                <a:lnTo>
                  <a:pt x="1191" y="500"/>
                </a:lnTo>
                <a:lnTo>
                  <a:pt x="1193" y="499"/>
                </a:lnTo>
                <a:lnTo>
                  <a:pt x="1195" y="497"/>
                </a:lnTo>
                <a:lnTo>
                  <a:pt x="1196" y="496"/>
                </a:lnTo>
                <a:lnTo>
                  <a:pt x="1197" y="495"/>
                </a:lnTo>
                <a:lnTo>
                  <a:pt x="1197" y="494"/>
                </a:lnTo>
                <a:lnTo>
                  <a:pt x="1197" y="493"/>
                </a:lnTo>
                <a:lnTo>
                  <a:pt x="1197" y="492"/>
                </a:lnTo>
                <a:lnTo>
                  <a:pt x="1196" y="491"/>
                </a:lnTo>
                <a:lnTo>
                  <a:pt x="1195" y="490"/>
                </a:lnTo>
                <a:lnTo>
                  <a:pt x="1195" y="488"/>
                </a:lnTo>
                <a:lnTo>
                  <a:pt x="1195" y="487"/>
                </a:lnTo>
                <a:lnTo>
                  <a:pt x="1196" y="486"/>
                </a:lnTo>
                <a:lnTo>
                  <a:pt x="1197" y="486"/>
                </a:lnTo>
                <a:lnTo>
                  <a:pt x="1199" y="485"/>
                </a:lnTo>
                <a:lnTo>
                  <a:pt x="1200" y="484"/>
                </a:lnTo>
                <a:lnTo>
                  <a:pt x="1201" y="484"/>
                </a:lnTo>
                <a:lnTo>
                  <a:pt x="1200" y="484"/>
                </a:lnTo>
                <a:lnTo>
                  <a:pt x="1201" y="484"/>
                </a:lnTo>
                <a:lnTo>
                  <a:pt x="1201" y="483"/>
                </a:lnTo>
                <a:lnTo>
                  <a:pt x="1201" y="482"/>
                </a:lnTo>
                <a:lnTo>
                  <a:pt x="1200" y="481"/>
                </a:lnTo>
                <a:lnTo>
                  <a:pt x="1199" y="481"/>
                </a:lnTo>
                <a:lnTo>
                  <a:pt x="1199" y="480"/>
                </a:lnTo>
                <a:lnTo>
                  <a:pt x="1197" y="479"/>
                </a:lnTo>
                <a:lnTo>
                  <a:pt x="1197" y="478"/>
                </a:lnTo>
                <a:lnTo>
                  <a:pt x="1196" y="478"/>
                </a:lnTo>
                <a:lnTo>
                  <a:pt x="1195" y="477"/>
                </a:lnTo>
                <a:lnTo>
                  <a:pt x="1194" y="476"/>
                </a:lnTo>
                <a:lnTo>
                  <a:pt x="1193" y="476"/>
                </a:lnTo>
                <a:lnTo>
                  <a:pt x="1193" y="474"/>
                </a:lnTo>
                <a:lnTo>
                  <a:pt x="1193" y="473"/>
                </a:lnTo>
                <a:lnTo>
                  <a:pt x="1193" y="472"/>
                </a:lnTo>
                <a:lnTo>
                  <a:pt x="1193" y="471"/>
                </a:lnTo>
                <a:lnTo>
                  <a:pt x="1193" y="470"/>
                </a:lnTo>
                <a:lnTo>
                  <a:pt x="1193" y="469"/>
                </a:lnTo>
                <a:lnTo>
                  <a:pt x="1193" y="468"/>
                </a:lnTo>
                <a:lnTo>
                  <a:pt x="1193" y="467"/>
                </a:lnTo>
                <a:lnTo>
                  <a:pt x="1193" y="466"/>
                </a:lnTo>
                <a:lnTo>
                  <a:pt x="1194" y="466"/>
                </a:lnTo>
                <a:lnTo>
                  <a:pt x="1195" y="465"/>
                </a:lnTo>
                <a:lnTo>
                  <a:pt x="1196" y="464"/>
                </a:lnTo>
                <a:lnTo>
                  <a:pt x="1197" y="464"/>
                </a:lnTo>
                <a:lnTo>
                  <a:pt x="1198" y="463"/>
                </a:lnTo>
                <a:lnTo>
                  <a:pt x="1199" y="463"/>
                </a:lnTo>
                <a:lnTo>
                  <a:pt x="1199" y="462"/>
                </a:lnTo>
                <a:lnTo>
                  <a:pt x="1201" y="462"/>
                </a:lnTo>
                <a:lnTo>
                  <a:pt x="1202" y="462"/>
                </a:lnTo>
                <a:lnTo>
                  <a:pt x="1202" y="461"/>
                </a:lnTo>
                <a:lnTo>
                  <a:pt x="1203" y="461"/>
                </a:lnTo>
                <a:lnTo>
                  <a:pt x="1203" y="460"/>
                </a:lnTo>
                <a:lnTo>
                  <a:pt x="1203" y="459"/>
                </a:lnTo>
                <a:lnTo>
                  <a:pt x="1203" y="458"/>
                </a:lnTo>
                <a:lnTo>
                  <a:pt x="1203" y="457"/>
                </a:lnTo>
                <a:lnTo>
                  <a:pt x="1203" y="456"/>
                </a:lnTo>
                <a:lnTo>
                  <a:pt x="1204" y="455"/>
                </a:lnTo>
                <a:lnTo>
                  <a:pt x="1205" y="455"/>
                </a:lnTo>
                <a:lnTo>
                  <a:pt x="1206" y="454"/>
                </a:lnTo>
                <a:lnTo>
                  <a:pt x="1207" y="453"/>
                </a:lnTo>
                <a:lnTo>
                  <a:pt x="1209" y="453"/>
                </a:lnTo>
                <a:lnTo>
                  <a:pt x="1210" y="453"/>
                </a:lnTo>
                <a:lnTo>
                  <a:pt x="1211" y="453"/>
                </a:lnTo>
                <a:lnTo>
                  <a:pt x="1213" y="453"/>
                </a:lnTo>
                <a:lnTo>
                  <a:pt x="1214" y="453"/>
                </a:lnTo>
                <a:lnTo>
                  <a:pt x="1215" y="453"/>
                </a:lnTo>
                <a:lnTo>
                  <a:pt x="1216" y="452"/>
                </a:lnTo>
                <a:lnTo>
                  <a:pt x="1217" y="452"/>
                </a:lnTo>
                <a:lnTo>
                  <a:pt x="1218" y="452"/>
                </a:lnTo>
                <a:lnTo>
                  <a:pt x="1220" y="453"/>
                </a:lnTo>
                <a:lnTo>
                  <a:pt x="1221" y="453"/>
                </a:lnTo>
                <a:lnTo>
                  <a:pt x="1222" y="453"/>
                </a:lnTo>
                <a:lnTo>
                  <a:pt x="1224" y="453"/>
                </a:lnTo>
                <a:lnTo>
                  <a:pt x="1226" y="452"/>
                </a:lnTo>
                <a:lnTo>
                  <a:pt x="1226" y="451"/>
                </a:lnTo>
                <a:lnTo>
                  <a:pt x="1227" y="451"/>
                </a:lnTo>
                <a:lnTo>
                  <a:pt x="1229" y="451"/>
                </a:lnTo>
                <a:lnTo>
                  <a:pt x="1231" y="452"/>
                </a:lnTo>
                <a:lnTo>
                  <a:pt x="1235" y="452"/>
                </a:lnTo>
                <a:lnTo>
                  <a:pt x="1235" y="453"/>
                </a:lnTo>
                <a:lnTo>
                  <a:pt x="1238" y="455"/>
                </a:lnTo>
                <a:lnTo>
                  <a:pt x="1242" y="455"/>
                </a:lnTo>
                <a:lnTo>
                  <a:pt x="1243" y="454"/>
                </a:lnTo>
                <a:lnTo>
                  <a:pt x="1245" y="456"/>
                </a:lnTo>
                <a:lnTo>
                  <a:pt x="1247" y="456"/>
                </a:lnTo>
                <a:lnTo>
                  <a:pt x="1250" y="456"/>
                </a:lnTo>
                <a:lnTo>
                  <a:pt x="1251" y="457"/>
                </a:lnTo>
                <a:lnTo>
                  <a:pt x="1252" y="457"/>
                </a:lnTo>
                <a:lnTo>
                  <a:pt x="1253" y="458"/>
                </a:lnTo>
                <a:lnTo>
                  <a:pt x="1254" y="459"/>
                </a:lnTo>
                <a:lnTo>
                  <a:pt x="1256" y="459"/>
                </a:lnTo>
                <a:lnTo>
                  <a:pt x="1257" y="459"/>
                </a:lnTo>
                <a:lnTo>
                  <a:pt x="1259" y="458"/>
                </a:lnTo>
                <a:lnTo>
                  <a:pt x="1260" y="458"/>
                </a:lnTo>
                <a:lnTo>
                  <a:pt x="1262" y="457"/>
                </a:lnTo>
                <a:lnTo>
                  <a:pt x="1263" y="456"/>
                </a:lnTo>
                <a:lnTo>
                  <a:pt x="1262" y="455"/>
                </a:lnTo>
                <a:lnTo>
                  <a:pt x="1261" y="453"/>
                </a:lnTo>
                <a:lnTo>
                  <a:pt x="1262" y="452"/>
                </a:lnTo>
                <a:lnTo>
                  <a:pt x="1265" y="452"/>
                </a:lnTo>
                <a:lnTo>
                  <a:pt x="1267" y="452"/>
                </a:lnTo>
                <a:lnTo>
                  <a:pt x="1268" y="452"/>
                </a:lnTo>
                <a:lnTo>
                  <a:pt x="1270" y="451"/>
                </a:lnTo>
                <a:lnTo>
                  <a:pt x="1271" y="451"/>
                </a:lnTo>
                <a:lnTo>
                  <a:pt x="1272" y="451"/>
                </a:lnTo>
                <a:lnTo>
                  <a:pt x="1273" y="451"/>
                </a:lnTo>
                <a:lnTo>
                  <a:pt x="1274" y="451"/>
                </a:lnTo>
                <a:lnTo>
                  <a:pt x="1275" y="451"/>
                </a:lnTo>
                <a:lnTo>
                  <a:pt x="1277" y="451"/>
                </a:lnTo>
                <a:lnTo>
                  <a:pt x="1278" y="451"/>
                </a:lnTo>
                <a:lnTo>
                  <a:pt x="1278" y="450"/>
                </a:lnTo>
                <a:lnTo>
                  <a:pt x="1279" y="449"/>
                </a:lnTo>
                <a:lnTo>
                  <a:pt x="1280" y="449"/>
                </a:lnTo>
                <a:lnTo>
                  <a:pt x="1281" y="448"/>
                </a:lnTo>
                <a:lnTo>
                  <a:pt x="1283" y="448"/>
                </a:lnTo>
                <a:lnTo>
                  <a:pt x="1285" y="449"/>
                </a:lnTo>
                <a:lnTo>
                  <a:pt x="1286" y="449"/>
                </a:lnTo>
                <a:lnTo>
                  <a:pt x="1287" y="449"/>
                </a:lnTo>
                <a:lnTo>
                  <a:pt x="1287" y="448"/>
                </a:lnTo>
                <a:lnTo>
                  <a:pt x="1288" y="448"/>
                </a:lnTo>
                <a:lnTo>
                  <a:pt x="1289" y="448"/>
                </a:lnTo>
                <a:lnTo>
                  <a:pt x="1291" y="449"/>
                </a:lnTo>
                <a:lnTo>
                  <a:pt x="1290" y="451"/>
                </a:lnTo>
                <a:lnTo>
                  <a:pt x="1291" y="451"/>
                </a:lnTo>
                <a:lnTo>
                  <a:pt x="1291" y="452"/>
                </a:lnTo>
                <a:lnTo>
                  <a:pt x="1292" y="452"/>
                </a:lnTo>
                <a:lnTo>
                  <a:pt x="1293" y="452"/>
                </a:lnTo>
                <a:lnTo>
                  <a:pt x="1294" y="453"/>
                </a:lnTo>
                <a:lnTo>
                  <a:pt x="1294" y="454"/>
                </a:lnTo>
                <a:lnTo>
                  <a:pt x="1295" y="455"/>
                </a:lnTo>
                <a:lnTo>
                  <a:pt x="1295" y="456"/>
                </a:lnTo>
                <a:lnTo>
                  <a:pt x="1294" y="456"/>
                </a:lnTo>
                <a:lnTo>
                  <a:pt x="1293" y="457"/>
                </a:lnTo>
                <a:lnTo>
                  <a:pt x="1293" y="458"/>
                </a:lnTo>
                <a:lnTo>
                  <a:pt x="1294" y="459"/>
                </a:lnTo>
                <a:lnTo>
                  <a:pt x="1293" y="460"/>
                </a:lnTo>
                <a:lnTo>
                  <a:pt x="1292" y="461"/>
                </a:lnTo>
                <a:lnTo>
                  <a:pt x="1292" y="462"/>
                </a:lnTo>
                <a:lnTo>
                  <a:pt x="1292" y="463"/>
                </a:lnTo>
                <a:lnTo>
                  <a:pt x="1293" y="463"/>
                </a:lnTo>
                <a:lnTo>
                  <a:pt x="1294" y="463"/>
                </a:lnTo>
                <a:lnTo>
                  <a:pt x="1295" y="463"/>
                </a:lnTo>
                <a:lnTo>
                  <a:pt x="1296" y="464"/>
                </a:lnTo>
                <a:lnTo>
                  <a:pt x="1296" y="465"/>
                </a:lnTo>
                <a:lnTo>
                  <a:pt x="1296" y="466"/>
                </a:lnTo>
                <a:lnTo>
                  <a:pt x="1296" y="467"/>
                </a:lnTo>
                <a:lnTo>
                  <a:pt x="1297" y="467"/>
                </a:lnTo>
                <a:lnTo>
                  <a:pt x="1297" y="468"/>
                </a:lnTo>
                <a:lnTo>
                  <a:pt x="1298" y="468"/>
                </a:lnTo>
                <a:lnTo>
                  <a:pt x="1299" y="469"/>
                </a:lnTo>
                <a:lnTo>
                  <a:pt x="1298" y="469"/>
                </a:lnTo>
                <a:lnTo>
                  <a:pt x="1297" y="469"/>
                </a:lnTo>
                <a:lnTo>
                  <a:pt x="1297" y="470"/>
                </a:lnTo>
                <a:lnTo>
                  <a:pt x="1296" y="470"/>
                </a:lnTo>
                <a:lnTo>
                  <a:pt x="1295" y="470"/>
                </a:lnTo>
                <a:lnTo>
                  <a:pt x="1295" y="471"/>
                </a:lnTo>
                <a:lnTo>
                  <a:pt x="1295" y="472"/>
                </a:lnTo>
                <a:lnTo>
                  <a:pt x="1294" y="473"/>
                </a:lnTo>
                <a:lnTo>
                  <a:pt x="1293" y="472"/>
                </a:lnTo>
                <a:lnTo>
                  <a:pt x="1291" y="472"/>
                </a:lnTo>
                <a:lnTo>
                  <a:pt x="1290" y="472"/>
                </a:lnTo>
                <a:lnTo>
                  <a:pt x="1290" y="473"/>
                </a:lnTo>
                <a:lnTo>
                  <a:pt x="1289" y="474"/>
                </a:lnTo>
                <a:lnTo>
                  <a:pt x="1288" y="474"/>
                </a:lnTo>
                <a:lnTo>
                  <a:pt x="1287" y="474"/>
                </a:lnTo>
                <a:lnTo>
                  <a:pt x="1286" y="474"/>
                </a:lnTo>
                <a:lnTo>
                  <a:pt x="1285" y="474"/>
                </a:lnTo>
                <a:lnTo>
                  <a:pt x="1285" y="475"/>
                </a:lnTo>
                <a:lnTo>
                  <a:pt x="1285" y="476"/>
                </a:lnTo>
                <a:lnTo>
                  <a:pt x="1283" y="479"/>
                </a:lnTo>
                <a:lnTo>
                  <a:pt x="1283" y="480"/>
                </a:lnTo>
                <a:lnTo>
                  <a:pt x="1284" y="480"/>
                </a:lnTo>
                <a:lnTo>
                  <a:pt x="1285" y="480"/>
                </a:lnTo>
                <a:lnTo>
                  <a:pt x="1286" y="480"/>
                </a:lnTo>
                <a:lnTo>
                  <a:pt x="1287" y="480"/>
                </a:lnTo>
                <a:lnTo>
                  <a:pt x="1288" y="480"/>
                </a:lnTo>
                <a:lnTo>
                  <a:pt x="1288" y="481"/>
                </a:lnTo>
                <a:lnTo>
                  <a:pt x="1288" y="482"/>
                </a:lnTo>
                <a:lnTo>
                  <a:pt x="1288" y="483"/>
                </a:lnTo>
                <a:lnTo>
                  <a:pt x="1290" y="483"/>
                </a:lnTo>
                <a:lnTo>
                  <a:pt x="1291" y="484"/>
                </a:lnTo>
                <a:lnTo>
                  <a:pt x="1291" y="485"/>
                </a:lnTo>
                <a:lnTo>
                  <a:pt x="1290" y="485"/>
                </a:lnTo>
                <a:lnTo>
                  <a:pt x="1289" y="485"/>
                </a:lnTo>
                <a:lnTo>
                  <a:pt x="1290" y="486"/>
                </a:lnTo>
                <a:lnTo>
                  <a:pt x="1291" y="487"/>
                </a:lnTo>
                <a:lnTo>
                  <a:pt x="1292" y="487"/>
                </a:lnTo>
                <a:lnTo>
                  <a:pt x="1294" y="487"/>
                </a:lnTo>
                <a:lnTo>
                  <a:pt x="1295" y="487"/>
                </a:lnTo>
                <a:lnTo>
                  <a:pt x="1297" y="489"/>
                </a:lnTo>
                <a:lnTo>
                  <a:pt x="1299" y="490"/>
                </a:lnTo>
                <a:lnTo>
                  <a:pt x="1300" y="491"/>
                </a:lnTo>
                <a:lnTo>
                  <a:pt x="1301" y="492"/>
                </a:lnTo>
                <a:lnTo>
                  <a:pt x="1302" y="492"/>
                </a:lnTo>
                <a:lnTo>
                  <a:pt x="1302" y="491"/>
                </a:lnTo>
                <a:lnTo>
                  <a:pt x="1303" y="490"/>
                </a:lnTo>
                <a:lnTo>
                  <a:pt x="1304" y="490"/>
                </a:lnTo>
                <a:lnTo>
                  <a:pt x="1305" y="490"/>
                </a:lnTo>
                <a:lnTo>
                  <a:pt x="1307" y="491"/>
                </a:lnTo>
                <a:lnTo>
                  <a:pt x="1309" y="492"/>
                </a:lnTo>
                <a:lnTo>
                  <a:pt x="1310" y="493"/>
                </a:lnTo>
                <a:lnTo>
                  <a:pt x="1311" y="494"/>
                </a:lnTo>
                <a:lnTo>
                  <a:pt x="1312" y="494"/>
                </a:lnTo>
                <a:lnTo>
                  <a:pt x="1312" y="496"/>
                </a:lnTo>
                <a:lnTo>
                  <a:pt x="1313" y="496"/>
                </a:lnTo>
                <a:lnTo>
                  <a:pt x="1314" y="496"/>
                </a:lnTo>
                <a:lnTo>
                  <a:pt x="1315" y="496"/>
                </a:lnTo>
                <a:lnTo>
                  <a:pt x="1316" y="496"/>
                </a:lnTo>
                <a:lnTo>
                  <a:pt x="1315" y="497"/>
                </a:lnTo>
                <a:lnTo>
                  <a:pt x="1314" y="499"/>
                </a:lnTo>
                <a:lnTo>
                  <a:pt x="1313" y="500"/>
                </a:lnTo>
                <a:lnTo>
                  <a:pt x="1312" y="500"/>
                </a:lnTo>
                <a:lnTo>
                  <a:pt x="1312" y="501"/>
                </a:lnTo>
                <a:lnTo>
                  <a:pt x="1310" y="502"/>
                </a:lnTo>
                <a:lnTo>
                  <a:pt x="1309" y="502"/>
                </a:lnTo>
                <a:lnTo>
                  <a:pt x="1309" y="503"/>
                </a:lnTo>
                <a:lnTo>
                  <a:pt x="1309" y="504"/>
                </a:lnTo>
                <a:lnTo>
                  <a:pt x="1310" y="504"/>
                </a:lnTo>
                <a:lnTo>
                  <a:pt x="1309" y="505"/>
                </a:lnTo>
                <a:lnTo>
                  <a:pt x="1308" y="505"/>
                </a:lnTo>
                <a:lnTo>
                  <a:pt x="1307" y="506"/>
                </a:lnTo>
                <a:lnTo>
                  <a:pt x="1305" y="507"/>
                </a:lnTo>
                <a:lnTo>
                  <a:pt x="1304" y="507"/>
                </a:lnTo>
                <a:lnTo>
                  <a:pt x="1303" y="508"/>
                </a:lnTo>
                <a:lnTo>
                  <a:pt x="1304" y="509"/>
                </a:lnTo>
                <a:lnTo>
                  <a:pt x="1304" y="510"/>
                </a:lnTo>
                <a:lnTo>
                  <a:pt x="1305" y="510"/>
                </a:lnTo>
                <a:lnTo>
                  <a:pt x="1305" y="511"/>
                </a:lnTo>
                <a:lnTo>
                  <a:pt x="1306" y="511"/>
                </a:lnTo>
                <a:lnTo>
                  <a:pt x="1307" y="511"/>
                </a:lnTo>
                <a:lnTo>
                  <a:pt x="1309" y="512"/>
                </a:lnTo>
                <a:lnTo>
                  <a:pt x="1310" y="513"/>
                </a:lnTo>
                <a:lnTo>
                  <a:pt x="1311" y="513"/>
                </a:lnTo>
                <a:lnTo>
                  <a:pt x="1312" y="513"/>
                </a:lnTo>
                <a:lnTo>
                  <a:pt x="1313" y="513"/>
                </a:lnTo>
                <a:lnTo>
                  <a:pt x="1314" y="513"/>
                </a:lnTo>
                <a:lnTo>
                  <a:pt x="1316" y="513"/>
                </a:lnTo>
                <a:lnTo>
                  <a:pt x="1317" y="513"/>
                </a:lnTo>
                <a:lnTo>
                  <a:pt x="1317" y="514"/>
                </a:lnTo>
                <a:lnTo>
                  <a:pt x="1317" y="515"/>
                </a:lnTo>
                <a:lnTo>
                  <a:pt x="1318" y="515"/>
                </a:lnTo>
                <a:lnTo>
                  <a:pt x="1318" y="516"/>
                </a:lnTo>
                <a:lnTo>
                  <a:pt x="1319" y="515"/>
                </a:lnTo>
                <a:lnTo>
                  <a:pt x="1320" y="515"/>
                </a:lnTo>
                <a:lnTo>
                  <a:pt x="1323" y="517"/>
                </a:lnTo>
                <a:lnTo>
                  <a:pt x="1324" y="518"/>
                </a:lnTo>
                <a:lnTo>
                  <a:pt x="1325" y="519"/>
                </a:lnTo>
                <a:lnTo>
                  <a:pt x="1326" y="518"/>
                </a:lnTo>
                <a:lnTo>
                  <a:pt x="1327" y="518"/>
                </a:lnTo>
                <a:lnTo>
                  <a:pt x="1328" y="518"/>
                </a:lnTo>
                <a:lnTo>
                  <a:pt x="1329" y="518"/>
                </a:lnTo>
                <a:lnTo>
                  <a:pt x="1331" y="519"/>
                </a:lnTo>
                <a:lnTo>
                  <a:pt x="1334" y="520"/>
                </a:lnTo>
                <a:lnTo>
                  <a:pt x="1335" y="520"/>
                </a:lnTo>
                <a:lnTo>
                  <a:pt x="1337" y="521"/>
                </a:lnTo>
                <a:lnTo>
                  <a:pt x="1339" y="522"/>
                </a:lnTo>
                <a:lnTo>
                  <a:pt x="1339" y="523"/>
                </a:lnTo>
                <a:lnTo>
                  <a:pt x="1339" y="524"/>
                </a:lnTo>
                <a:lnTo>
                  <a:pt x="1339" y="525"/>
                </a:lnTo>
                <a:lnTo>
                  <a:pt x="1340" y="525"/>
                </a:lnTo>
                <a:lnTo>
                  <a:pt x="1341" y="526"/>
                </a:lnTo>
                <a:lnTo>
                  <a:pt x="1343" y="527"/>
                </a:lnTo>
                <a:lnTo>
                  <a:pt x="1345" y="527"/>
                </a:lnTo>
                <a:lnTo>
                  <a:pt x="1346" y="528"/>
                </a:lnTo>
                <a:lnTo>
                  <a:pt x="1346" y="529"/>
                </a:lnTo>
                <a:lnTo>
                  <a:pt x="1347" y="529"/>
                </a:lnTo>
                <a:lnTo>
                  <a:pt x="1348" y="529"/>
                </a:lnTo>
                <a:lnTo>
                  <a:pt x="1350" y="528"/>
                </a:lnTo>
                <a:lnTo>
                  <a:pt x="1351" y="527"/>
                </a:lnTo>
                <a:lnTo>
                  <a:pt x="1352" y="527"/>
                </a:lnTo>
                <a:lnTo>
                  <a:pt x="1353" y="527"/>
                </a:lnTo>
                <a:lnTo>
                  <a:pt x="1354" y="528"/>
                </a:lnTo>
                <a:lnTo>
                  <a:pt x="1354" y="529"/>
                </a:lnTo>
                <a:lnTo>
                  <a:pt x="1354" y="530"/>
                </a:lnTo>
                <a:lnTo>
                  <a:pt x="1354" y="531"/>
                </a:lnTo>
                <a:lnTo>
                  <a:pt x="1355" y="531"/>
                </a:lnTo>
                <a:lnTo>
                  <a:pt x="1355" y="532"/>
                </a:lnTo>
                <a:lnTo>
                  <a:pt x="1357" y="532"/>
                </a:lnTo>
                <a:lnTo>
                  <a:pt x="1358" y="531"/>
                </a:lnTo>
                <a:lnTo>
                  <a:pt x="1358" y="532"/>
                </a:lnTo>
                <a:lnTo>
                  <a:pt x="1358" y="533"/>
                </a:lnTo>
                <a:lnTo>
                  <a:pt x="1359" y="533"/>
                </a:lnTo>
                <a:lnTo>
                  <a:pt x="1359" y="534"/>
                </a:lnTo>
                <a:lnTo>
                  <a:pt x="1361" y="534"/>
                </a:lnTo>
                <a:lnTo>
                  <a:pt x="1361" y="535"/>
                </a:lnTo>
                <a:lnTo>
                  <a:pt x="1362" y="535"/>
                </a:lnTo>
                <a:lnTo>
                  <a:pt x="1361" y="536"/>
                </a:lnTo>
                <a:lnTo>
                  <a:pt x="1359" y="538"/>
                </a:lnTo>
                <a:lnTo>
                  <a:pt x="1359" y="539"/>
                </a:lnTo>
                <a:lnTo>
                  <a:pt x="1359" y="540"/>
                </a:lnTo>
                <a:lnTo>
                  <a:pt x="1358" y="540"/>
                </a:lnTo>
                <a:lnTo>
                  <a:pt x="1359" y="541"/>
                </a:lnTo>
                <a:lnTo>
                  <a:pt x="1360" y="542"/>
                </a:lnTo>
                <a:lnTo>
                  <a:pt x="1360" y="543"/>
                </a:lnTo>
                <a:lnTo>
                  <a:pt x="1361" y="544"/>
                </a:lnTo>
                <a:lnTo>
                  <a:pt x="1361" y="546"/>
                </a:lnTo>
                <a:lnTo>
                  <a:pt x="1361" y="547"/>
                </a:lnTo>
                <a:lnTo>
                  <a:pt x="1362" y="547"/>
                </a:lnTo>
                <a:lnTo>
                  <a:pt x="1363" y="548"/>
                </a:lnTo>
                <a:lnTo>
                  <a:pt x="1364" y="548"/>
                </a:lnTo>
                <a:lnTo>
                  <a:pt x="1364" y="549"/>
                </a:lnTo>
                <a:lnTo>
                  <a:pt x="1364" y="550"/>
                </a:lnTo>
                <a:lnTo>
                  <a:pt x="1365" y="551"/>
                </a:lnTo>
                <a:lnTo>
                  <a:pt x="1366" y="551"/>
                </a:lnTo>
                <a:lnTo>
                  <a:pt x="1368" y="551"/>
                </a:lnTo>
                <a:lnTo>
                  <a:pt x="1369" y="551"/>
                </a:lnTo>
                <a:lnTo>
                  <a:pt x="1370" y="551"/>
                </a:lnTo>
                <a:lnTo>
                  <a:pt x="1371" y="551"/>
                </a:lnTo>
                <a:lnTo>
                  <a:pt x="1372" y="552"/>
                </a:lnTo>
                <a:lnTo>
                  <a:pt x="1372" y="553"/>
                </a:lnTo>
                <a:lnTo>
                  <a:pt x="1374" y="553"/>
                </a:lnTo>
                <a:lnTo>
                  <a:pt x="1375" y="554"/>
                </a:lnTo>
                <a:lnTo>
                  <a:pt x="1376" y="554"/>
                </a:lnTo>
                <a:lnTo>
                  <a:pt x="1376" y="555"/>
                </a:lnTo>
                <a:lnTo>
                  <a:pt x="1377" y="555"/>
                </a:lnTo>
                <a:lnTo>
                  <a:pt x="1378" y="555"/>
                </a:lnTo>
                <a:lnTo>
                  <a:pt x="1379" y="556"/>
                </a:lnTo>
                <a:lnTo>
                  <a:pt x="1380" y="556"/>
                </a:lnTo>
                <a:lnTo>
                  <a:pt x="1380" y="558"/>
                </a:lnTo>
                <a:lnTo>
                  <a:pt x="1381" y="558"/>
                </a:lnTo>
                <a:lnTo>
                  <a:pt x="1382" y="558"/>
                </a:lnTo>
                <a:lnTo>
                  <a:pt x="1383" y="558"/>
                </a:lnTo>
                <a:lnTo>
                  <a:pt x="1386" y="558"/>
                </a:lnTo>
                <a:lnTo>
                  <a:pt x="1388" y="558"/>
                </a:lnTo>
                <a:lnTo>
                  <a:pt x="1389" y="558"/>
                </a:lnTo>
                <a:lnTo>
                  <a:pt x="1391" y="558"/>
                </a:lnTo>
                <a:lnTo>
                  <a:pt x="1392" y="559"/>
                </a:lnTo>
                <a:lnTo>
                  <a:pt x="1392" y="560"/>
                </a:lnTo>
                <a:lnTo>
                  <a:pt x="1393" y="560"/>
                </a:lnTo>
                <a:lnTo>
                  <a:pt x="1396" y="562"/>
                </a:lnTo>
                <a:lnTo>
                  <a:pt x="1398" y="563"/>
                </a:lnTo>
                <a:lnTo>
                  <a:pt x="1400" y="565"/>
                </a:lnTo>
                <a:lnTo>
                  <a:pt x="1400" y="566"/>
                </a:lnTo>
                <a:lnTo>
                  <a:pt x="1400" y="567"/>
                </a:lnTo>
                <a:lnTo>
                  <a:pt x="1401" y="568"/>
                </a:lnTo>
                <a:lnTo>
                  <a:pt x="1402" y="568"/>
                </a:lnTo>
                <a:lnTo>
                  <a:pt x="1402" y="569"/>
                </a:lnTo>
                <a:lnTo>
                  <a:pt x="1402" y="570"/>
                </a:lnTo>
                <a:lnTo>
                  <a:pt x="1403" y="570"/>
                </a:lnTo>
                <a:lnTo>
                  <a:pt x="1404" y="570"/>
                </a:lnTo>
                <a:lnTo>
                  <a:pt x="1406" y="571"/>
                </a:lnTo>
                <a:lnTo>
                  <a:pt x="1408" y="570"/>
                </a:lnTo>
                <a:lnTo>
                  <a:pt x="1410" y="570"/>
                </a:lnTo>
                <a:lnTo>
                  <a:pt x="1411" y="570"/>
                </a:lnTo>
                <a:lnTo>
                  <a:pt x="1412" y="570"/>
                </a:lnTo>
                <a:lnTo>
                  <a:pt x="1413" y="570"/>
                </a:lnTo>
                <a:lnTo>
                  <a:pt x="1415" y="571"/>
                </a:lnTo>
                <a:lnTo>
                  <a:pt x="1416" y="571"/>
                </a:lnTo>
                <a:lnTo>
                  <a:pt x="1417" y="571"/>
                </a:lnTo>
                <a:lnTo>
                  <a:pt x="1419" y="571"/>
                </a:lnTo>
                <a:lnTo>
                  <a:pt x="1419" y="570"/>
                </a:lnTo>
                <a:lnTo>
                  <a:pt x="1420" y="570"/>
                </a:lnTo>
                <a:lnTo>
                  <a:pt x="1421" y="570"/>
                </a:lnTo>
                <a:lnTo>
                  <a:pt x="1422" y="570"/>
                </a:lnTo>
                <a:lnTo>
                  <a:pt x="1423" y="569"/>
                </a:lnTo>
                <a:lnTo>
                  <a:pt x="1423" y="567"/>
                </a:lnTo>
                <a:lnTo>
                  <a:pt x="1424" y="567"/>
                </a:lnTo>
                <a:lnTo>
                  <a:pt x="1427" y="566"/>
                </a:lnTo>
                <a:lnTo>
                  <a:pt x="1428" y="566"/>
                </a:lnTo>
                <a:lnTo>
                  <a:pt x="1430" y="566"/>
                </a:lnTo>
                <a:lnTo>
                  <a:pt x="1431" y="564"/>
                </a:lnTo>
                <a:lnTo>
                  <a:pt x="1432" y="565"/>
                </a:lnTo>
                <a:lnTo>
                  <a:pt x="1433" y="565"/>
                </a:lnTo>
                <a:lnTo>
                  <a:pt x="1437" y="566"/>
                </a:lnTo>
                <a:lnTo>
                  <a:pt x="1439" y="566"/>
                </a:lnTo>
                <a:lnTo>
                  <a:pt x="1440" y="566"/>
                </a:lnTo>
                <a:lnTo>
                  <a:pt x="1441" y="566"/>
                </a:lnTo>
                <a:lnTo>
                  <a:pt x="1444" y="565"/>
                </a:lnTo>
                <a:lnTo>
                  <a:pt x="1446" y="565"/>
                </a:lnTo>
                <a:lnTo>
                  <a:pt x="1448" y="565"/>
                </a:lnTo>
                <a:lnTo>
                  <a:pt x="1449" y="566"/>
                </a:lnTo>
                <a:lnTo>
                  <a:pt x="1450" y="567"/>
                </a:lnTo>
                <a:lnTo>
                  <a:pt x="1451" y="568"/>
                </a:lnTo>
                <a:lnTo>
                  <a:pt x="1450" y="569"/>
                </a:lnTo>
                <a:lnTo>
                  <a:pt x="1450" y="570"/>
                </a:lnTo>
                <a:lnTo>
                  <a:pt x="1450" y="571"/>
                </a:lnTo>
                <a:lnTo>
                  <a:pt x="1450" y="572"/>
                </a:lnTo>
                <a:lnTo>
                  <a:pt x="1451" y="573"/>
                </a:lnTo>
                <a:lnTo>
                  <a:pt x="1452" y="574"/>
                </a:lnTo>
                <a:lnTo>
                  <a:pt x="1454" y="574"/>
                </a:lnTo>
                <a:lnTo>
                  <a:pt x="1455" y="575"/>
                </a:lnTo>
                <a:lnTo>
                  <a:pt x="1455" y="577"/>
                </a:lnTo>
                <a:lnTo>
                  <a:pt x="1455" y="578"/>
                </a:lnTo>
                <a:lnTo>
                  <a:pt x="1456" y="578"/>
                </a:lnTo>
                <a:lnTo>
                  <a:pt x="1458" y="579"/>
                </a:lnTo>
                <a:lnTo>
                  <a:pt x="1459" y="579"/>
                </a:lnTo>
                <a:lnTo>
                  <a:pt x="1461" y="579"/>
                </a:lnTo>
                <a:lnTo>
                  <a:pt x="1462" y="579"/>
                </a:lnTo>
                <a:lnTo>
                  <a:pt x="1464" y="580"/>
                </a:lnTo>
                <a:lnTo>
                  <a:pt x="1464" y="581"/>
                </a:lnTo>
                <a:lnTo>
                  <a:pt x="1464" y="582"/>
                </a:lnTo>
                <a:lnTo>
                  <a:pt x="1464" y="583"/>
                </a:lnTo>
                <a:lnTo>
                  <a:pt x="1465" y="584"/>
                </a:lnTo>
                <a:lnTo>
                  <a:pt x="1465" y="585"/>
                </a:lnTo>
                <a:lnTo>
                  <a:pt x="1465" y="586"/>
                </a:lnTo>
                <a:lnTo>
                  <a:pt x="1466" y="586"/>
                </a:lnTo>
                <a:lnTo>
                  <a:pt x="1467" y="586"/>
                </a:lnTo>
                <a:lnTo>
                  <a:pt x="1469" y="586"/>
                </a:lnTo>
                <a:lnTo>
                  <a:pt x="1470" y="586"/>
                </a:lnTo>
                <a:lnTo>
                  <a:pt x="1471" y="586"/>
                </a:lnTo>
                <a:lnTo>
                  <a:pt x="1473" y="586"/>
                </a:lnTo>
                <a:lnTo>
                  <a:pt x="1475" y="586"/>
                </a:lnTo>
                <a:lnTo>
                  <a:pt x="1476" y="586"/>
                </a:lnTo>
                <a:lnTo>
                  <a:pt x="1477" y="586"/>
                </a:lnTo>
                <a:lnTo>
                  <a:pt x="1479" y="586"/>
                </a:lnTo>
                <a:lnTo>
                  <a:pt x="1481" y="586"/>
                </a:lnTo>
                <a:lnTo>
                  <a:pt x="1482" y="586"/>
                </a:lnTo>
                <a:lnTo>
                  <a:pt x="1483" y="586"/>
                </a:lnTo>
                <a:lnTo>
                  <a:pt x="1483" y="584"/>
                </a:lnTo>
                <a:lnTo>
                  <a:pt x="1483" y="583"/>
                </a:lnTo>
                <a:lnTo>
                  <a:pt x="1483" y="581"/>
                </a:lnTo>
                <a:lnTo>
                  <a:pt x="1484" y="581"/>
                </a:lnTo>
                <a:lnTo>
                  <a:pt x="1486" y="581"/>
                </a:lnTo>
                <a:lnTo>
                  <a:pt x="1487" y="581"/>
                </a:lnTo>
                <a:lnTo>
                  <a:pt x="1488" y="581"/>
                </a:lnTo>
                <a:lnTo>
                  <a:pt x="1489" y="582"/>
                </a:lnTo>
                <a:lnTo>
                  <a:pt x="1490" y="582"/>
                </a:lnTo>
                <a:lnTo>
                  <a:pt x="1491" y="582"/>
                </a:lnTo>
                <a:lnTo>
                  <a:pt x="1492" y="582"/>
                </a:lnTo>
                <a:lnTo>
                  <a:pt x="1493" y="581"/>
                </a:lnTo>
                <a:lnTo>
                  <a:pt x="1494" y="582"/>
                </a:lnTo>
                <a:lnTo>
                  <a:pt x="1495" y="582"/>
                </a:lnTo>
                <a:lnTo>
                  <a:pt x="1495" y="583"/>
                </a:lnTo>
                <a:lnTo>
                  <a:pt x="1494" y="585"/>
                </a:lnTo>
                <a:lnTo>
                  <a:pt x="1494" y="586"/>
                </a:lnTo>
                <a:lnTo>
                  <a:pt x="1494" y="587"/>
                </a:lnTo>
                <a:lnTo>
                  <a:pt x="1494" y="589"/>
                </a:lnTo>
                <a:lnTo>
                  <a:pt x="1494" y="590"/>
                </a:lnTo>
                <a:lnTo>
                  <a:pt x="1494" y="591"/>
                </a:lnTo>
                <a:lnTo>
                  <a:pt x="1495" y="592"/>
                </a:lnTo>
                <a:lnTo>
                  <a:pt x="1495" y="593"/>
                </a:lnTo>
                <a:lnTo>
                  <a:pt x="1496" y="594"/>
                </a:lnTo>
                <a:lnTo>
                  <a:pt x="1497" y="595"/>
                </a:lnTo>
                <a:lnTo>
                  <a:pt x="1499" y="597"/>
                </a:lnTo>
                <a:lnTo>
                  <a:pt x="1500" y="598"/>
                </a:lnTo>
                <a:lnTo>
                  <a:pt x="1503" y="597"/>
                </a:lnTo>
                <a:lnTo>
                  <a:pt x="1505" y="597"/>
                </a:lnTo>
                <a:lnTo>
                  <a:pt x="1505" y="598"/>
                </a:lnTo>
                <a:lnTo>
                  <a:pt x="1506" y="599"/>
                </a:lnTo>
                <a:lnTo>
                  <a:pt x="1507" y="599"/>
                </a:lnTo>
                <a:lnTo>
                  <a:pt x="1508" y="600"/>
                </a:lnTo>
                <a:lnTo>
                  <a:pt x="1508" y="599"/>
                </a:lnTo>
                <a:lnTo>
                  <a:pt x="1509" y="599"/>
                </a:lnTo>
                <a:lnTo>
                  <a:pt x="1510" y="599"/>
                </a:lnTo>
                <a:lnTo>
                  <a:pt x="1511" y="600"/>
                </a:lnTo>
                <a:lnTo>
                  <a:pt x="1514" y="601"/>
                </a:lnTo>
                <a:lnTo>
                  <a:pt x="1516" y="602"/>
                </a:lnTo>
                <a:lnTo>
                  <a:pt x="1519" y="603"/>
                </a:lnTo>
                <a:lnTo>
                  <a:pt x="1520" y="604"/>
                </a:lnTo>
                <a:lnTo>
                  <a:pt x="1521" y="605"/>
                </a:lnTo>
                <a:lnTo>
                  <a:pt x="1522" y="605"/>
                </a:lnTo>
                <a:lnTo>
                  <a:pt x="1522" y="606"/>
                </a:lnTo>
                <a:lnTo>
                  <a:pt x="1520" y="605"/>
                </a:lnTo>
                <a:lnTo>
                  <a:pt x="1519" y="605"/>
                </a:lnTo>
                <a:lnTo>
                  <a:pt x="1519" y="606"/>
                </a:lnTo>
                <a:lnTo>
                  <a:pt x="1518" y="606"/>
                </a:lnTo>
                <a:lnTo>
                  <a:pt x="1518" y="607"/>
                </a:lnTo>
                <a:lnTo>
                  <a:pt x="1519" y="607"/>
                </a:lnTo>
                <a:lnTo>
                  <a:pt x="1519" y="608"/>
                </a:lnTo>
                <a:lnTo>
                  <a:pt x="1521" y="610"/>
                </a:lnTo>
                <a:lnTo>
                  <a:pt x="1522" y="612"/>
                </a:lnTo>
                <a:lnTo>
                  <a:pt x="1523" y="614"/>
                </a:lnTo>
                <a:lnTo>
                  <a:pt x="1523" y="615"/>
                </a:lnTo>
                <a:lnTo>
                  <a:pt x="1523" y="616"/>
                </a:lnTo>
                <a:lnTo>
                  <a:pt x="1524" y="616"/>
                </a:lnTo>
                <a:lnTo>
                  <a:pt x="1526" y="618"/>
                </a:lnTo>
                <a:lnTo>
                  <a:pt x="1528" y="619"/>
                </a:lnTo>
                <a:lnTo>
                  <a:pt x="1529" y="620"/>
                </a:lnTo>
                <a:lnTo>
                  <a:pt x="1529" y="622"/>
                </a:lnTo>
                <a:lnTo>
                  <a:pt x="1530" y="624"/>
                </a:lnTo>
                <a:lnTo>
                  <a:pt x="1530" y="625"/>
                </a:lnTo>
                <a:lnTo>
                  <a:pt x="1529" y="625"/>
                </a:lnTo>
                <a:lnTo>
                  <a:pt x="1529" y="626"/>
                </a:lnTo>
                <a:lnTo>
                  <a:pt x="1528" y="627"/>
                </a:lnTo>
                <a:lnTo>
                  <a:pt x="1529" y="628"/>
                </a:lnTo>
                <a:lnTo>
                  <a:pt x="1529" y="629"/>
                </a:lnTo>
                <a:lnTo>
                  <a:pt x="1529" y="630"/>
                </a:lnTo>
                <a:lnTo>
                  <a:pt x="1530" y="630"/>
                </a:lnTo>
                <a:lnTo>
                  <a:pt x="1532" y="630"/>
                </a:lnTo>
                <a:lnTo>
                  <a:pt x="1533" y="631"/>
                </a:lnTo>
                <a:lnTo>
                  <a:pt x="1534" y="631"/>
                </a:lnTo>
                <a:lnTo>
                  <a:pt x="1534" y="632"/>
                </a:lnTo>
                <a:lnTo>
                  <a:pt x="1534" y="633"/>
                </a:lnTo>
                <a:lnTo>
                  <a:pt x="1533" y="634"/>
                </a:lnTo>
                <a:lnTo>
                  <a:pt x="1532" y="635"/>
                </a:lnTo>
                <a:lnTo>
                  <a:pt x="1532" y="636"/>
                </a:lnTo>
                <a:lnTo>
                  <a:pt x="1533" y="637"/>
                </a:lnTo>
                <a:lnTo>
                  <a:pt x="1532" y="638"/>
                </a:lnTo>
                <a:lnTo>
                  <a:pt x="1531" y="638"/>
                </a:lnTo>
                <a:lnTo>
                  <a:pt x="1531" y="639"/>
                </a:lnTo>
                <a:lnTo>
                  <a:pt x="1533" y="641"/>
                </a:lnTo>
                <a:lnTo>
                  <a:pt x="1535" y="643"/>
                </a:lnTo>
                <a:lnTo>
                  <a:pt x="1536" y="646"/>
                </a:lnTo>
                <a:lnTo>
                  <a:pt x="1536" y="647"/>
                </a:lnTo>
                <a:lnTo>
                  <a:pt x="1537" y="648"/>
                </a:lnTo>
                <a:lnTo>
                  <a:pt x="1538" y="648"/>
                </a:lnTo>
                <a:lnTo>
                  <a:pt x="1538" y="649"/>
                </a:lnTo>
                <a:lnTo>
                  <a:pt x="1538" y="650"/>
                </a:lnTo>
                <a:lnTo>
                  <a:pt x="1540" y="652"/>
                </a:lnTo>
                <a:lnTo>
                  <a:pt x="1540" y="653"/>
                </a:lnTo>
                <a:lnTo>
                  <a:pt x="1541" y="654"/>
                </a:lnTo>
                <a:lnTo>
                  <a:pt x="1542" y="655"/>
                </a:lnTo>
                <a:lnTo>
                  <a:pt x="1543" y="655"/>
                </a:lnTo>
                <a:lnTo>
                  <a:pt x="1543" y="656"/>
                </a:lnTo>
                <a:lnTo>
                  <a:pt x="1544" y="657"/>
                </a:lnTo>
                <a:lnTo>
                  <a:pt x="1545" y="658"/>
                </a:lnTo>
                <a:lnTo>
                  <a:pt x="1546" y="658"/>
                </a:lnTo>
                <a:lnTo>
                  <a:pt x="1546" y="659"/>
                </a:lnTo>
                <a:lnTo>
                  <a:pt x="1546" y="660"/>
                </a:lnTo>
                <a:lnTo>
                  <a:pt x="1547" y="661"/>
                </a:lnTo>
                <a:lnTo>
                  <a:pt x="1547" y="662"/>
                </a:lnTo>
                <a:lnTo>
                  <a:pt x="1549" y="663"/>
                </a:lnTo>
                <a:lnTo>
                  <a:pt x="1549" y="664"/>
                </a:lnTo>
                <a:lnTo>
                  <a:pt x="1550" y="665"/>
                </a:lnTo>
                <a:lnTo>
                  <a:pt x="1551" y="666"/>
                </a:lnTo>
                <a:lnTo>
                  <a:pt x="1552" y="667"/>
                </a:lnTo>
                <a:lnTo>
                  <a:pt x="1553" y="669"/>
                </a:lnTo>
                <a:lnTo>
                  <a:pt x="1555" y="669"/>
                </a:lnTo>
                <a:lnTo>
                  <a:pt x="1555" y="670"/>
                </a:lnTo>
                <a:lnTo>
                  <a:pt x="1556" y="671"/>
                </a:lnTo>
                <a:lnTo>
                  <a:pt x="1556" y="672"/>
                </a:lnTo>
                <a:lnTo>
                  <a:pt x="1557" y="672"/>
                </a:lnTo>
                <a:lnTo>
                  <a:pt x="1559" y="672"/>
                </a:lnTo>
                <a:lnTo>
                  <a:pt x="1560" y="672"/>
                </a:lnTo>
                <a:lnTo>
                  <a:pt x="1562" y="672"/>
                </a:lnTo>
                <a:lnTo>
                  <a:pt x="1563" y="673"/>
                </a:lnTo>
                <a:lnTo>
                  <a:pt x="1564" y="673"/>
                </a:lnTo>
                <a:lnTo>
                  <a:pt x="1565" y="674"/>
                </a:lnTo>
                <a:lnTo>
                  <a:pt x="1567" y="675"/>
                </a:lnTo>
                <a:lnTo>
                  <a:pt x="1568" y="676"/>
                </a:lnTo>
                <a:lnTo>
                  <a:pt x="1569" y="676"/>
                </a:lnTo>
                <a:lnTo>
                  <a:pt x="1570" y="677"/>
                </a:lnTo>
                <a:lnTo>
                  <a:pt x="1570" y="678"/>
                </a:lnTo>
                <a:lnTo>
                  <a:pt x="1570" y="680"/>
                </a:lnTo>
                <a:lnTo>
                  <a:pt x="1570" y="681"/>
                </a:lnTo>
                <a:lnTo>
                  <a:pt x="1571" y="682"/>
                </a:lnTo>
                <a:lnTo>
                  <a:pt x="1571" y="683"/>
                </a:lnTo>
                <a:lnTo>
                  <a:pt x="1572" y="683"/>
                </a:lnTo>
                <a:lnTo>
                  <a:pt x="1573" y="683"/>
                </a:lnTo>
                <a:lnTo>
                  <a:pt x="1573" y="684"/>
                </a:lnTo>
                <a:lnTo>
                  <a:pt x="1573" y="686"/>
                </a:lnTo>
                <a:lnTo>
                  <a:pt x="1572" y="688"/>
                </a:lnTo>
                <a:lnTo>
                  <a:pt x="1572" y="689"/>
                </a:lnTo>
                <a:lnTo>
                  <a:pt x="1575" y="692"/>
                </a:lnTo>
                <a:lnTo>
                  <a:pt x="1576" y="692"/>
                </a:lnTo>
                <a:lnTo>
                  <a:pt x="1576" y="693"/>
                </a:lnTo>
                <a:lnTo>
                  <a:pt x="1577" y="694"/>
                </a:lnTo>
                <a:lnTo>
                  <a:pt x="1577" y="695"/>
                </a:lnTo>
                <a:lnTo>
                  <a:pt x="1578" y="695"/>
                </a:lnTo>
                <a:lnTo>
                  <a:pt x="1579" y="696"/>
                </a:lnTo>
                <a:lnTo>
                  <a:pt x="1579" y="697"/>
                </a:lnTo>
                <a:lnTo>
                  <a:pt x="1581" y="700"/>
                </a:lnTo>
                <a:lnTo>
                  <a:pt x="1582" y="700"/>
                </a:lnTo>
                <a:lnTo>
                  <a:pt x="1580" y="705"/>
                </a:lnTo>
                <a:lnTo>
                  <a:pt x="1579" y="711"/>
                </a:lnTo>
                <a:lnTo>
                  <a:pt x="1579" y="714"/>
                </a:lnTo>
                <a:lnTo>
                  <a:pt x="1583" y="714"/>
                </a:lnTo>
                <a:lnTo>
                  <a:pt x="1583" y="715"/>
                </a:lnTo>
                <a:lnTo>
                  <a:pt x="1584" y="715"/>
                </a:lnTo>
                <a:lnTo>
                  <a:pt x="1584" y="716"/>
                </a:lnTo>
                <a:lnTo>
                  <a:pt x="1584" y="717"/>
                </a:lnTo>
                <a:lnTo>
                  <a:pt x="1584" y="718"/>
                </a:lnTo>
                <a:lnTo>
                  <a:pt x="1583" y="718"/>
                </a:lnTo>
                <a:lnTo>
                  <a:pt x="1583" y="719"/>
                </a:lnTo>
                <a:lnTo>
                  <a:pt x="1582" y="719"/>
                </a:lnTo>
                <a:lnTo>
                  <a:pt x="1582" y="720"/>
                </a:lnTo>
                <a:lnTo>
                  <a:pt x="1582" y="722"/>
                </a:lnTo>
                <a:lnTo>
                  <a:pt x="1580" y="723"/>
                </a:lnTo>
                <a:lnTo>
                  <a:pt x="1580" y="724"/>
                </a:lnTo>
                <a:lnTo>
                  <a:pt x="1580" y="725"/>
                </a:lnTo>
                <a:lnTo>
                  <a:pt x="1579" y="726"/>
                </a:lnTo>
                <a:lnTo>
                  <a:pt x="1579" y="729"/>
                </a:lnTo>
                <a:lnTo>
                  <a:pt x="1577" y="730"/>
                </a:lnTo>
                <a:lnTo>
                  <a:pt x="1576" y="731"/>
                </a:lnTo>
                <a:lnTo>
                  <a:pt x="1576" y="732"/>
                </a:lnTo>
                <a:lnTo>
                  <a:pt x="1576" y="734"/>
                </a:lnTo>
                <a:lnTo>
                  <a:pt x="1575" y="735"/>
                </a:lnTo>
                <a:lnTo>
                  <a:pt x="1574" y="736"/>
                </a:lnTo>
                <a:lnTo>
                  <a:pt x="1572" y="738"/>
                </a:lnTo>
                <a:lnTo>
                  <a:pt x="1571" y="739"/>
                </a:lnTo>
                <a:lnTo>
                  <a:pt x="1570" y="740"/>
                </a:lnTo>
                <a:lnTo>
                  <a:pt x="1569" y="740"/>
                </a:lnTo>
                <a:lnTo>
                  <a:pt x="1569" y="741"/>
                </a:lnTo>
                <a:lnTo>
                  <a:pt x="1569" y="742"/>
                </a:lnTo>
                <a:lnTo>
                  <a:pt x="1568" y="742"/>
                </a:lnTo>
                <a:lnTo>
                  <a:pt x="1568" y="743"/>
                </a:lnTo>
                <a:lnTo>
                  <a:pt x="1569" y="745"/>
                </a:lnTo>
                <a:lnTo>
                  <a:pt x="1570" y="746"/>
                </a:lnTo>
                <a:lnTo>
                  <a:pt x="1573" y="750"/>
                </a:lnTo>
                <a:lnTo>
                  <a:pt x="1572" y="751"/>
                </a:lnTo>
                <a:lnTo>
                  <a:pt x="1576" y="758"/>
                </a:lnTo>
                <a:lnTo>
                  <a:pt x="1579" y="761"/>
                </a:lnTo>
                <a:lnTo>
                  <a:pt x="1579" y="766"/>
                </a:lnTo>
                <a:lnTo>
                  <a:pt x="1578" y="767"/>
                </a:lnTo>
                <a:lnTo>
                  <a:pt x="1579" y="768"/>
                </a:lnTo>
                <a:lnTo>
                  <a:pt x="1579" y="769"/>
                </a:lnTo>
                <a:lnTo>
                  <a:pt x="1579" y="770"/>
                </a:lnTo>
                <a:lnTo>
                  <a:pt x="1579" y="771"/>
                </a:lnTo>
                <a:lnTo>
                  <a:pt x="1579" y="772"/>
                </a:lnTo>
                <a:lnTo>
                  <a:pt x="1577" y="773"/>
                </a:lnTo>
                <a:lnTo>
                  <a:pt x="1576" y="774"/>
                </a:lnTo>
                <a:lnTo>
                  <a:pt x="1571" y="778"/>
                </a:lnTo>
                <a:lnTo>
                  <a:pt x="1569" y="780"/>
                </a:lnTo>
                <a:lnTo>
                  <a:pt x="1567" y="782"/>
                </a:lnTo>
                <a:lnTo>
                  <a:pt x="1563" y="785"/>
                </a:lnTo>
                <a:lnTo>
                  <a:pt x="1557" y="794"/>
                </a:lnTo>
                <a:lnTo>
                  <a:pt x="1551" y="802"/>
                </a:lnTo>
                <a:lnTo>
                  <a:pt x="1548" y="814"/>
                </a:lnTo>
                <a:lnTo>
                  <a:pt x="1547" y="820"/>
                </a:lnTo>
                <a:lnTo>
                  <a:pt x="1547" y="823"/>
                </a:lnTo>
                <a:lnTo>
                  <a:pt x="1547" y="826"/>
                </a:lnTo>
                <a:lnTo>
                  <a:pt x="1549" y="828"/>
                </a:lnTo>
                <a:lnTo>
                  <a:pt x="1550" y="828"/>
                </a:lnTo>
                <a:lnTo>
                  <a:pt x="1552" y="829"/>
                </a:lnTo>
                <a:lnTo>
                  <a:pt x="1554" y="831"/>
                </a:lnTo>
                <a:lnTo>
                  <a:pt x="1556" y="832"/>
                </a:lnTo>
                <a:lnTo>
                  <a:pt x="1557" y="835"/>
                </a:lnTo>
                <a:lnTo>
                  <a:pt x="1557" y="836"/>
                </a:lnTo>
                <a:lnTo>
                  <a:pt x="1558" y="839"/>
                </a:lnTo>
                <a:lnTo>
                  <a:pt x="1560" y="843"/>
                </a:lnTo>
                <a:lnTo>
                  <a:pt x="1560" y="845"/>
                </a:lnTo>
                <a:lnTo>
                  <a:pt x="1560" y="846"/>
                </a:lnTo>
                <a:lnTo>
                  <a:pt x="1562" y="845"/>
                </a:lnTo>
                <a:lnTo>
                  <a:pt x="1566" y="847"/>
                </a:lnTo>
                <a:lnTo>
                  <a:pt x="1568" y="851"/>
                </a:lnTo>
                <a:lnTo>
                  <a:pt x="1565" y="855"/>
                </a:lnTo>
                <a:lnTo>
                  <a:pt x="1567" y="856"/>
                </a:lnTo>
                <a:lnTo>
                  <a:pt x="1566" y="857"/>
                </a:lnTo>
                <a:lnTo>
                  <a:pt x="1574" y="856"/>
                </a:lnTo>
                <a:lnTo>
                  <a:pt x="1577" y="854"/>
                </a:lnTo>
                <a:lnTo>
                  <a:pt x="1579" y="854"/>
                </a:lnTo>
                <a:lnTo>
                  <a:pt x="1582" y="855"/>
                </a:lnTo>
                <a:lnTo>
                  <a:pt x="1584" y="854"/>
                </a:lnTo>
                <a:lnTo>
                  <a:pt x="1586" y="854"/>
                </a:lnTo>
                <a:lnTo>
                  <a:pt x="1587" y="854"/>
                </a:lnTo>
                <a:lnTo>
                  <a:pt x="1588" y="854"/>
                </a:lnTo>
                <a:lnTo>
                  <a:pt x="1590" y="855"/>
                </a:lnTo>
                <a:lnTo>
                  <a:pt x="1592" y="856"/>
                </a:lnTo>
                <a:lnTo>
                  <a:pt x="1592" y="857"/>
                </a:lnTo>
                <a:lnTo>
                  <a:pt x="1593" y="858"/>
                </a:lnTo>
                <a:lnTo>
                  <a:pt x="1594" y="859"/>
                </a:lnTo>
                <a:lnTo>
                  <a:pt x="1595" y="860"/>
                </a:lnTo>
                <a:lnTo>
                  <a:pt x="1596" y="860"/>
                </a:lnTo>
                <a:lnTo>
                  <a:pt x="1597" y="860"/>
                </a:lnTo>
                <a:lnTo>
                  <a:pt x="1598" y="861"/>
                </a:lnTo>
                <a:lnTo>
                  <a:pt x="1599" y="862"/>
                </a:lnTo>
                <a:lnTo>
                  <a:pt x="1600" y="862"/>
                </a:lnTo>
                <a:lnTo>
                  <a:pt x="1602" y="862"/>
                </a:lnTo>
                <a:lnTo>
                  <a:pt x="1604" y="863"/>
                </a:lnTo>
                <a:lnTo>
                  <a:pt x="1607" y="863"/>
                </a:lnTo>
                <a:lnTo>
                  <a:pt x="1609" y="864"/>
                </a:lnTo>
                <a:lnTo>
                  <a:pt x="1611" y="865"/>
                </a:lnTo>
                <a:lnTo>
                  <a:pt x="1612" y="864"/>
                </a:lnTo>
                <a:lnTo>
                  <a:pt x="1612" y="863"/>
                </a:lnTo>
                <a:lnTo>
                  <a:pt x="1616" y="860"/>
                </a:lnTo>
                <a:lnTo>
                  <a:pt x="1617" y="860"/>
                </a:lnTo>
                <a:lnTo>
                  <a:pt x="1618" y="861"/>
                </a:lnTo>
                <a:lnTo>
                  <a:pt x="1621" y="863"/>
                </a:lnTo>
                <a:lnTo>
                  <a:pt x="1622" y="865"/>
                </a:lnTo>
                <a:lnTo>
                  <a:pt x="1622" y="866"/>
                </a:lnTo>
                <a:lnTo>
                  <a:pt x="1625" y="867"/>
                </a:lnTo>
                <a:lnTo>
                  <a:pt x="1628" y="869"/>
                </a:lnTo>
                <a:lnTo>
                  <a:pt x="1629" y="868"/>
                </a:lnTo>
                <a:lnTo>
                  <a:pt x="1630" y="868"/>
                </a:lnTo>
                <a:lnTo>
                  <a:pt x="1633" y="869"/>
                </a:lnTo>
                <a:lnTo>
                  <a:pt x="1638" y="869"/>
                </a:lnTo>
                <a:lnTo>
                  <a:pt x="1639" y="869"/>
                </a:lnTo>
                <a:lnTo>
                  <a:pt x="1641" y="869"/>
                </a:lnTo>
                <a:lnTo>
                  <a:pt x="1650" y="868"/>
                </a:lnTo>
                <a:lnTo>
                  <a:pt x="1657" y="868"/>
                </a:lnTo>
                <a:lnTo>
                  <a:pt x="1662" y="868"/>
                </a:lnTo>
                <a:lnTo>
                  <a:pt x="1664" y="868"/>
                </a:lnTo>
                <a:lnTo>
                  <a:pt x="1666" y="868"/>
                </a:lnTo>
                <a:lnTo>
                  <a:pt x="1667" y="868"/>
                </a:lnTo>
                <a:lnTo>
                  <a:pt x="1672" y="867"/>
                </a:lnTo>
                <a:lnTo>
                  <a:pt x="1676" y="868"/>
                </a:lnTo>
                <a:lnTo>
                  <a:pt x="1680" y="870"/>
                </a:lnTo>
                <a:lnTo>
                  <a:pt x="1685" y="873"/>
                </a:lnTo>
                <a:lnTo>
                  <a:pt x="1689" y="875"/>
                </a:lnTo>
                <a:lnTo>
                  <a:pt x="1690" y="874"/>
                </a:lnTo>
                <a:lnTo>
                  <a:pt x="1691" y="874"/>
                </a:lnTo>
                <a:lnTo>
                  <a:pt x="1696" y="873"/>
                </a:lnTo>
                <a:lnTo>
                  <a:pt x="1698" y="875"/>
                </a:lnTo>
                <a:lnTo>
                  <a:pt x="1705" y="874"/>
                </a:lnTo>
                <a:lnTo>
                  <a:pt x="1711" y="876"/>
                </a:lnTo>
                <a:lnTo>
                  <a:pt x="1714" y="875"/>
                </a:lnTo>
                <a:lnTo>
                  <a:pt x="1716" y="874"/>
                </a:lnTo>
                <a:lnTo>
                  <a:pt x="1719" y="874"/>
                </a:lnTo>
                <a:lnTo>
                  <a:pt x="1721" y="874"/>
                </a:lnTo>
                <a:lnTo>
                  <a:pt x="1723" y="874"/>
                </a:lnTo>
                <a:lnTo>
                  <a:pt x="1726" y="874"/>
                </a:lnTo>
                <a:lnTo>
                  <a:pt x="1729" y="873"/>
                </a:lnTo>
                <a:lnTo>
                  <a:pt x="1732" y="873"/>
                </a:lnTo>
                <a:lnTo>
                  <a:pt x="1733" y="872"/>
                </a:lnTo>
                <a:lnTo>
                  <a:pt x="1735" y="871"/>
                </a:lnTo>
                <a:lnTo>
                  <a:pt x="1737" y="871"/>
                </a:lnTo>
                <a:lnTo>
                  <a:pt x="1743" y="872"/>
                </a:lnTo>
                <a:lnTo>
                  <a:pt x="1746" y="871"/>
                </a:lnTo>
                <a:lnTo>
                  <a:pt x="1747" y="871"/>
                </a:lnTo>
                <a:lnTo>
                  <a:pt x="1748" y="872"/>
                </a:lnTo>
                <a:lnTo>
                  <a:pt x="1749" y="872"/>
                </a:lnTo>
                <a:lnTo>
                  <a:pt x="1750" y="872"/>
                </a:lnTo>
                <a:lnTo>
                  <a:pt x="1751" y="874"/>
                </a:lnTo>
                <a:lnTo>
                  <a:pt x="1752" y="874"/>
                </a:lnTo>
                <a:lnTo>
                  <a:pt x="1754" y="874"/>
                </a:lnTo>
                <a:lnTo>
                  <a:pt x="1755" y="874"/>
                </a:lnTo>
                <a:lnTo>
                  <a:pt x="1755" y="875"/>
                </a:lnTo>
                <a:lnTo>
                  <a:pt x="1756" y="875"/>
                </a:lnTo>
                <a:lnTo>
                  <a:pt x="1756" y="876"/>
                </a:lnTo>
                <a:lnTo>
                  <a:pt x="1757" y="875"/>
                </a:lnTo>
                <a:lnTo>
                  <a:pt x="1758" y="875"/>
                </a:lnTo>
                <a:lnTo>
                  <a:pt x="1759" y="875"/>
                </a:lnTo>
                <a:lnTo>
                  <a:pt x="1761" y="874"/>
                </a:lnTo>
                <a:lnTo>
                  <a:pt x="1762" y="874"/>
                </a:lnTo>
                <a:lnTo>
                  <a:pt x="1763" y="874"/>
                </a:lnTo>
                <a:lnTo>
                  <a:pt x="1765" y="875"/>
                </a:lnTo>
                <a:lnTo>
                  <a:pt x="1766" y="875"/>
                </a:lnTo>
                <a:lnTo>
                  <a:pt x="1770" y="875"/>
                </a:lnTo>
                <a:lnTo>
                  <a:pt x="1772" y="875"/>
                </a:lnTo>
                <a:lnTo>
                  <a:pt x="1773" y="874"/>
                </a:lnTo>
                <a:lnTo>
                  <a:pt x="1779" y="876"/>
                </a:lnTo>
                <a:lnTo>
                  <a:pt x="1780" y="877"/>
                </a:lnTo>
                <a:lnTo>
                  <a:pt x="1781" y="877"/>
                </a:lnTo>
                <a:lnTo>
                  <a:pt x="1783" y="878"/>
                </a:lnTo>
                <a:lnTo>
                  <a:pt x="1785" y="878"/>
                </a:lnTo>
                <a:lnTo>
                  <a:pt x="1786" y="877"/>
                </a:lnTo>
                <a:lnTo>
                  <a:pt x="1787" y="877"/>
                </a:lnTo>
                <a:lnTo>
                  <a:pt x="1788" y="877"/>
                </a:lnTo>
                <a:lnTo>
                  <a:pt x="1790" y="878"/>
                </a:lnTo>
                <a:lnTo>
                  <a:pt x="1791" y="878"/>
                </a:lnTo>
                <a:lnTo>
                  <a:pt x="1792" y="878"/>
                </a:lnTo>
                <a:lnTo>
                  <a:pt x="1793" y="878"/>
                </a:lnTo>
                <a:lnTo>
                  <a:pt x="1794" y="879"/>
                </a:lnTo>
                <a:lnTo>
                  <a:pt x="1795" y="879"/>
                </a:lnTo>
                <a:lnTo>
                  <a:pt x="1796" y="880"/>
                </a:lnTo>
                <a:lnTo>
                  <a:pt x="1796" y="881"/>
                </a:lnTo>
                <a:lnTo>
                  <a:pt x="1797" y="881"/>
                </a:lnTo>
                <a:lnTo>
                  <a:pt x="1798" y="881"/>
                </a:lnTo>
                <a:lnTo>
                  <a:pt x="1799" y="880"/>
                </a:lnTo>
                <a:lnTo>
                  <a:pt x="1801" y="880"/>
                </a:lnTo>
                <a:lnTo>
                  <a:pt x="1802" y="881"/>
                </a:lnTo>
                <a:lnTo>
                  <a:pt x="1803" y="881"/>
                </a:lnTo>
                <a:lnTo>
                  <a:pt x="1803" y="880"/>
                </a:lnTo>
                <a:lnTo>
                  <a:pt x="1803" y="879"/>
                </a:lnTo>
                <a:lnTo>
                  <a:pt x="1805" y="880"/>
                </a:lnTo>
                <a:lnTo>
                  <a:pt x="1807" y="881"/>
                </a:lnTo>
                <a:lnTo>
                  <a:pt x="1809" y="882"/>
                </a:lnTo>
                <a:lnTo>
                  <a:pt x="1811" y="883"/>
                </a:lnTo>
                <a:lnTo>
                  <a:pt x="1813" y="884"/>
                </a:lnTo>
                <a:lnTo>
                  <a:pt x="1815" y="884"/>
                </a:lnTo>
                <a:lnTo>
                  <a:pt x="1816" y="885"/>
                </a:lnTo>
                <a:lnTo>
                  <a:pt x="1818" y="885"/>
                </a:lnTo>
                <a:lnTo>
                  <a:pt x="1819" y="886"/>
                </a:lnTo>
                <a:lnTo>
                  <a:pt x="1820" y="886"/>
                </a:lnTo>
                <a:lnTo>
                  <a:pt x="1822" y="887"/>
                </a:lnTo>
                <a:lnTo>
                  <a:pt x="1822" y="888"/>
                </a:lnTo>
                <a:lnTo>
                  <a:pt x="1822" y="889"/>
                </a:lnTo>
                <a:lnTo>
                  <a:pt x="1823" y="890"/>
                </a:lnTo>
                <a:lnTo>
                  <a:pt x="1824" y="890"/>
                </a:lnTo>
                <a:lnTo>
                  <a:pt x="1826" y="891"/>
                </a:lnTo>
                <a:lnTo>
                  <a:pt x="1830" y="893"/>
                </a:lnTo>
                <a:lnTo>
                  <a:pt x="1832" y="894"/>
                </a:lnTo>
                <a:lnTo>
                  <a:pt x="1839" y="897"/>
                </a:lnTo>
                <a:lnTo>
                  <a:pt x="1843" y="899"/>
                </a:lnTo>
                <a:lnTo>
                  <a:pt x="1846" y="900"/>
                </a:lnTo>
                <a:lnTo>
                  <a:pt x="1850" y="902"/>
                </a:lnTo>
                <a:lnTo>
                  <a:pt x="1853" y="903"/>
                </a:lnTo>
                <a:lnTo>
                  <a:pt x="1861" y="908"/>
                </a:lnTo>
                <a:lnTo>
                  <a:pt x="1864" y="909"/>
                </a:lnTo>
                <a:lnTo>
                  <a:pt x="1867" y="910"/>
                </a:lnTo>
                <a:lnTo>
                  <a:pt x="1868" y="911"/>
                </a:lnTo>
                <a:lnTo>
                  <a:pt x="1868" y="912"/>
                </a:lnTo>
                <a:lnTo>
                  <a:pt x="1871" y="915"/>
                </a:lnTo>
                <a:lnTo>
                  <a:pt x="1873" y="916"/>
                </a:lnTo>
                <a:lnTo>
                  <a:pt x="1877" y="918"/>
                </a:lnTo>
                <a:lnTo>
                  <a:pt x="1877" y="919"/>
                </a:lnTo>
                <a:lnTo>
                  <a:pt x="1878" y="920"/>
                </a:lnTo>
                <a:lnTo>
                  <a:pt x="1879" y="923"/>
                </a:lnTo>
                <a:lnTo>
                  <a:pt x="1879" y="924"/>
                </a:lnTo>
                <a:lnTo>
                  <a:pt x="1879" y="925"/>
                </a:lnTo>
                <a:lnTo>
                  <a:pt x="1880" y="926"/>
                </a:lnTo>
                <a:lnTo>
                  <a:pt x="1882" y="925"/>
                </a:lnTo>
                <a:lnTo>
                  <a:pt x="1884" y="925"/>
                </a:lnTo>
                <a:lnTo>
                  <a:pt x="1887" y="926"/>
                </a:lnTo>
                <a:lnTo>
                  <a:pt x="1891" y="927"/>
                </a:lnTo>
                <a:lnTo>
                  <a:pt x="1896" y="930"/>
                </a:lnTo>
                <a:lnTo>
                  <a:pt x="1902" y="932"/>
                </a:lnTo>
                <a:lnTo>
                  <a:pt x="1908" y="938"/>
                </a:lnTo>
                <a:lnTo>
                  <a:pt x="1910" y="939"/>
                </a:lnTo>
                <a:lnTo>
                  <a:pt x="1912" y="942"/>
                </a:lnTo>
                <a:lnTo>
                  <a:pt x="1913" y="944"/>
                </a:lnTo>
                <a:lnTo>
                  <a:pt x="1915" y="943"/>
                </a:lnTo>
                <a:lnTo>
                  <a:pt x="1917" y="943"/>
                </a:lnTo>
                <a:lnTo>
                  <a:pt x="1919" y="944"/>
                </a:lnTo>
                <a:lnTo>
                  <a:pt x="1920" y="945"/>
                </a:lnTo>
                <a:lnTo>
                  <a:pt x="1921" y="945"/>
                </a:lnTo>
                <a:lnTo>
                  <a:pt x="1922" y="945"/>
                </a:lnTo>
                <a:lnTo>
                  <a:pt x="1923" y="946"/>
                </a:lnTo>
                <a:lnTo>
                  <a:pt x="1925" y="946"/>
                </a:lnTo>
                <a:lnTo>
                  <a:pt x="1927" y="946"/>
                </a:lnTo>
                <a:lnTo>
                  <a:pt x="1928" y="947"/>
                </a:lnTo>
                <a:lnTo>
                  <a:pt x="1929" y="947"/>
                </a:lnTo>
                <a:lnTo>
                  <a:pt x="1930" y="947"/>
                </a:lnTo>
                <a:lnTo>
                  <a:pt x="1931" y="948"/>
                </a:lnTo>
                <a:lnTo>
                  <a:pt x="1932" y="948"/>
                </a:lnTo>
                <a:lnTo>
                  <a:pt x="1933" y="949"/>
                </a:lnTo>
                <a:lnTo>
                  <a:pt x="1934" y="950"/>
                </a:lnTo>
                <a:lnTo>
                  <a:pt x="1936" y="951"/>
                </a:lnTo>
                <a:lnTo>
                  <a:pt x="1937" y="952"/>
                </a:lnTo>
                <a:lnTo>
                  <a:pt x="1940" y="952"/>
                </a:lnTo>
                <a:lnTo>
                  <a:pt x="1949" y="951"/>
                </a:lnTo>
                <a:lnTo>
                  <a:pt x="1955" y="951"/>
                </a:lnTo>
                <a:lnTo>
                  <a:pt x="1966" y="949"/>
                </a:lnTo>
                <a:lnTo>
                  <a:pt x="1975" y="948"/>
                </a:lnTo>
                <a:lnTo>
                  <a:pt x="1976" y="949"/>
                </a:lnTo>
                <a:lnTo>
                  <a:pt x="1976" y="951"/>
                </a:lnTo>
                <a:lnTo>
                  <a:pt x="1974" y="953"/>
                </a:lnTo>
                <a:lnTo>
                  <a:pt x="1971" y="955"/>
                </a:lnTo>
                <a:lnTo>
                  <a:pt x="1969" y="961"/>
                </a:lnTo>
                <a:lnTo>
                  <a:pt x="1969" y="969"/>
                </a:lnTo>
                <a:lnTo>
                  <a:pt x="1967" y="976"/>
                </a:lnTo>
                <a:lnTo>
                  <a:pt x="1971" y="976"/>
                </a:lnTo>
                <a:lnTo>
                  <a:pt x="1976" y="978"/>
                </a:lnTo>
                <a:lnTo>
                  <a:pt x="1980" y="978"/>
                </a:lnTo>
                <a:lnTo>
                  <a:pt x="1985" y="978"/>
                </a:lnTo>
                <a:lnTo>
                  <a:pt x="1987" y="982"/>
                </a:lnTo>
                <a:lnTo>
                  <a:pt x="1988" y="984"/>
                </a:lnTo>
                <a:lnTo>
                  <a:pt x="1989" y="986"/>
                </a:lnTo>
                <a:lnTo>
                  <a:pt x="1990" y="988"/>
                </a:lnTo>
                <a:lnTo>
                  <a:pt x="1992" y="990"/>
                </a:lnTo>
                <a:lnTo>
                  <a:pt x="1994" y="993"/>
                </a:lnTo>
                <a:lnTo>
                  <a:pt x="1996" y="1001"/>
                </a:lnTo>
                <a:lnTo>
                  <a:pt x="1998" y="1007"/>
                </a:lnTo>
                <a:lnTo>
                  <a:pt x="2001" y="1012"/>
                </a:lnTo>
                <a:lnTo>
                  <a:pt x="2002" y="1014"/>
                </a:lnTo>
                <a:lnTo>
                  <a:pt x="2003" y="1018"/>
                </a:lnTo>
                <a:lnTo>
                  <a:pt x="2004" y="1020"/>
                </a:lnTo>
                <a:lnTo>
                  <a:pt x="2011" y="1032"/>
                </a:lnTo>
                <a:lnTo>
                  <a:pt x="2015" y="1038"/>
                </a:lnTo>
                <a:lnTo>
                  <a:pt x="2017" y="1052"/>
                </a:lnTo>
                <a:lnTo>
                  <a:pt x="2020" y="1056"/>
                </a:lnTo>
                <a:lnTo>
                  <a:pt x="2022" y="1058"/>
                </a:lnTo>
                <a:lnTo>
                  <a:pt x="2028" y="1063"/>
                </a:lnTo>
                <a:lnTo>
                  <a:pt x="2038" y="1072"/>
                </a:lnTo>
                <a:lnTo>
                  <a:pt x="2060" y="1091"/>
                </a:lnTo>
                <a:lnTo>
                  <a:pt x="2062" y="1109"/>
                </a:lnTo>
                <a:lnTo>
                  <a:pt x="2067" y="1108"/>
                </a:lnTo>
                <a:lnTo>
                  <a:pt x="2069" y="1108"/>
                </a:lnTo>
                <a:lnTo>
                  <a:pt x="2071" y="1108"/>
                </a:lnTo>
                <a:lnTo>
                  <a:pt x="2073" y="1108"/>
                </a:lnTo>
                <a:lnTo>
                  <a:pt x="2076" y="1107"/>
                </a:lnTo>
                <a:lnTo>
                  <a:pt x="2077" y="1107"/>
                </a:lnTo>
                <a:lnTo>
                  <a:pt x="2079" y="1107"/>
                </a:lnTo>
                <a:lnTo>
                  <a:pt x="2081" y="1107"/>
                </a:lnTo>
                <a:lnTo>
                  <a:pt x="2083" y="1107"/>
                </a:lnTo>
                <a:lnTo>
                  <a:pt x="2086" y="1106"/>
                </a:lnTo>
                <a:lnTo>
                  <a:pt x="2095" y="1105"/>
                </a:lnTo>
                <a:lnTo>
                  <a:pt x="2101" y="1106"/>
                </a:lnTo>
                <a:lnTo>
                  <a:pt x="2116" y="1106"/>
                </a:lnTo>
                <a:lnTo>
                  <a:pt x="2118" y="1105"/>
                </a:lnTo>
                <a:lnTo>
                  <a:pt x="2120" y="1105"/>
                </a:lnTo>
                <a:lnTo>
                  <a:pt x="2121" y="1104"/>
                </a:lnTo>
                <a:lnTo>
                  <a:pt x="2122" y="1104"/>
                </a:lnTo>
                <a:lnTo>
                  <a:pt x="2123" y="1104"/>
                </a:lnTo>
                <a:lnTo>
                  <a:pt x="2124" y="1104"/>
                </a:lnTo>
                <a:lnTo>
                  <a:pt x="2127" y="1103"/>
                </a:lnTo>
                <a:lnTo>
                  <a:pt x="2130" y="1102"/>
                </a:lnTo>
                <a:lnTo>
                  <a:pt x="2131" y="1102"/>
                </a:lnTo>
                <a:lnTo>
                  <a:pt x="2132" y="1102"/>
                </a:lnTo>
                <a:lnTo>
                  <a:pt x="2133" y="1101"/>
                </a:lnTo>
                <a:lnTo>
                  <a:pt x="2180" y="1109"/>
                </a:lnTo>
                <a:lnTo>
                  <a:pt x="2198" y="1112"/>
                </a:lnTo>
                <a:lnTo>
                  <a:pt x="2225" y="1116"/>
                </a:lnTo>
                <a:lnTo>
                  <a:pt x="2257" y="1118"/>
                </a:lnTo>
                <a:lnTo>
                  <a:pt x="2267" y="1119"/>
                </a:lnTo>
                <a:lnTo>
                  <a:pt x="2287" y="1120"/>
                </a:lnTo>
                <a:lnTo>
                  <a:pt x="2293" y="1121"/>
                </a:lnTo>
                <a:lnTo>
                  <a:pt x="2298" y="1121"/>
                </a:lnTo>
                <a:lnTo>
                  <a:pt x="2344" y="1125"/>
                </a:lnTo>
                <a:lnTo>
                  <a:pt x="2385" y="1117"/>
                </a:lnTo>
                <a:lnTo>
                  <a:pt x="2412" y="1118"/>
                </a:lnTo>
                <a:lnTo>
                  <a:pt x="2413" y="1117"/>
                </a:lnTo>
                <a:lnTo>
                  <a:pt x="2417" y="1112"/>
                </a:lnTo>
                <a:lnTo>
                  <a:pt x="2465" y="1114"/>
                </a:lnTo>
                <a:lnTo>
                  <a:pt x="2517" y="1126"/>
                </a:lnTo>
                <a:lnTo>
                  <a:pt x="2529" y="1129"/>
                </a:lnTo>
                <a:lnTo>
                  <a:pt x="2551" y="1131"/>
                </a:lnTo>
                <a:lnTo>
                  <a:pt x="2568" y="1152"/>
                </a:lnTo>
                <a:lnTo>
                  <a:pt x="2575" y="1159"/>
                </a:lnTo>
                <a:lnTo>
                  <a:pt x="2609" y="1168"/>
                </a:lnTo>
                <a:lnTo>
                  <a:pt x="2617" y="1166"/>
                </a:lnTo>
                <a:lnTo>
                  <a:pt x="2626" y="1167"/>
                </a:lnTo>
                <a:lnTo>
                  <a:pt x="2632" y="1167"/>
                </a:lnTo>
                <a:lnTo>
                  <a:pt x="2652" y="1176"/>
                </a:lnTo>
                <a:lnTo>
                  <a:pt x="2658" y="1179"/>
                </a:lnTo>
                <a:lnTo>
                  <a:pt x="2696" y="1195"/>
                </a:lnTo>
                <a:lnTo>
                  <a:pt x="2705" y="1197"/>
                </a:lnTo>
                <a:lnTo>
                  <a:pt x="2726" y="1201"/>
                </a:lnTo>
                <a:lnTo>
                  <a:pt x="2736" y="1203"/>
                </a:lnTo>
                <a:lnTo>
                  <a:pt x="2755" y="1203"/>
                </a:lnTo>
                <a:lnTo>
                  <a:pt x="2776" y="1199"/>
                </a:lnTo>
                <a:lnTo>
                  <a:pt x="2796" y="1196"/>
                </a:lnTo>
                <a:lnTo>
                  <a:pt x="2795" y="1218"/>
                </a:lnTo>
                <a:lnTo>
                  <a:pt x="2810" y="1219"/>
                </a:lnTo>
                <a:lnTo>
                  <a:pt x="2831" y="1218"/>
                </a:lnTo>
                <a:lnTo>
                  <a:pt x="2839" y="1226"/>
                </a:lnTo>
                <a:lnTo>
                  <a:pt x="2859" y="1208"/>
                </a:lnTo>
                <a:lnTo>
                  <a:pt x="2864" y="1209"/>
                </a:lnTo>
                <a:lnTo>
                  <a:pt x="2871" y="1206"/>
                </a:lnTo>
                <a:lnTo>
                  <a:pt x="2873" y="1204"/>
                </a:lnTo>
                <a:lnTo>
                  <a:pt x="2882" y="1200"/>
                </a:lnTo>
                <a:lnTo>
                  <a:pt x="2891" y="1195"/>
                </a:lnTo>
                <a:lnTo>
                  <a:pt x="2903" y="1189"/>
                </a:lnTo>
                <a:lnTo>
                  <a:pt x="2918" y="1184"/>
                </a:lnTo>
                <a:lnTo>
                  <a:pt x="2936" y="1177"/>
                </a:lnTo>
                <a:lnTo>
                  <a:pt x="2962" y="1167"/>
                </a:lnTo>
                <a:lnTo>
                  <a:pt x="2983" y="1158"/>
                </a:lnTo>
                <a:lnTo>
                  <a:pt x="2999" y="1153"/>
                </a:lnTo>
                <a:lnTo>
                  <a:pt x="3023" y="1150"/>
                </a:lnTo>
                <a:lnTo>
                  <a:pt x="3043" y="1145"/>
                </a:lnTo>
                <a:lnTo>
                  <a:pt x="3045" y="1140"/>
                </a:lnTo>
                <a:lnTo>
                  <a:pt x="3060" y="1136"/>
                </a:lnTo>
                <a:lnTo>
                  <a:pt x="3064" y="1136"/>
                </a:lnTo>
                <a:lnTo>
                  <a:pt x="3070" y="1140"/>
                </a:lnTo>
                <a:lnTo>
                  <a:pt x="3085" y="1140"/>
                </a:lnTo>
                <a:lnTo>
                  <a:pt x="3103" y="1141"/>
                </a:lnTo>
                <a:lnTo>
                  <a:pt x="3105" y="1140"/>
                </a:lnTo>
                <a:lnTo>
                  <a:pt x="3107" y="1140"/>
                </a:lnTo>
                <a:lnTo>
                  <a:pt x="3109" y="1139"/>
                </a:lnTo>
                <a:lnTo>
                  <a:pt x="3111" y="1138"/>
                </a:lnTo>
                <a:lnTo>
                  <a:pt x="3117" y="1138"/>
                </a:lnTo>
                <a:lnTo>
                  <a:pt x="3131" y="1136"/>
                </a:lnTo>
                <a:lnTo>
                  <a:pt x="3135" y="1138"/>
                </a:lnTo>
                <a:lnTo>
                  <a:pt x="3152" y="1138"/>
                </a:lnTo>
                <a:lnTo>
                  <a:pt x="3156" y="1137"/>
                </a:lnTo>
                <a:lnTo>
                  <a:pt x="3172" y="1141"/>
                </a:lnTo>
                <a:lnTo>
                  <a:pt x="3180" y="1140"/>
                </a:lnTo>
                <a:lnTo>
                  <a:pt x="3184" y="1142"/>
                </a:lnTo>
                <a:lnTo>
                  <a:pt x="3185" y="1143"/>
                </a:lnTo>
                <a:lnTo>
                  <a:pt x="3195" y="1138"/>
                </a:lnTo>
                <a:lnTo>
                  <a:pt x="3197" y="1137"/>
                </a:lnTo>
                <a:lnTo>
                  <a:pt x="3198" y="1136"/>
                </a:lnTo>
                <a:lnTo>
                  <a:pt x="3200" y="1137"/>
                </a:lnTo>
                <a:lnTo>
                  <a:pt x="3201" y="1136"/>
                </a:lnTo>
                <a:lnTo>
                  <a:pt x="3221" y="1138"/>
                </a:lnTo>
                <a:lnTo>
                  <a:pt x="3225" y="1138"/>
                </a:lnTo>
                <a:lnTo>
                  <a:pt x="3227" y="1138"/>
                </a:lnTo>
                <a:lnTo>
                  <a:pt x="3232" y="1137"/>
                </a:lnTo>
                <a:lnTo>
                  <a:pt x="3233" y="1137"/>
                </a:lnTo>
                <a:lnTo>
                  <a:pt x="3235" y="1137"/>
                </a:lnTo>
                <a:lnTo>
                  <a:pt x="3236" y="1137"/>
                </a:lnTo>
                <a:lnTo>
                  <a:pt x="3239" y="1136"/>
                </a:lnTo>
                <a:lnTo>
                  <a:pt x="3242" y="1136"/>
                </a:lnTo>
                <a:lnTo>
                  <a:pt x="3244" y="1135"/>
                </a:lnTo>
                <a:lnTo>
                  <a:pt x="3247" y="1135"/>
                </a:lnTo>
                <a:lnTo>
                  <a:pt x="3260" y="1126"/>
                </a:lnTo>
                <a:lnTo>
                  <a:pt x="3264" y="1124"/>
                </a:lnTo>
                <a:lnTo>
                  <a:pt x="3280" y="1118"/>
                </a:lnTo>
                <a:lnTo>
                  <a:pt x="3287" y="1118"/>
                </a:lnTo>
                <a:lnTo>
                  <a:pt x="3298" y="1117"/>
                </a:lnTo>
                <a:lnTo>
                  <a:pt x="3301" y="1114"/>
                </a:lnTo>
                <a:lnTo>
                  <a:pt x="3305" y="1113"/>
                </a:lnTo>
                <a:lnTo>
                  <a:pt x="3314" y="1109"/>
                </a:lnTo>
                <a:lnTo>
                  <a:pt x="3317" y="1108"/>
                </a:lnTo>
                <a:lnTo>
                  <a:pt x="3319" y="1108"/>
                </a:lnTo>
                <a:lnTo>
                  <a:pt x="3328" y="1103"/>
                </a:lnTo>
                <a:lnTo>
                  <a:pt x="3331" y="1097"/>
                </a:lnTo>
                <a:lnTo>
                  <a:pt x="3342" y="1090"/>
                </a:lnTo>
                <a:lnTo>
                  <a:pt x="3345" y="1087"/>
                </a:lnTo>
                <a:lnTo>
                  <a:pt x="3351" y="1079"/>
                </a:lnTo>
                <a:lnTo>
                  <a:pt x="3351" y="1077"/>
                </a:lnTo>
                <a:lnTo>
                  <a:pt x="3355" y="1072"/>
                </a:lnTo>
                <a:lnTo>
                  <a:pt x="3358" y="1070"/>
                </a:lnTo>
                <a:lnTo>
                  <a:pt x="3368" y="1060"/>
                </a:lnTo>
                <a:lnTo>
                  <a:pt x="3380" y="1047"/>
                </a:lnTo>
                <a:lnTo>
                  <a:pt x="3384" y="1045"/>
                </a:lnTo>
                <a:lnTo>
                  <a:pt x="3385" y="1044"/>
                </a:lnTo>
                <a:lnTo>
                  <a:pt x="3387" y="1043"/>
                </a:lnTo>
                <a:lnTo>
                  <a:pt x="3392" y="1042"/>
                </a:lnTo>
                <a:lnTo>
                  <a:pt x="3395" y="1040"/>
                </a:lnTo>
                <a:lnTo>
                  <a:pt x="3403" y="1038"/>
                </a:lnTo>
                <a:lnTo>
                  <a:pt x="3407" y="1037"/>
                </a:lnTo>
                <a:lnTo>
                  <a:pt x="3410" y="1036"/>
                </a:lnTo>
                <a:lnTo>
                  <a:pt x="3411" y="1036"/>
                </a:lnTo>
                <a:lnTo>
                  <a:pt x="3415" y="1032"/>
                </a:lnTo>
                <a:lnTo>
                  <a:pt x="3420" y="1030"/>
                </a:lnTo>
                <a:lnTo>
                  <a:pt x="3425" y="1030"/>
                </a:lnTo>
                <a:lnTo>
                  <a:pt x="3430" y="1031"/>
                </a:lnTo>
                <a:lnTo>
                  <a:pt x="3433" y="1028"/>
                </a:lnTo>
                <a:lnTo>
                  <a:pt x="3444" y="1018"/>
                </a:lnTo>
                <a:lnTo>
                  <a:pt x="3450" y="1012"/>
                </a:lnTo>
                <a:lnTo>
                  <a:pt x="3459" y="1012"/>
                </a:lnTo>
                <a:lnTo>
                  <a:pt x="3462" y="1010"/>
                </a:lnTo>
                <a:lnTo>
                  <a:pt x="3464" y="1010"/>
                </a:lnTo>
                <a:lnTo>
                  <a:pt x="3466" y="1004"/>
                </a:lnTo>
                <a:lnTo>
                  <a:pt x="3466" y="999"/>
                </a:lnTo>
                <a:lnTo>
                  <a:pt x="3465" y="996"/>
                </a:lnTo>
                <a:lnTo>
                  <a:pt x="3457" y="985"/>
                </a:lnTo>
                <a:lnTo>
                  <a:pt x="3450" y="978"/>
                </a:lnTo>
                <a:lnTo>
                  <a:pt x="3449" y="978"/>
                </a:lnTo>
                <a:lnTo>
                  <a:pt x="3446" y="977"/>
                </a:lnTo>
                <a:lnTo>
                  <a:pt x="3444" y="976"/>
                </a:lnTo>
                <a:lnTo>
                  <a:pt x="3440" y="974"/>
                </a:lnTo>
                <a:lnTo>
                  <a:pt x="3438" y="972"/>
                </a:lnTo>
                <a:lnTo>
                  <a:pt x="3437" y="970"/>
                </a:lnTo>
                <a:lnTo>
                  <a:pt x="3434" y="967"/>
                </a:lnTo>
                <a:lnTo>
                  <a:pt x="3433" y="964"/>
                </a:lnTo>
                <a:lnTo>
                  <a:pt x="3431" y="963"/>
                </a:lnTo>
                <a:lnTo>
                  <a:pt x="3429" y="961"/>
                </a:lnTo>
                <a:lnTo>
                  <a:pt x="3428" y="959"/>
                </a:lnTo>
                <a:lnTo>
                  <a:pt x="3427" y="957"/>
                </a:lnTo>
                <a:lnTo>
                  <a:pt x="3427" y="953"/>
                </a:lnTo>
                <a:lnTo>
                  <a:pt x="3427" y="951"/>
                </a:lnTo>
                <a:lnTo>
                  <a:pt x="3426" y="949"/>
                </a:lnTo>
                <a:lnTo>
                  <a:pt x="3423" y="947"/>
                </a:lnTo>
                <a:lnTo>
                  <a:pt x="3417" y="945"/>
                </a:lnTo>
                <a:lnTo>
                  <a:pt x="3416" y="942"/>
                </a:lnTo>
                <a:lnTo>
                  <a:pt x="3417" y="938"/>
                </a:lnTo>
                <a:lnTo>
                  <a:pt x="3422" y="929"/>
                </a:lnTo>
                <a:lnTo>
                  <a:pt x="3425" y="926"/>
                </a:lnTo>
                <a:lnTo>
                  <a:pt x="3427" y="922"/>
                </a:lnTo>
                <a:lnTo>
                  <a:pt x="3429" y="920"/>
                </a:lnTo>
                <a:lnTo>
                  <a:pt x="3430" y="919"/>
                </a:lnTo>
                <a:lnTo>
                  <a:pt x="3429" y="912"/>
                </a:lnTo>
                <a:lnTo>
                  <a:pt x="3431" y="906"/>
                </a:lnTo>
                <a:lnTo>
                  <a:pt x="3433" y="902"/>
                </a:lnTo>
                <a:lnTo>
                  <a:pt x="3435" y="899"/>
                </a:lnTo>
                <a:lnTo>
                  <a:pt x="3439" y="892"/>
                </a:lnTo>
                <a:lnTo>
                  <a:pt x="3442" y="889"/>
                </a:lnTo>
                <a:lnTo>
                  <a:pt x="3446" y="882"/>
                </a:lnTo>
                <a:lnTo>
                  <a:pt x="3448" y="879"/>
                </a:lnTo>
                <a:lnTo>
                  <a:pt x="3459" y="871"/>
                </a:lnTo>
                <a:lnTo>
                  <a:pt x="3465" y="869"/>
                </a:lnTo>
                <a:lnTo>
                  <a:pt x="3469" y="867"/>
                </a:lnTo>
                <a:lnTo>
                  <a:pt x="3475" y="866"/>
                </a:lnTo>
                <a:lnTo>
                  <a:pt x="3479" y="869"/>
                </a:lnTo>
                <a:lnTo>
                  <a:pt x="3505" y="870"/>
                </a:lnTo>
                <a:lnTo>
                  <a:pt x="3508" y="868"/>
                </a:lnTo>
                <a:lnTo>
                  <a:pt x="3518" y="876"/>
                </a:lnTo>
                <a:lnTo>
                  <a:pt x="3523" y="883"/>
                </a:lnTo>
                <a:lnTo>
                  <a:pt x="3533" y="888"/>
                </a:lnTo>
                <a:lnTo>
                  <a:pt x="3546" y="892"/>
                </a:lnTo>
                <a:lnTo>
                  <a:pt x="3553" y="892"/>
                </a:lnTo>
                <a:lnTo>
                  <a:pt x="3560" y="894"/>
                </a:lnTo>
                <a:lnTo>
                  <a:pt x="3561" y="894"/>
                </a:lnTo>
                <a:lnTo>
                  <a:pt x="3570" y="897"/>
                </a:lnTo>
                <a:lnTo>
                  <a:pt x="3584" y="897"/>
                </a:lnTo>
                <a:lnTo>
                  <a:pt x="3604" y="899"/>
                </a:lnTo>
                <a:lnTo>
                  <a:pt x="3608" y="901"/>
                </a:lnTo>
                <a:lnTo>
                  <a:pt x="3616" y="902"/>
                </a:lnTo>
                <a:lnTo>
                  <a:pt x="3623" y="898"/>
                </a:lnTo>
                <a:lnTo>
                  <a:pt x="3627" y="894"/>
                </a:lnTo>
                <a:lnTo>
                  <a:pt x="3631" y="891"/>
                </a:lnTo>
                <a:lnTo>
                  <a:pt x="3637" y="890"/>
                </a:lnTo>
                <a:lnTo>
                  <a:pt x="3637" y="889"/>
                </a:lnTo>
                <a:lnTo>
                  <a:pt x="3638" y="889"/>
                </a:lnTo>
                <a:lnTo>
                  <a:pt x="3639" y="888"/>
                </a:lnTo>
                <a:lnTo>
                  <a:pt x="3639" y="887"/>
                </a:lnTo>
                <a:lnTo>
                  <a:pt x="3640" y="887"/>
                </a:lnTo>
                <a:lnTo>
                  <a:pt x="3640" y="886"/>
                </a:lnTo>
                <a:lnTo>
                  <a:pt x="3640" y="885"/>
                </a:lnTo>
                <a:lnTo>
                  <a:pt x="3641" y="885"/>
                </a:lnTo>
                <a:lnTo>
                  <a:pt x="3643" y="885"/>
                </a:lnTo>
                <a:lnTo>
                  <a:pt x="3645" y="885"/>
                </a:lnTo>
                <a:lnTo>
                  <a:pt x="3646" y="884"/>
                </a:lnTo>
                <a:lnTo>
                  <a:pt x="3650" y="884"/>
                </a:lnTo>
                <a:lnTo>
                  <a:pt x="3655" y="883"/>
                </a:lnTo>
                <a:lnTo>
                  <a:pt x="3659" y="881"/>
                </a:lnTo>
                <a:lnTo>
                  <a:pt x="3663" y="877"/>
                </a:lnTo>
                <a:lnTo>
                  <a:pt x="3664" y="876"/>
                </a:lnTo>
                <a:lnTo>
                  <a:pt x="3665" y="872"/>
                </a:lnTo>
                <a:lnTo>
                  <a:pt x="3666" y="872"/>
                </a:lnTo>
                <a:lnTo>
                  <a:pt x="3672" y="869"/>
                </a:lnTo>
                <a:lnTo>
                  <a:pt x="3679" y="864"/>
                </a:lnTo>
                <a:lnTo>
                  <a:pt x="3680" y="864"/>
                </a:lnTo>
                <a:lnTo>
                  <a:pt x="3686" y="858"/>
                </a:lnTo>
                <a:lnTo>
                  <a:pt x="3691" y="854"/>
                </a:lnTo>
                <a:lnTo>
                  <a:pt x="3691" y="853"/>
                </a:lnTo>
                <a:lnTo>
                  <a:pt x="3696" y="847"/>
                </a:lnTo>
                <a:lnTo>
                  <a:pt x="3698" y="842"/>
                </a:lnTo>
                <a:lnTo>
                  <a:pt x="3699" y="836"/>
                </a:lnTo>
                <a:lnTo>
                  <a:pt x="3716" y="831"/>
                </a:lnTo>
                <a:lnTo>
                  <a:pt x="3717" y="831"/>
                </a:lnTo>
                <a:lnTo>
                  <a:pt x="3733" y="837"/>
                </a:lnTo>
                <a:lnTo>
                  <a:pt x="3737" y="838"/>
                </a:lnTo>
                <a:lnTo>
                  <a:pt x="3740" y="837"/>
                </a:lnTo>
                <a:lnTo>
                  <a:pt x="3741" y="837"/>
                </a:lnTo>
                <a:lnTo>
                  <a:pt x="3743" y="837"/>
                </a:lnTo>
                <a:lnTo>
                  <a:pt x="3747" y="836"/>
                </a:lnTo>
                <a:lnTo>
                  <a:pt x="3749" y="836"/>
                </a:lnTo>
                <a:lnTo>
                  <a:pt x="3755" y="836"/>
                </a:lnTo>
                <a:lnTo>
                  <a:pt x="3772" y="836"/>
                </a:lnTo>
                <a:lnTo>
                  <a:pt x="3774" y="836"/>
                </a:lnTo>
                <a:lnTo>
                  <a:pt x="3789" y="832"/>
                </a:lnTo>
                <a:lnTo>
                  <a:pt x="3802" y="829"/>
                </a:lnTo>
                <a:lnTo>
                  <a:pt x="3805" y="827"/>
                </a:lnTo>
                <a:lnTo>
                  <a:pt x="3818" y="816"/>
                </a:lnTo>
                <a:lnTo>
                  <a:pt x="3824" y="811"/>
                </a:lnTo>
                <a:lnTo>
                  <a:pt x="3830" y="809"/>
                </a:lnTo>
                <a:lnTo>
                  <a:pt x="3832" y="808"/>
                </a:lnTo>
                <a:lnTo>
                  <a:pt x="3832" y="806"/>
                </a:lnTo>
                <a:lnTo>
                  <a:pt x="3834" y="806"/>
                </a:lnTo>
                <a:lnTo>
                  <a:pt x="3838" y="806"/>
                </a:lnTo>
                <a:lnTo>
                  <a:pt x="3840" y="806"/>
                </a:lnTo>
                <a:lnTo>
                  <a:pt x="3842" y="805"/>
                </a:lnTo>
                <a:lnTo>
                  <a:pt x="3845" y="805"/>
                </a:lnTo>
                <a:lnTo>
                  <a:pt x="3848" y="803"/>
                </a:lnTo>
                <a:lnTo>
                  <a:pt x="3849" y="802"/>
                </a:lnTo>
                <a:lnTo>
                  <a:pt x="3849" y="800"/>
                </a:lnTo>
                <a:lnTo>
                  <a:pt x="3851" y="799"/>
                </a:lnTo>
                <a:lnTo>
                  <a:pt x="3853" y="797"/>
                </a:lnTo>
                <a:lnTo>
                  <a:pt x="3855" y="797"/>
                </a:lnTo>
                <a:lnTo>
                  <a:pt x="3854" y="791"/>
                </a:lnTo>
                <a:lnTo>
                  <a:pt x="3855" y="790"/>
                </a:lnTo>
                <a:lnTo>
                  <a:pt x="3853" y="787"/>
                </a:lnTo>
                <a:lnTo>
                  <a:pt x="3851" y="786"/>
                </a:lnTo>
                <a:lnTo>
                  <a:pt x="3854" y="777"/>
                </a:lnTo>
                <a:lnTo>
                  <a:pt x="3856" y="774"/>
                </a:lnTo>
                <a:lnTo>
                  <a:pt x="3866" y="760"/>
                </a:lnTo>
                <a:lnTo>
                  <a:pt x="3869" y="760"/>
                </a:lnTo>
                <a:lnTo>
                  <a:pt x="3877" y="750"/>
                </a:lnTo>
                <a:lnTo>
                  <a:pt x="3880" y="748"/>
                </a:lnTo>
                <a:lnTo>
                  <a:pt x="3882" y="744"/>
                </a:lnTo>
                <a:lnTo>
                  <a:pt x="3884" y="743"/>
                </a:lnTo>
                <a:lnTo>
                  <a:pt x="3890" y="741"/>
                </a:lnTo>
                <a:lnTo>
                  <a:pt x="3897" y="740"/>
                </a:lnTo>
                <a:lnTo>
                  <a:pt x="3899" y="739"/>
                </a:lnTo>
                <a:lnTo>
                  <a:pt x="3899" y="738"/>
                </a:lnTo>
                <a:lnTo>
                  <a:pt x="3900" y="738"/>
                </a:lnTo>
                <a:lnTo>
                  <a:pt x="3902" y="738"/>
                </a:lnTo>
                <a:lnTo>
                  <a:pt x="3902" y="737"/>
                </a:lnTo>
                <a:lnTo>
                  <a:pt x="3903" y="736"/>
                </a:lnTo>
                <a:lnTo>
                  <a:pt x="3903" y="735"/>
                </a:lnTo>
                <a:lnTo>
                  <a:pt x="3904" y="735"/>
                </a:lnTo>
                <a:lnTo>
                  <a:pt x="3905" y="735"/>
                </a:lnTo>
                <a:lnTo>
                  <a:pt x="3911" y="736"/>
                </a:lnTo>
                <a:lnTo>
                  <a:pt x="3920" y="736"/>
                </a:lnTo>
                <a:lnTo>
                  <a:pt x="3922" y="737"/>
                </a:lnTo>
                <a:lnTo>
                  <a:pt x="3928" y="737"/>
                </a:lnTo>
                <a:lnTo>
                  <a:pt x="3942" y="736"/>
                </a:lnTo>
                <a:lnTo>
                  <a:pt x="3952" y="737"/>
                </a:lnTo>
                <a:lnTo>
                  <a:pt x="3954" y="733"/>
                </a:lnTo>
                <a:lnTo>
                  <a:pt x="3953" y="731"/>
                </a:lnTo>
                <a:lnTo>
                  <a:pt x="3955" y="725"/>
                </a:lnTo>
                <a:lnTo>
                  <a:pt x="3959" y="720"/>
                </a:lnTo>
                <a:lnTo>
                  <a:pt x="3957" y="714"/>
                </a:lnTo>
                <a:lnTo>
                  <a:pt x="3960" y="714"/>
                </a:lnTo>
                <a:lnTo>
                  <a:pt x="3964" y="713"/>
                </a:lnTo>
                <a:lnTo>
                  <a:pt x="3966" y="713"/>
                </a:lnTo>
                <a:lnTo>
                  <a:pt x="3969" y="712"/>
                </a:lnTo>
                <a:lnTo>
                  <a:pt x="3971" y="713"/>
                </a:lnTo>
                <a:lnTo>
                  <a:pt x="3973" y="712"/>
                </a:lnTo>
                <a:lnTo>
                  <a:pt x="3976" y="713"/>
                </a:lnTo>
                <a:lnTo>
                  <a:pt x="3977" y="714"/>
                </a:lnTo>
                <a:lnTo>
                  <a:pt x="3977" y="715"/>
                </a:lnTo>
                <a:lnTo>
                  <a:pt x="3977" y="717"/>
                </a:lnTo>
                <a:lnTo>
                  <a:pt x="3978" y="718"/>
                </a:lnTo>
                <a:lnTo>
                  <a:pt x="3980" y="719"/>
                </a:lnTo>
                <a:lnTo>
                  <a:pt x="3982" y="721"/>
                </a:lnTo>
                <a:lnTo>
                  <a:pt x="3984" y="721"/>
                </a:lnTo>
                <a:lnTo>
                  <a:pt x="3987" y="720"/>
                </a:lnTo>
                <a:lnTo>
                  <a:pt x="3988" y="719"/>
                </a:lnTo>
                <a:lnTo>
                  <a:pt x="3989" y="719"/>
                </a:lnTo>
                <a:lnTo>
                  <a:pt x="3992" y="720"/>
                </a:lnTo>
                <a:lnTo>
                  <a:pt x="3994" y="719"/>
                </a:lnTo>
                <a:lnTo>
                  <a:pt x="3996" y="719"/>
                </a:lnTo>
                <a:lnTo>
                  <a:pt x="3997" y="718"/>
                </a:lnTo>
                <a:lnTo>
                  <a:pt x="3998" y="718"/>
                </a:lnTo>
                <a:lnTo>
                  <a:pt x="3997" y="716"/>
                </a:lnTo>
                <a:lnTo>
                  <a:pt x="3997" y="715"/>
                </a:lnTo>
                <a:lnTo>
                  <a:pt x="3998" y="715"/>
                </a:lnTo>
                <a:lnTo>
                  <a:pt x="3999" y="714"/>
                </a:lnTo>
                <a:lnTo>
                  <a:pt x="4000" y="714"/>
                </a:lnTo>
                <a:lnTo>
                  <a:pt x="4001" y="713"/>
                </a:lnTo>
                <a:lnTo>
                  <a:pt x="4002" y="711"/>
                </a:lnTo>
                <a:lnTo>
                  <a:pt x="4003" y="711"/>
                </a:lnTo>
                <a:lnTo>
                  <a:pt x="4005" y="711"/>
                </a:lnTo>
                <a:lnTo>
                  <a:pt x="4007" y="711"/>
                </a:lnTo>
                <a:lnTo>
                  <a:pt x="4008" y="711"/>
                </a:lnTo>
                <a:lnTo>
                  <a:pt x="4009" y="709"/>
                </a:lnTo>
                <a:lnTo>
                  <a:pt x="4010" y="709"/>
                </a:lnTo>
                <a:lnTo>
                  <a:pt x="4013" y="709"/>
                </a:lnTo>
                <a:lnTo>
                  <a:pt x="4015" y="709"/>
                </a:lnTo>
                <a:lnTo>
                  <a:pt x="4021" y="704"/>
                </a:lnTo>
                <a:lnTo>
                  <a:pt x="4023" y="704"/>
                </a:lnTo>
                <a:lnTo>
                  <a:pt x="4026" y="704"/>
                </a:lnTo>
                <a:lnTo>
                  <a:pt x="4027" y="704"/>
                </a:lnTo>
                <a:lnTo>
                  <a:pt x="4029" y="703"/>
                </a:lnTo>
                <a:lnTo>
                  <a:pt x="4030" y="701"/>
                </a:lnTo>
                <a:lnTo>
                  <a:pt x="4031" y="701"/>
                </a:lnTo>
                <a:lnTo>
                  <a:pt x="4034" y="701"/>
                </a:lnTo>
                <a:lnTo>
                  <a:pt x="4038" y="698"/>
                </a:lnTo>
                <a:lnTo>
                  <a:pt x="4046" y="699"/>
                </a:lnTo>
                <a:lnTo>
                  <a:pt x="4049" y="702"/>
                </a:lnTo>
                <a:lnTo>
                  <a:pt x="4063" y="703"/>
                </a:lnTo>
                <a:lnTo>
                  <a:pt x="4067" y="700"/>
                </a:lnTo>
                <a:lnTo>
                  <a:pt x="4068" y="700"/>
                </a:lnTo>
                <a:lnTo>
                  <a:pt x="4069" y="700"/>
                </a:lnTo>
                <a:lnTo>
                  <a:pt x="4070" y="703"/>
                </a:lnTo>
                <a:lnTo>
                  <a:pt x="4075" y="703"/>
                </a:lnTo>
                <a:lnTo>
                  <a:pt x="4080" y="704"/>
                </a:lnTo>
                <a:lnTo>
                  <a:pt x="4081" y="704"/>
                </a:lnTo>
                <a:lnTo>
                  <a:pt x="4081" y="703"/>
                </a:lnTo>
                <a:lnTo>
                  <a:pt x="4081" y="702"/>
                </a:lnTo>
                <a:lnTo>
                  <a:pt x="4080" y="701"/>
                </a:lnTo>
                <a:lnTo>
                  <a:pt x="4086" y="695"/>
                </a:lnTo>
                <a:lnTo>
                  <a:pt x="4088" y="695"/>
                </a:lnTo>
                <a:lnTo>
                  <a:pt x="4091" y="695"/>
                </a:lnTo>
                <a:lnTo>
                  <a:pt x="4092" y="695"/>
                </a:lnTo>
                <a:lnTo>
                  <a:pt x="4093" y="698"/>
                </a:lnTo>
                <a:lnTo>
                  <a:pt x="4092" y="699"/>
                </a:lnTo>
                <a:lnTo>
                  <a:pt x="4093" y="700"/>
                </a:lnTo>
                <a:lnTo>
                  <a:pt x="4095" y="700"/>
                </a:lnTo>
                <a:lnTo>
                  <a:pt x="4097" y="699"/>
                </a:lnTo>
                <a:lnTo>
                  <a:pt x="4100" y="698"/>
                </a:lnTo>
                <a:lnTo>
                  <a:pt x="4102" y="700"/>
                </a:lnTo>
                <a:lnTo>
                  <a:pt x="4105" y="704"/>
                </a:lnTo>
                <a:lnTo>
                  <a:pt x="4109" y="707"/>
                </a:lnTo>
                <a:lnTo>
                  <a:pt x="4110" y="708"/>
                </a:lnTo>
                <a:lnTo>
                  <a:pt x="4111" y="708"/>
                </a:lnTo>
                <a:lnTo>
                  <a:pt x="4113" y="707"/>
                </a:lnTo>
                <a:lnTo>
                  <a:pt x="4114" y="707"/>
                </a:lnTo>
                <a:lnTo>
                  <a:pt x="4118" y="708"/>
                </a:lnTo>
                <a:lnTo>
                  <a:pt x="4121" y="707"/>
                </a:lnTo>
                <a:lnTo>
                  <a:pt x="4123" y="708"/>
                </a:lnTo>
                <a:lnTo>
                  <a:pt x="4124" y="709"/>
                </a:lnTo>
                <a:lnTo>
                  <a:pt x="4126" y="710"/>
                </a:lnTo>
                <a:lnTo>
                  <a:pt x="4128" y="712"/>
                </a:lnTo>
                <a:lnTo>
                  <a:pt x="4129" y="712"/>
                </a:lnTo>
                <a:lnTo>
                  <a:pt x="4131" y="711"/>
                </a:lnTo>
                <a:lnTo>
                  <a:pt x="4132" y="711"/>
                </a:lnTo>
                <a:lnTo>
                  <a:pt x="4133" y="712"/>
                </a:lnTo>
                <a:lnTo>
                  <a:pt x="4134" y="712"/>
                </a:lnTo>
                <a:lnTo>
                  <a:pt x="4135" y="711"/>
                </a:lnTo>
                <a:lnTo>
                  <a:pt x="4138" y="709"/>
                </a:lnTo>
                <a:lnTo>
                  <a:pt x="4143" y="709"/>
                </a:lnTo>
                <a:lnTo>
                  <a:pt x="4145" y="709"/>
                </a:lnTo>
                <a:lnTo>
                  <a:pt x="4146" y="709"/>
                </a:lnTo>
                <a:lnTo>
                  <a:pt x="4150" y="709"/>
                </a:lnTo>
                <a:lnTo>
                  <a:pt x="4152" y="711"/>
                </a:lnTo>
                <a:lnTo>
                  <a:pt x="4154" y="711"/>
                </a:lnTo>
                <a:lnTo>
                  <a:pt x="4157" y="710"/>
                </a:lnTo>
                <a:lnTo>
                  <a:pt x="4158" y="710"/>
                </a:lnTo>
                <a:lnTo>
                  <a:pt x="4159" y="711"/>
                </a:lnTo>
                <a:lnTo>
                  <a:pt x="4160" y="711"/>
                </a:lnTo>
                <a:lnTo>
                  <a:pt x="4161" y="712"/>
                </a:lnTo>
                <a:lnTo>
                  <a:pt x="4161" y="713"/>
                </a:lnTo>
                <a:lnTo>
                  <a:pt x="4161" y="714"/>
                </a:lnTo>
                <a:lnTo>
                  <a:pt x="4164" y="713"/>
                </a:lnTo>
                <a:lnTo>
                  <a:pt x="4165" y="711"/>
                </a:lnTo>
                <a:lnTo>
                  <a:pt x="4167" y="711"/>
                </a:lnTo>
                <a:lnTo>
                  <a:pt x="4168" y="711"/>
                </a:lnTo>
                <a:lnTo>
                  <a:pt x="4169" y="711"/>
                </a:lnTo>
                <a:lnTo>
                  <a:pt x="4171" y="708"/>
                </a:lnTo>
                <a:lnTo>
                  <a:pt x="4172" y="707"/>
                </a:lnTo>
                <a:lnTo>
                  <a:pt x="4173" y="705"/>
                </a:lnTo>
                <a:lnTo>
                  <a:pt x="4172" y="704"/>
                </a:lnTo>
                <a:lnTo>
                  <a:pt x="4178" y="706"/>
                </a:lnTo>
                <a:lnTo>
                  <a:pt x="4179" y="706"/>
                </a:lnTo>
                <a:lnTo>
                  <a:pt x="4182" y="705"/>
                </a:lnTo>
                <a:lnTo>
                  <a:pt x="4182" y="704"/>
                </a:lnTo>
                <a:lnTo>
                  <a:pt x="4182" y="703"/>
                </a:lnTo>
                <a:lnTo>
                  <a:pt x="4183" y="702"/>
                </a:lnTo>
                <a:lnTo>
                  <a:pt x="4184" y="701"/>
                </a:lnTo>
                <a:lnTo>
                  <a:pt x="4183" y="699"/>
                </a:lnTo>
                <a:lnTo>
                  <a:pt x="4182" y="697"/>
                </a:lnTo>
                <a:lnTo>
                  <a:pt x="4182" y="696"/>
                </a:lnTo>
                <a:lnTo>
                  <a:pt x="4181" y="695"/>
                </a:lnTo>
                <a:lnTo>
                  <a:pt x="4184" y="693"/>
                </a:lnTo>
                <a:lnTo>
                  <a:pt x="4184" y="692"/>
                </a:lnTo>
                <a:lnTo>
                  <a:pt x="4183" y="689"/>
                </a:lnTo>
                <a:lnTo>
                  <a:pt x="4183" y="688"/>
                </a:lnTo>
                <a:lnTo>
                  <a:pt x="4184" y="687"/>
                </a:lnTo>
                <a:lnTo>
                  <a:pt x="4182" y="687"/>
                </a:lnTo>
                <a:lnTo>
                  <a:pt x="4182" y="683"/>
                </a:lnTo>
                <a:lnTo>
                  <a:pt x="4183" y="681"/>
                </a:lnTo>
                <a:lnTo>
                  <a:pt x="4177" y="680"/>
                </a:lnTo>
                <a:lnTo>
                  <a:pt x="4176" y="677"/>
                </a:lnTo>
                <a:lnTo>
                  <a:pt x="4178" y="676"/>
                </a:lnTo>
                <a:lnTo>
                  <a:pt x="4177" y="675"/>
                </a:lnTo>
                <a:lnTo>
                  <a:pt x="4176" y="675"/>
                </a:lnTo>
                <a:lnTo>
                  <a:pt x="4173" y="672"/>
                </a:lnTo>
                <a:lnTo>
                  <a:pt x="4172" y="671"/>
                </a:lnTo>
                <a:lnTo>
                  <a:pt x="4171" y="670"/>
                </a:lnTo>
                <a:lnTo>
                  <a:pt x="4171" y="669"/>
                </a:lnTo>
                <a:lnTo>
                  <a:pt x="4171" y="668"/>
                </a:lnTo>
                <a:lnTo>
                  <a:pt x="4171" y="667"/>
                </a:lnTo>
                <a:lnTo>
                  <a:pt x="4172" y="666"/>
                </a:lnTo>
                <a:lnTo>
                  <a:pt x="4169" y="659"/>
                </a:lnTo>
                <a:lnTo>
                  <a:pt x="4168" y="658"/>
                </a:lnTo>
                <a:lnTo>
                  <a:pt x="4165" y="654"/>
                </a:lnTo>
                <a:lnTo>
                  <a:pt x="4165" y="653"/>
                </a:lnTo>
                <a:lnTo>
                  <a:pt x="4163" y="652"/>
                </a:lnTo>
                <a:lnTo>
                  <a:pt x="4162" y="651"/>
                </a:lnTo>
                <a:lnTo>
                  <a:pt x="4160" y="650"/>
                </a:lnTo>
                <a:lnTo>
                  <a:pt x="4159" y="648"/>
                </a:lnTo>
                <a:lnTo>
                  <a:pt x="4158" y="648"/>
                </a:lnTo>
                <a:lnTo>
                  <a:pt x="4158" y="647"/>
                </a:lnTo>
                <a:lnTo>
                  <a:pt x="4157" y="647"/>
                </a:lnTo>
                <a:lnTo>
                  <a:pt x="4156" y="646"/>
                </a:lnTo>
                <a:lnTo>
                  <a:pt x="4154" y="646"/>
                </a:lnTo>
                <a:lnTo>
                  <a:pt x="4153" y="646"/>
                </a:lnTo>
                <a:lnTo>
                  <a:pt x="4152" y="646"/>
                </a:lnTo>
                <a:lnTo>
                  <a:pt x="4151" y="646"/>
                </a:lnTo>
                <a:lnTo>
                  <a:pt x="4150" y="646"/>
                </a:lnTo>
                <a:lnTo>
                  <a:pt x="4150" y="645"/>
                </a:lnTo>
                <a:lnTo>
                  <a:pt x="4150" y="644"/>
                </a:lnTo>
                <a:lnTo>
                  <a:pt x="4151" y="644"/>
                </a:lnTo>
                <a:lnTo>
                  <a:pt x="4151" y="643"/>
                </a:lnTo>
                <a:lnTo>
                  <a:pt x="4150" y="643"/>
                </a:lnTo>
                <a:lnTo>
                  <a:pt x="4151" y="643"/>
                </a:lnTo>
                <a:lnTo>
                  <a:pt x="4151" y="642"/>
                </a:lnTo>
                <a:lnTo>
                  <a:pt x="4150" y="642"/>
                </a:lnTo>
                <a:lnTo>
                  <a:pt x="4151" y="642"/>
                </a:lnTo>
                <a:lnTo>
                  <a:pt x="4150" y="642"/>
                </a:lnTo>
                <a:lnTo>
                  <a:pt x="4150" y="643"/>
                </a:lnTo>
                <a:lnTo>
                  <a:pt x="4150" y="642"/>
                </a:lnTo>
                <a:lnTo>
                  <a:pt x="4151" y="642"/>
                </a:lnTo>
                <a:lnTo>
                  <a:pt x="4150" y="642"/>
                </a:lnTo>
                <a:lnTo>
                  <a:pt x="4150" y="641"/>
                </a:lnTo>
                <a:lnTo>
                  <a:pt x="4148" y="641"/>
                </a:lnTo>
                <a:lnTo>
                  <a:pt x="4148" y="640"/>
                </a:lnTo>
                <a:lnTo>
                  <a:pt x="4147" y="640"/>
                </a:lnTo>
                <a:lnTo>
                  <a:pt x="4147" y="639"/>
                </a:lnTo>
                <a:lnTo>
                  <a:pt x="4146" y="639"/>
                </a:lnTo>
                <a:lnTo>
                  <a:pt x="4146" y="638"/>
                </a:lnTo>
                <a:lnTo>
                  <a:pt x="4146" y="639"/>
                </a:lnTo>
                <a:lnTo>
                  <a:pt x="4146" y="638"/>
                </a:lnTo>
                <a:lnTo>
                  <a:pt x="4145" y="638"/>
                </a:lnTo>
                <a:lnTo>
                  <a:pt x="4144" y="638"/>
                </a:lnTo>
                <a:lnTo>
                  <a:pt x="4143" y="638"/>
                </a:lnTo>
                <a:lnTo>
                  <a:pt x="4143" y="637"/>
                </a:lnTo>
                <a:lnTo>
                  <a:pt x="4142" y="637"/>
                </a:lnTo>
                <a:lnTo>
                  <a:pt x="4141" y="636"/>
                </a:lnTo>
                <a:lnTo>
                  <a:pt x="4141" y="635"/>
                </a:lnTo>
                <a:lnTo>
                  <a:pt x="4141" y="636"/>
                </a:lnTo>
                <a:lnTo>
                  <a:pt x="4140" y="636"/>
                </a:lnTo>
                <a:lnTo>
                  <a:pt x="4140" y="635"/>
                </a:lnTo>
                <a:lnTo>
                  <a:pt x="4139" y="634"/>
                </a:lnTo>
                <a:lnTo>
                  <a:pt x="4139" y="633"/>
                </a:lnTo>
                <a:lnTo>
                  <a:pt x="4138" y="633"/>
                </a:lnTo>
                <a:lnTo>
                  <a:pt x="4137" y="633"/>
                </a:lnTo>
                <a:lnTo>
                  <a:pt x="4138" y="633"/>
                </a:lnTo>
                <a:lnTo>
                  <a:pt x="4137" y="632"/>
                </a:lnTo>
                <a:lnTo>
                  <a:pt x="4136" y="632"/>
                </a:lnTo>
                <a:lnTo>
                  <a:pt x="4136" y="631"/>
                </a:lnTo>
                <a:lnTo>
                  <a:pt x="4135" y="631"/>
                </a:lnTo>
                <a:lnTo>
                  <a:pt x="4134" y="631"/>
                </a:lnTo>
                <a:lnTo>
                  <a:pt x="4134" y="630"/>
                </a:lnTo>
                <a:lnTo>
                  <a:pt x="4133" y="630"/>
                </a:lnTo>
                <a:lnTo>
                  <a:pt x="4133" y="629"/>
                </a:lnTo>
                <a:lnTo>
                  <a:pt x="4132" y="629"/>
                </a:lnTo>
                <a:lnTo>
                  <a:pt x="4133" y="629"/>
                </a:lnTo>
                <a:lnTo>
                  <a:pt x="4133" y="628"/>
                </a:lnTo>
                <a:lnTo>
                  <a:pt x="4132" y="628"/>
                </a:lnTo>
                <a:lnTo>
                  <a:pt x="4131" y="628"/>
                </a:lnTo>
                <a:lnTo>
                  <a:pt x="4131" y="627"/>
                </a:lnTo>
                <a:lnTo>
                  <a:pt x="4131" y="628"/>
                </a:lnTo>
                <a:lnTo>
                  <a:pt x="4130" y="628"/>
                </a:lnTo>
                <a:lnTo>
                  <a:pt x="4130" y="627"/>
                </a:lnTo>
                <a:lnTo>
                  <a:pt x="4130" y="628"/>
                </a:lnTo>
                <a:lnTo>
                  <a:pt x="4129" y="628"/>
                </a:lnTo>
                <a:lnTo>
                  <a:pt x="4129" y="627"/>
                </a:lnTo>
                <a:lnTo>
                  <a:pt x="4131" y="624"/>
                </a:lnTo>
                <a:lnTo>
                  <a:pt x="4132" y="623"/>
                </a:lnTo>
                <a:lnTo>
                  <a:pt x="4130" y="622"/>
                </a:lnTo>
                <a:lnTo>
                  <a:pt x="4118" y="618"/>
                </a:lnTo>
                <a:lnTo>
                  <a:pt x="4113" y="616"/>
                </a:lnTo>
                <a:lnTo>
                  <a:pt x="4113" y="613"/>
                </a:lnTo>
                <a:lnTo>
                  <a:pt x="4112" y="609"/>
                </a:lnTo>
                <a:lnTo>
                  <a:pt x="4112" y="608"/>
                </a:lnTo>
                <a:lnTo>
                  <a:pt x="4111" y="604"/>
                </a:lnTo>
                <a:lnTo>
                  <a:pt x="4106" y="602"/>
                </a:lnTo>
                <a:lnTo>
                  <a:pt x="4100" y="600"/>
                </a:lnTo>
                <a:lnTo>
                  <a:pt x="4094" y="598"/>
                </a:lnTo>
                <a:lnTo>
                  <a:pt x="4079" y="593"/>
                </a:lnTo>
                <a:lnTo>
                  <a:pt x="4078" y="592"/>
                </a:lnTo>
                <a:lnTo>
                  <a:pt x="4069" y="581"/>
                </a:lnTo>
                <a:lnTo>
                  <a:pt x="4061" y="571"/>
                </a:lnTo>
                <a:lnTo>
                  <a:pt x="4060" y="570"/>
                </a:lnTo>
                <a:lnTo>
                  <a:pt x="4058" y="570"/>
                </a:lnTo>
                <a:lnTo>
                  <a:pt x="4051" y="569"/>
                </a:lnTo>
                <a:lnTo>
                  <a:pt x="4050" y="569"/>
                </a:lnTo>
                <a:lnTo>
                  <a:pt x="4050" y="570"/>
                </a:lnTo>
                <a:lnTo>
                  <a:pt x="4049" y="570"/>
                </a:lnTo>
                <a:lnTo>
                  <a:pt x="4049" y="569"/>
                </a:lnTo>
                <a:lnTo>
                  <a:pt x="4049" y="568"/>
                </a:lnTo>
                <a:lnTo>
                  <a:pt x="4048" y="568"/>
                </a:lnTo>
                <a:lnTo>
                  <a:pt x="4047" y="568"/>
                </a:lnTo>
                <a:lnTo>
                  <a:pt x="4046" y="568"/>
                </a:lnTo>
                <a:lnTo>
                  <a:pt x="4045" y="568"/>
                </a:lnTo>
                <a:lnTo>
                  <a:pt x="4044" y="568"/>
                </a:lnTo>
                <a:lnTo>
                  <a:pt x="4043" y="568"/>
                </a:lnTo>
                <a:lnTo>
                  <a:pt x="4042" y="568"/>
                </a:lnTo>
                <a:lnTo>
                  <a:pt x="4042" y="569"/>
                </a:lnTo>
                <a:lnTo>
                  <a:pt x="4042" y="568"/>
                </a:lnTo>
                <a:lnTo>
                  <a:pt x="4042" y="569"/>
                </a:lnTo>
                <a:lnTo>
                  <a:pt x="4041" y="569"/>
                </a:lnTo>
                <a:lnTo>
                  <a:pt x="4041" y="568"/>
                </a:lnTo>
                <a:lnTo>
                  <a:pt x="4040" y="568"/>
                </a:lnTo>
                <a:lnTo>
                  <a:pt x="4040" y="569"/>
                </a:lnTo>
                <a:lnTo>
                  <a:pt x="4039" y="569"/>
                </a:lnTo>
                <a:lnTo>
                  <a:pt x="4038" y="568"/>
                </a:lnTo>
                <a:lnTo>
                  <a:pt x="4037" y="568"/>
                </a:lnTo>
                <a:lnTo>
                  <a:pt x="4037" y="569"/>
                </a:lnTo>
                <a:lnTo>
                  <a:pt x="4036" y="569"/>
                </a:lnTo>
                <a:lnTo>
                  <a:pt x="4035" y="568"/>
                </a:lnTo>
                <a:lnTo>
                  <a:pt x="4034" y="568"/>
                </a:lnTo>
                <a:lnTo>
                  <a:pt x="4034" y="567"/>
                </a:lnTo>
                <a:lnTo>
                  <a:pt x="4033" y="567"/>
                </a:lnTo>
                <a:lnTo>
                  <a:pt x="4032" y="567"/>
                </a:lnTo>
                <a:lnTo>
                  <a:pt x="4032" y="566"/>
                </a:lnTo>
                <a:lnTo>
                  <a:pt x="4031" y="566"/>
                </a:lnTo>
                <a:lnTo>
                  <a:pt x="4031" y="565"/>
                </a:lnTo>
                <a:lnTo>
                  <a:pt x="4030" y="565"/>
                </a:lnTo>
                <a:lnTo>
                  <a:pt x="4029" y="565"/>
                </a:lnTo>
                <a:lnTo>
                  <a:pt x="4028" y="565"/>
                </a:lnTo>
                <a:lnTo>
                  <a:pt x="4027" y="565"/>
                </a:lnTo>
                <a:lnTo>
                  <a:pt x="4026" y="565"/>
                </a:lnTo>
                <a:lnTo>
                  <a:pt x="4026" y="564"/>
                </a:lnTo>
                <a:lnTo>
                  <a:pt x="4025" y="564"/>
                </a:lnTo>
                <a:lnTo>
                  <a:pt x="4025" y="565"/>
                </a:lnTo>
                <a:lnTo>
                  <a:pt x="4024" y="565"/>
                </a:lnTo>
                <a:lnTo>
                  <a:pt x="4023" y="566"/>
                </a:lnTo>
                <a:lnTo>
                  <a:pt x="4023" y="565"/>
                </a:lnTo>
                <a:lnTo>
                  <a:pt x="4022" y="565"/>
                </a:lnTo>
                <a:lnTo>
                  <a:pt x="4022" y="566"/>
                </a:lnTo>
                <a:lnTo>
                  <a:pt x="4021" y="566"/>
                </a:lnTo>
                <a:lnTo>
                  <a:pt x="4021" y="565"/>
                </a:lnTo>
                <a:lnTo>
                  <a:pt x="4021" y="564"/>
                </a:lnTo>
                <a:lnTo>
                  <a:pt x="4020" y="564"/>
                </a:lnTo>
                <a:lnTo>
                  <a:pt x="4020" y="565"/>
                </a:lnTo>
                <a:lnTo>
                  <a:pt x="4019" y="565"/>
                </a:lnTo>
                <a:lnTo>
                  <a:pt x="4019" y="566"/>
                </a:lnTo>
                <a:lnTo>
                  <a:pt x="4018" y="566"/>
                </a:lnTo>
                <a:lnTo>
                  <a:pt x="4017" y="566"/>
                </a:lnTo>
                <a:lnTo>
                  <a:pt x="4017" y="567"/>
                </a:lnTo>
                <a:lnTo>
                  <a:pt x="4017" y="566"/>
                </a:lnTo>
                <a:lnTo>
                  <a:pt x="4017" y="567"/>
                </a:lnTo>
                <a:lnTo>
                  <a:pt x="4016" y="567"/>
                </a:lnTo>
                <a:lnTo>
                  <a:pt x="4015" y="567"/>
                </a:lnTo>
                <a:lnTo>
                  <a:pt x="4014" y="567"/>
                </a:lnTo>
                <a:lnTo>
                  <a:pt x="4014" y="568"/>
                </a:lnTo>
                <a:lnTo>
                  <a:pt x="4013" y="568"/>
                </a:lnTo>
                <a:lnTo>
                  <a:pt x="4012" y="568"/>
                </a:lnTo>
                <a:lnTo>
                  <a:pt x="4011" y="568"/>
                </a:lnTo>
                <a:lnTo>
                  <a:pt x="4010" y="568"/>
                </a:lnTo>
                <a:lnTo>
                  <a:pt x="4009" y="568"/>
                </a:lnTo>
                <a:lnTo>
                  <a:pt x="4009" y="567"/>
                </a:lnTo>
                <a:lnTo>
                  <a:pt x="4008" y="567"/>
                </a:lnTo>
                <a:lnTo>
                  <a:pt x="4008" y="568"/>
                </a:lnTo>
                <a:lnTo>
                  <a:pt x="4007" y="568"/>
                </a:lnTo>
                <a:lnTo>
                  <a:pt x="4006" y="567"/>
                </a:lnTo>
                <a:lnTo>
                  <a:pt x="4006" y="568"/>
                </a:lnTo>
                <a:lnTo>
                  <a:pt x="4005" y="568"/>
                </a:lnTo>
                <a:lnTo>
                  <a:pt x="4005" y="567"/>
                </a:lnTo>
                <a:lnTo>
                  <a:pt x="4004" y="567"/>
                </a:lnTo>
                <a:lnTo>
                  <a:pt x="4004" y="568"/>
                </a:lnTo>
                <a:lnTo>
                  <a:pt x="4003" y="568"/>
                </a:lnTo>
                <a:lnTo>
                  <a:pt x="4003" y="567"/>
                </a:lnTo>
                <a:lnTo>
                  <a:pt x="4002" y="567"/>
                </a:lnTo>
                <a:lnTo>
                  <a:pt x="4001" y="567"/>
                </a:lnTo>
                <a:lnTo>
                  <a:pt x="4000" y="566"/>
                </a:lnTo>
                <a:lnTo>
                  <a:pt x="3993" y="567"/>
                </a:lnTo>
                <a:lnTo>
                  <a:pt x="3993" y="568"/>
                </a:lnTo>
                <a:lnTo>
                  <a:pt x="3992" y="568"/>
                </a:lnTo>
                <a:lnTo>
                  <a:pt x="3991" y="569"/>
                </a:lnTo>
                <a:lnTo>
                  <a:pt x="3967" y="592"/>
                </a:lnTo>
                <a:lnTo>
                  <a:pt x="3967" y="593"/>
                </a:lnTo>
                <a:lnTo>
                  <a:pt x="3966" y="594"/>
                </a:lnTo>
                <a:lnTo>
                  <a:pt x="3964" y="594"/>
                </a:lnTo>
                <a:lnTo>
                  <a:pt x="3963" y="594"/>
                </a:lnTo>
                <a:lnTo>
                  <a:pt x="3954" y="606"/>
                </a:lnTo>
                <a:lnTo>
                  <a:pt x="3928" y="587"/>
                </a:lnTo>
                <a:lnTo>
                  <a:pt x="3920" y="584"/>
                </a:lnTo>
                <a:lnTo>
                  <a:pt x="3908" y="580"/>
                </a:lnTo>
                <a:lnTo>
                  <a:pt x="3901" y="579"/>
                </a:lnTo>
                <a:lnTo>
                  <a:pt x="3890" y="580"/>
                </a:lnTo>
                <a:lnTo>
                  <a:pt x="3870" y="586"/>
                </a:lnTo>
                <a:lnTo>
                  <a:pt x="3853" y="582"/>
                </a:lnTo>
                <a:lnTo>
                  <a:pt x="3840" y="588"/>
                </a:lnTo>
                <a:lnTo>
                  <a:pt x="3830" y="598"/>
                </a:lnTo>
                <a:lnTo>
                  <a:pt x="3826" y="601"/>
                </a:lnTo>
                <a:lnTo>
                  <a:pt x="3824" y="602"/>
                </a:lnTo>
                <a:lnTo>
                  <a:pt x="3791" y="577"/>
                </a:lnTo>
                <a:lnTo>
                  <a:pt x="3791" y="573"/>
                </a:lnTo>
                <a:lnTo>
                  <a:pt x="3790" y="569"/>
                </a:lnTo>
                <a:lnTo>
                  <a:pt x="3789" y="564"/>
                </a:lnTo>
                <a:lnTo>
                  <a:pt x="3788" y="559"/>
                </a:lnTo>
                <a:lnTo>
                  <a:pt x="3787" y="559"/>
                </a:lnTo>
                <a:lnTo>
                  <a:pt x="3787" y="558"/>
                </a:lnTo>
                <a:lnTo>
                  <a:pt x="3788" y="557"/>
                </a:lnTo>
                <a:lnTo>
                  <a:pt x="3789" y="556"/>
                </a:lnTo>
                <a:lnTo>
                  <a:pt x="3789" y="555"/>
                </a:lnTo>
                <a:lnTo>
                  <a:pt x="3788" y="555"/>
                </a:lnTo>
                <a:lnTo>
                  <a:pt x="3787" y="555"/>
                </a:lnTo>
                <a:lnTo>
                  <a:pt x="3788" y="554"/>
                </a:lnTo>
                <a:lnTo>
                  <a:pt x="3813" y="543"/>
                </a:lnTo>
                <a:lnTo>
                  <a:pt x="3811" y="516"/>
                </a:lnTo>
                <a:lnTo>
                  <a:pt x="3836" y="486"/>
                </a:lnTo>
                <a:lnTo>
                  <a:pt x="3836" y="485"/>
                </a:lnTo>
                <a:lnTo>
                  <a:pt x="3833" y="480"/>
                </a:lnTo>
                <a:lnTo>
                  <a:pt x="3894" y="380"/>
                </a:lnTo>
                <a:lnTo>
                  <a:pt x="3909" y="387"/>
                </a:lnTo>
                <a:lnTo>
                  <a:pt x="3925" y="396"/>
                </a:lnTo>
                <a:lnTo>
                  <a:pt x="3931" y="398"/>
                </a:lnTo>
                <a:lnTo>
                  <a:pt x="3945" y="402"/>
                </a:lnTo>
                <a:lnTo>
                  <a:pt x="3963" y="402"/>
                </a:lnTo>
                <a:lnTo>
                  <a:pt x="3977" y="408"/>
                </a:lnTo>
                <a:lnTo>
                  <a:pt x="3992" y="414"/>
                </a:lnTo>
                <a:lnTo>
                  <a:pt x="3993" y="414"/>
                </a:lnTo>
                <a:lnTo>
                  <a:pt x="3993" y="413"/>
                </a:lnTo>
                <a:lnTo>
                  <a:pt x="3993" y="412"/>
                </a:lnTo>
                <a:lnTo>
                  <a:pt x="3994" y="412"/>
                </a:lnTo>
                <a:lnTo>
                  <a:pt x="3995" y="411"/>
                </a:lnTo>
                <a:lnTo>
                  <a:pt x="3996" y="411"/>
                </a:lnTo>
                <a:lnTo>
                  <a:pt x="3996" y="410"/>
                </a:lnTo>
                <a:lnTo>
                  <a:pt x="3996" y="409"/>
                </a:lnTo>
                <a:lnTo>
                  <a:pt x="3997" y="409"/>
                </a:lnTo>
                <a:lnTo>
                  <a:pt x="3997" y="408"/>
                </a:lnTo>
                <a:lnTo>
                  <a:pt x="3998" y="408"/>
                </a:lnTo>
                <a:lnTo>
                  <a:pt x="3997" y="408"/>
                </a:lnTo>
                <a:lnTo>
                  <a:pt x="3997" y="407"/>
                </a:lnTo>
                <a:lnTo>
                  <a:pt x="3997" y="406"/>
                </a:lnTo>
                <a:lnTo>
                  <a:pt x="3998" y="406"/>
                </a:lnTo>
                <a:lnTo>
                  <a:pt x="3999" y="406"/>
                </a:lnTo>
                <a:lnTo>
                  <a:pt x="4000" y="406"/>
                </a:lnTo>
                <a:lnTo>
                  <a:pt x="4001" y="406"/>
                </a:lnTo>
                <a:lnTo>
                  <a:pt x="4002" y="406"/>
                </a:lnTo>
                <a:lnTo>
                  <a:pt x="4003" y="406"/>
                </a:lnTo>
                <a:lnTo>
                  <a:pt x="4004" y="406"/>
                </a:lnTo>
                <a:lnTo>
                  <a:pt x="4005" y="406"/>
                </a:lnTo>
                <a:lnTo>
                  <a:pt x="4005" y="405"/>
                </a:lnTo>
                <a:lnTo>
                  <a:pt x="4005" y="404"/>
                </a:lnTo>
                <a:lnTo>
                  <a:pt x="4006" y="404"/>
                </a:lnTo>
                <a:lnTo>
                  <a:pt x="4007" y="404"/>
                </a:lnTo>
                <a:lnTo>
                  <a:pt x="4008" y="404"/>
                </a:lnTo>
                <a:lnTo>
                  <a:pt x="4008" y="403"/>
                </a:lnTo>
                <a:lnTo>
                  <a:pt x="4009" y="403"/>
                </a:lnTo>
                <a:lnTo>
                  <a:pt x="4010" y="403"/>
                </a:lnTo>
                <a:lnTo>
                  <a:pt x="4009" y="404"/>
                </a:lnTo>
                <a:lnTo>
                  <a:pt x="4010" y="404"/>
                </a:lnTo>
                <a:lnTo>
                  <a:pt x="4012" y="404"/>
                </a:lnTo>
                <a:lnTo>
                  <a:pt x="4013" y="404"/>
                </a:lnTo>
                <a:lnTo>
                  <a:pt x="4014" y="404"/>
                </a:lnTo>
                <a:lnTo>
                  <a:pt x="4015" y="404"/>
                </a:lnTo>
                <a:lnTo>
                  <a:pt x="4017" y="404"/>
                </a:lnTo>
                <a:lnTo>
                  <a:pt x="4017" y="403"/>
                </a:lnTo>
                <a:lnTo>
                  <a:pt x="4018" y="403"/>
                </a:lnTo>
                <a:lnTo>
                  <a:pt x="4018" y="402"/>
                </a:lnTo>
                <a:lnTo>
                  <a:pt x="4019" y="402"/>
                </a:lnTo>
                <a:lnTo>
                  <a:pt x="4019" y="401"/>
                </a:lnTo>
                <a:lnTo>
                  <a:pt x="4019" y="400"/>
                </a:lnTo>
                <a:lnTo>
                  <a:pt x="4020" y="400"/>
                </a:lnTo>
                <a:lnTo>
                  <a:pt x="4020" y="399"/>
                </a:lnTo>
                <a:lnTo>
                  <a:pt x="4020" y="398"/>
                </a:lnTo>
                <a:lnTo>
                  <a:pt x="4021" y="398"/>
                </a:lnTo>
                <a:lnTo>
                  <a:pt x="4022" y="399"/>
                </a:lnTo>
                <a:lnTo>
                  <a:pt x="4023" y="399"/>
                </a:lnTo>
                <a:lnTo>
                  <a:pt x="4024" y="400"/>
                </a:lnTo>
                <a:lnTo>
                  <a:pt x="4025" y="400"/>
                </a:lnTo>
                <a:lnTo>
                  <a:pt x="4025" y="399"/>
                </a:lnTo>
                <a:lnTo>
                  <a:pt x="4025" y="398"/>
                </a:lnTo>
                <a:lnTo>
                  <a:pt x="4026" y="398"/>
                </a:lnTo>
                <a:lnTo>
                  <a:pt x="4026" y="397"/>
                </a:lnTo>
                <a:lnTo>
                  <a:pt x="4025" y="397"/>
                </a:lnTo>
                <a:lnTo>
                  <a:pt x="4026" y="397"/>
                </a:lnTo>
                <a:lnTo>
                  <a:pt x="4027" y="397"/>
                </a:lnTo>
                <a:lnTo>
                  <a:pt x="4026" y="397"/>
                </a:lnTo>
                <a:lnTo>
                  <a:pt x="4027" y="397"/>
                </a:lnTo>
                <a:lnTo>
                  <a:pt x="4028" y="397"/>
                </a:lnTo>
                <a:lnTo>
                  <a:pt x="4029" y="396"/>
                </a:lnTo>
                <a:lnTo>
                  <a:pt x="4028" y="396"/>
                </a:lnTo>
                <a:lnTo>
                  <a:pt x="4029" y="396"/>
                </a:lnTo>
                <a:lnTo>
                  <a:pt x="4029" y="395"/>
                </a:lnTo>
                <a:lnTo>
                  <a:pt x="4029" y="394"/>
                </a:lnTo>
                <a:lnTo>
                  <a:pt x="4028" y="394"/>
                </a:lnTo>
                <a:lnTo>
                  <a:pt x="4029" y="394"/>
                </a:lnTo>
                <a:lnTo>
                  <a:pt x="4029" y="393"/>
                </a:lnTo>
                <a:lnTo>
                  <a:pt x="4030" y="394"/>
                </a:lnTo>
                <a:lnTo>
                  <a:pt x="4030" y="393"/>
                </a:lnTo>
                <a:lnTo>
                  <a:pt x="4031" y="392"/>
                </a:lnTo>
                <a:lnTo>
                  <a:pt x="4031" y="391"/>
                </a:lnTo>
                <a:lnTo>
                  <a:pt x="4032" y="391"/>
                </a:lnTo>
                <a:lnTo>
                  <a:pt x="4032" y="392"/>
                </a:lnTo>
                <a:lnTo>
                  <a:pt x="4032" y="391"/>
                </a:lnTo>
                <a:lnTo>
                  <a:pt x="4033" y="391"/>
                </a:lnTo>
                <a:lnTo>
                  <a:pt x="4035" y="391"/>
                </a:lnTo>
                <a:lnTo>
                  <a:pt x="4036" y="391"/>
                </a:lnTo>
                <a:lnTo>
                  <a:pt x="4036" y="390"/>
                </a:lnTo>
                <a:lnTo>
                  <a:pt x="4036" y="389"/>
                </a:lnTo>
                <a:lnTo>
                  <a:pt x="4036" y="390"/>
                </a:lnTo>
                <a:lnTo>
                  <a:pt x="4037" y="390"/>
                </a:lnTo>
                <a:lnTo>
                  <a:pt x="4037" y="389"/>
                </a:lnTo>
                <a:lnTo>
                  <a:pt x="4038" y="389"/>
                </a:lnTo>
                <a:lnTo>
                  <a:pt x="4038" y="388"/>
                </a:lnTo>
                <a:lnTo>
                  <a:pt x="4037" y="388"/>
                </a:lnTo>
                <a:lnTo>
                  <a:pt x="4038" y="388"/>
                </a:lnTo>
                <a:lnTo>
                  <a:pt x="4039" y="388"/>
                </a:lnTo>
                <a:lnTo>
                  <a:pt x="4040" y="388"/>
                </a:lnTo>
                <a:lnTo>
                  <a:pt x="4041" y="388"/>
                </a:lnTo>
                <a:lnTo>
                  <a:pt x="4041" y="387"/>
                </a:lnTo>
                <a:lnTo>
                  <a:pt x="4042" y="387"/>
                </a:lnTo>
                <a:lnTo>
                  <a:pt x="4043" y="387"/>
                </a:lnTo>
                <a:lnTo>
                  <a:pt x="4044" y="387"/>
                </a:lnTo>
                <a:lnTo>
                  <a:pt x="4044" y="386"/>
                </a:lnTo>
                <a:lnTo>
                  <a:pt x="4044" y="385"/>
                </a:lnTo>
                <a:lnTo>
                  <a:pt x="4044" y="384"/>
                </a:lnTo>
                <a:lnTo>
                  <a:pt x="4045" y="384"/>
                </a:lnTo>
                <a:lnTo>
                  <a:pt x="4045" y="385"/>
                </a:lnTo>
                <a:lnTo>
                  <a:pt x="4046" y="384"/>
                </a:lnTo>
                <a:lnTo>
                  <a:pt x="4045" y="384"/>
                </a:lnTo>
                <a:lnTo>
                  <a:pt x="4045" y="383"/>
                </a:lnTo>
                <a:lnTo>
                  <a:pt x="4044" y="383"/>
                </a:lnTo>
                <a:lnTo>
                  <a:pt x="4044" y="382"/>
                </a:lnTo>
                <a:lnTo>
                  <a:pt x="4045" y="382"/>
                </a:lnTo>
                <a:lnTo>
                  <a:pt x="4046" y="382"/>
                </a:lnTo>
                <a:lnTo>
                  <a:pt x="4047" y="382"/>
                </a:lnTo>
                <a:lnTo>
                  <a:pt x="4047" y="383"/>
                </a:lnTo>
                <a:lnTo>
                  <a:pt x="4048" y="383"/>
                </a:lnTo>
                <a:lnTo>
                  <a:pt x="4049" y="382"/>
                </a:lnTo>
                <a:lnTo>
                  <a:pt x="4048" y="382"/>
                </a:lnTo>
                <a:lnTo>
                  <a:pt x="4049" y="382"/>
                </a:lnTo>
                <a:lnTo>
                  <a:pt x="4049" y="381"/>
                </a:lnTo>
                <a:lnTo>
                  <a:pt x="4050" y="381"/>
                </a:lnTo>
                <a:lnTo>
                  <a:pt x="4050" y="382"/>
                </a:lnTo>
                <a:lnTo>
                  <a:pt x="4051" y="382"/>
                </a:lnTo>
                <a:lnTo>
                  <a:pt x="4051" y="381"/>
                </a:lnTo>
                <a:lnTo>
                  <a:pt x="4051" y="382"/>
                </a:lnTo>
                <a:lnTo>
                  <a:pt x="4052" y="382"/>
                </a:lnTo>
                <a:lnTo>
                  <a:pt x="4052" y="383"/>
                </a:lnTo>
                <a:lnTo>
                  <a:pt x="4052" y="382"/>
                </a:lnTo>
                <a:lnTo>
                  <a:pt x="4053" y="382"/>
                </a:lnTo>
                <a:lnTo>
                  <a:pt x="4053" y="381"/>
                </a:lnTo>
                <a:lnTo>
                  <a:pt x="4052" y="381"/>
                </a:lnTo>
                <a:lnTo>
                  <a:pt x="4053" y="381"/>
                </a:lnTo>
                <a:lnTo>
                  <a:pt x="4054" y="381"/>
                </a:lnTo>
                <a:lnTo>
                  <a:pt x="4054" y="380"/>
                </a:lnTo>
                <a:lnTo>
                  <a:pt x="4053" y="380"/>
                </a:lnTo>
                <a:lnTo>
                  <a:pt x="4053" y="379"/>
                </a:lnTo>
                <a:lnTo>
                  <a:pt x="4054" y="379"/>
                </a:lnTo>
                <a:lnTo>
                  <a:pt x="4053" y="379"/>
                </a:lnTo>
                <a:lnTo>
                  <a:pt x="4053" y="378"/>
                </a:lnTo>
                <a:lnTo>
                  <a:pt x="4054" y="377"/>
                </a:lnTo>
                <a:lnTo>
                  <a:pt x="4055" y="377"/>
                </a:lnTo>
                <a:lnTo>
                  <a:pt x="4056" y="377"/>
                </a:lnTo>
                <a:lnTo>
                  <a:pt x="4057" y="377"/>
                </a:lnTo>
                <a:lnTo>
                  <a:pt x="4057" y="376"/>
                </a:lnTo>
                <a:lnTo>
                  <a:pt x="4057" y="375"/>
                </a:lnTo>
                <a:lnTo>
                  <a:pt x="4058" y="375"/>
                </a:lnTo>
                <a:lnTo>
                  <a:pt x="4059" y="375"/>
                </a:lnTo>
                <a:lnTo>
                  <a:pt x="4059" y="374"/>
                </a:lnTo>
                <a:lnTo>
                  <a:pt x="4060" y="374"/>
                </a:lnTo>
                <a:lnTo>
                  <a:pt x="4060" y="375"/>
                </a:lnTo>
                <a:lnTo>
                  <a:pt x="4060" y="374"/>
                </a:lnTo>
                <a:lnTo>
                  <a:pt x="4059" y="374"/>
                </a:lnTo>
                <a:lnTo>
                  <a:pt x="4060" y="374"/>
                </a:lnTo>
                <a:lnTo>
                  <a:pt x="4061" y="374"/>
                </a:lnTo>
                <a:lnTo>
                  <a:pt x="4061" y="373"/>
                </a:lnTo>
                <a:lnTo>
                  <a:pt x="4060" y="373"/>
                </a:lnTo>
                <a:lnTo>
                  <a:pt x="4060" y="372"/>
                </a:lnTo>
                <a:lnTo>
                  <a:pt x="4061" y="372"/>
                </a:lnTo>
                <a:lnTo>
                  <a:pt x="4062" y="372"/>
                </a:lnTo>
                <a:lnTo>
                  <a:pt x="4063" y="372"/>
                </a:lnTo>
                <a:lnTo>
                  <a:pt x="4064" y="372"/>
                </a:lnTo>
                <a:lnTo>
                  <a:pt x="4065" y="372"/>
                </a:lnTo>
                <a:lnTo>
                  <a:pt x="4064" y="372"/>
                </a:lnTo>
                <a:lnTo>
                  <a:pt x="4064" y="371"/>
                </a:lnTo>
                <a:lnTo>
                  <a:pt x="4065" y="371"/>
                </a:lnTo>
                <a:lnTo>
                  <a:pt x="4066" y="371"/>
                </a:lnTo>
                <a:lnTo>
                  <a:pt x="4065" y="371"/>
                </a:lnTo>
                <a:lnTo>
                  <a:pt x="4065" y="370"/>
                </a:lnTo>
                <a:lnTo>
                  <a:pt x="4066" y="370"/>
                </a:lnTo>
                <a:lnTo>
                  <a:pt x="4066" y="371"/>
                </a:lnTo>
                <a:lnTo>
                  <a:pt x="4067" y="370"/>
                </a:lnTo>
                <a:lnTo>
                  <a:pt x="4067" y="371"/>
                </a:lnTo>
                <a:lnTo>
                  <a:pt x="4068" y="371"/>
                </a:lnTo>
                <a:lnTo>
                  <a:pt x="4068" y="370"/>
                </a:lnTo>
                <a:lnTo>
                  <a:pt x="4069" y="370"/>
                </a:lnTo>
                <a:lnTo>
                  <a:pt x="4070" y="370"/>
                </a:lnTo>
                <a:lnTo>
                  <a:pt x="4070" y="369"/>
                </a:lnTo>
                <a:lnTo>
                  <a:pt x="4071" y="369"/>
                </a:lnTo>
                <a:lnTo>
                  <a:pt x="4072" y="369"/>
                </a:lnTo>
                <a:lnTo>
                  <a:pt x="4072" y="370"/>
                </a:lnTo>
                <a:lnTo>
                  <a:pt x="4073" y="370"/>
                </a:lnTo>
                <a:lnTo>
                  <a:pt x="4073" y="369"/>
                </a:lnTo>
                <a:lnTo>
                  <a:pt x="4073" y="370"/>
                </a:lnTo>
                <a:lnTo>
                  <a:pt x="4074" y="370"/>
                </a:lnTo>
                <a:lnTo>
                  <a:pt x="4075" y="370"/>
                </a:lnTo>
                <a:lnTo>
                  <a:pt x="4075" y="369"/>
                </a:lnTo>
                <a:lnTo>
                  <a:pt x="4076" y="369"/>
                </a:lnTo>
                <a:lnTo>
                  <a:pt x="4076" y="370"/>
                </a:lnTo>
                <a:lnTo>
                  <a:pt x="4077" y="370"/>
                </a:lnTo>
                <a:lnTo>
                  <a:pt x="4077" y="369"/>
                </a:lnTo>
                <a:lnTo>
                  <a:pt x="4078" y="369"/>
                </a:lnTo>
                <a:lnTo>
                  <a:pt x="4079" y="369"/>
                </a:lnTo>
                <a:lnTo>
                  <a:pt x="4080" y="369"/>
                </a:lnTo>
                <a:lnTo>
                  <a:pt x="4081" y="369"/>
                </a:lnTo>
                <a:lnTo>
                  <a:pt x="4080" y="369"/>
                </a:lnTo>
                <a:lnTo>
                  <a:pt x="4081" y="369"/>
                </a:lnTo>
                <a:lnTo>
                  <a:pt x="4081" y="368"/>
                </a:lnTo>
                <a:lnTo>
                  <a:pt x="4082" y="368"/>
                </a:lnTo>
                <a:lnTo>
                  <a:pt x="4083" y="368"/>
                </a:lnTo>
                <a:lnTo>
                  <a:pt x="4084" y="368"/>
                </a:lnTo>
                <a:lnTo>
                  <a:pt x="4084" y="369"/>
                </a:lnTo>
                <a:lnTo>
                  <a:pt x="4085" y="369"/>
                </a:lnTo>
                <a:lnTo>
                  <a:pt x="4085" y="368"/>
                </a:lnTo>
                <a:lnTo>
                  <a:pt x="4086" y="368"/>
                </a:lnTo>
                <a:lnTo>
                  <a:pt x="4087" y="368"/>
                </a:lnTo>
                <a:lnTo>
                  <a:pt x="4088" y="368"/>
                </a:lnTo>
                <a:lnTo>
                  <a:pt x="4088" y="367"/>
                </a:lnTo>
                <a:lnTo>
                  <a:pt x="4089" y="367"/>
                </a:lnTo>
                <a:lnTo>
                  <a:pt x="4088" y="367"/>
                </a:lnTo>
                <a:lnTo>
                  <a:pt x="4089" y="367"/>
                </a:lnTo>
                <a:lnTo>
                  <a:pt x="4090" y="367"/>
                </a:lnTo>
                <a:lnTo>
                  <a:pt x="4089" y="367"/>
                </a:lnTo>
                <a:lnTo>
                  <a:pt x="4090" y="367"/>
                </a:lnTo>
                <a:lnTo>
                  <a:pt x="4091" y="367"/>
                </a:lnTo>
                <a:lnTo>
                  <a:pt x="4092" y="367"/>
                </a:lnTo>
                <a:lnTo>
                  <a:pt x="4092" y="366"/>
                </a:lnTo>
                <a:lnTo>
                  <a:pt x="4093" y="366"/>
                </a:lnTo>
                <a:lnTo>
                  <a:pt x="4094" y="366"/>
                </a:lnTo>
                <a:lnTo>
                  <a:pt x="4095" y="366"/>
                </a:lnTo>
                <a:lnTo>
                  <a:pt x="4096" y="366"/>
                </a:lnTo>
                <a:lnTo>
                  <a:pt x="4097" y="366"/>
                </a:lnTo>
                <a:lnTo>
                  <a:pt x="4098" y="366"/>
                </a:lnTo>
                <a:lnTo>
                  <a:pt x="4097" y="366"/>
                </a:lnTo>
                <a:lnTo>
                  <a:pt x="4098" y="367"/>
                </a:lnTo>
                <a:lnTo>
                  <a:pt x="4098" y="366"/>
                </a:lnTo>
                <a:lnTo>
                  <a:pt x="4099" y="366"/>
                </a:lnTo>
                <a:lnTo>
                  <a:pt x="4099" y="367"/>
                </a:lnTo>
                <a:lnTo>
                  <a:pt x="4100" y="367"/>
                </a:lnTo>
                <a:lnTo>
                  <a:pt x="4102" y="367"/>
                </a:lnTo>
                <a:lnTo>
                  <a:pt x="4102" y="366"/>
                </a:lnTo>
                <a:lnTo>
                  <a:pt x="4104" y="366"/>
                </a:lnTo>
                <a:lnTo>
                  <a:pt x="4104" y="367"/>
                </a:lnTo>
                <a:lnTo>
                  <a:pt x="4105" y="367"/>
                </a:lnTo>
                <a:lnTo>
                  <a:pt x="4105" y="366"/>
                </a:lnTo>
                <a:lnTo>
                  <a:pt x="4106" y="366"/>
                </a:lnTo>
                <a:lnTo>
                  <a:pt x="4106" y="365"/>
                </a:lnTo>
                <a:lnTo>
                  <a:pt x="4106" y="366"/>
                </a:lnTo>
                <a:lnTo>
                  <a:pt x="4107" y="366"/>
                </a:lnTo>
                <a:lnTo>
                  <a:pt x="4108" y="366"/>
                </a:lnTo>
                <a:lnTo>
                  <a:pt x="4109" y="365"/>
                </a:lnTo>
                <a:lnTo>
                  <a:pt x="4110" y="365"/>
                </a:lnTo>
                <a:lnTo>
                  <a:pt x="4110" y="364"/>
                </a:lnTo>
                <a:lnTo>
                  <a:pt x="4111" y="364"/>
                </a:lnTo>
                <a:lnTo>
                  <a:pt x="4111" y="363"/>
                </a:lnTo>
                <a:lnTo>
                  <a:pt x="4111" y="362"/>
                </a:lnTo>
                <a:lnTo>
                  <a:pt x="4112" y="362"/>
                </a:lnTo>
                <a:lnTo>
                  <a:pt x="4113" y="362"/>
                </a:lnTo>
                <a:lnTo>
                  <a:pt x="4112" y="362"/>
                </a:lnTo>
                <a:lnTo>
                  <a:pt x="4113" y="361"/>
                </a:lnTo>
                <a:lnTo>
                  <a:pt x="4114" y="362"/>
                </a:lnTo>
                <a:lnTo>
                  <a:pt x="4114" y="361"/>
                </a:lnTo>
                <a:lnTo>
                  <a:pt x="4115" y="361"/>
                </a:lnTo>
                <a:lnTo>
                  <a:pt x="4115" y="360"/>
                </a:lnTo>
                <a:lnTo>
                  <a:pt x="4116" y="359"/>
                </a:lnTo>
                <a:lnTo>
                  <a:pt x="4116" y="358"/>
                </a:lnTo>
                <a:lnTo>
                  <a:pt x="4117" y="358"/>
                </a:lnTo>
                <a:lnTo>
                  <a:pt x="4117" y="357"/>
                </a:lnTo>
                <a:lnTo>
                  <a:pt x="4116" y="357"/>
                </a:lnTo>
                <a:lnTo>
                  <a:pt x="4117" y="357"/>
                </a:lnTo>
                <a:lnTo>
                  <a:pt x="4117" y="356"/>
                </a:lnTo>
                <a:lnTo>
                  <a:pt x="4116" y="356"/>
                </a:lnTo>
                <a:lnTo>
                  <a:pt x="4117" y="356"/>
                </a:lnTo>
                <a:lnTo>
                  <a:pt x="4118" y="356"/>
                </a:lnTo>
                <a:lnTo>
                  <a:pt x="4119" y="356"/>
                </a:lnTo>
                <a:lnTo>
                  <a:pt x="4120" y="356"/>
                </a:lnTo>
                <a:lnTo>
                  <a:pt x="4120" y="357"/>
                </a:lnTo>
                <a:lnTo>
                  <a:pt x="4121" y="357"/>
                </a:lnTo>
                <a:lnTo>
                  <a:pt x="4121" y="356"/>
                </a:lnTo>
                <a:lnTo>
                  <a:pt x="4122" y="355"/>
                </a:lnTo>
                <a:lnTo>
                  <a:pt x="4122" y="354"/>
                </a:lnTo>
                <a:lnTo>
                  <a:pt x="4123" y="354"/>
                </a:lnTo>
                <a:lnTo>
                  <a:pt x="4124" y="354"/>
                </a:lnTo>
                <a:lnTo>
                  <a:pt x="4124" y="353"/>
                </a:lnTo>
                <a:lnTo>
                  <a:pt x="4125" y="353"/>
                </a:lnTo>
                <a:lnTo>
                  <a:pt x="4125" y="354"/>
                </a:lnTo>
                <a:lnTo>
                  <a:pt x="4126" y="354"/>
                </a:lnTo>
                <a:lnTo>
                  <a:pt x="4126" y="353"/>
                </a:lnTo>
                <a:lnTo>
                  <a:pt x="4126" y="352"/>
                </a:lnTo>
                <a:lnTo>
                  <a:pt x="4126" y="351"/>
                </a:lnTo>
                <a:lnTo>
                  <a:pt x="4126" y="350"/>
                </a:lnTo>
                <a:lnTo>
                  <a:pt x="4127" y="350"/>
                </a:lnTo>
                <a:lnTo>
                  <a:pt x="4128" y="350"/>
                </a:lnTo>
                <a:lnTo>
                  <a:pt x="4128" y="349"/>
                </a:lnTo>
                <a:lnTo>
                  <a:pt x="4128" y="348"/>
                </a:lnTo>
                <a:lnTo>
                  <a:pt x="4130" y="348"/>
                </a:lnTo>
                <a:lnTo>
                  <a:pt x="4131" y="348"/>
                </a:lnTo>
                <a:lnTo>
                  <a:pt x="4130" y="348"/>
                </a:lnTo>
                <a:lnTo>
                  <a:pt x="4130" y="347"/>
                </a:lnTo>
                <a:lnTo>
                  <a:pt x="4130" y="346"/>
                </a:lnTo>
                <a:lnTo>
                  <a:pt x="4130" y="345"/>
                </a:lnTo>
                <a:lnTo>
                  <a:pt x="4131" y="345"/>
                </a:lnTo>
                <a:lnTo>
                  <a:pt x="4132" y="345"/>
                </a:lnTo>
                <a:lnTo>
                  <a:pt x="4131" y="344"/>
                </a:lnTo>
                <a:lnTo>
                  <a:pt x="4130" y="343"/>
                </a:lnTo>
                <a:lnTo>
                  <a:pt x="4129" y="343"/>
                </a:lnTo>
                <a:lnTo>
                  <a:pt x="4128" y="343"/>
                </a:lnTo>
                <a:lnTo>
                  <a:pt x="4128" y="342"/>
                </a:lnTo>
                <a:lnTo>
                  <a:pt x="4129" y="341"/>
                </a:lnTo>
                <a:lnTo>
                  <a:pt x="4129" y="340"/>
                </a:lnTo>
                <a:lnTo>
                  <a:pt x="4130" y="340"/>
                </a:lnTo>
                <a:lnTo>
                  <a:pt x="4130" y="339"/>
                </a:lnTo>
                <a:lnTo>
                  <a:pt x="4130" y="338"/>
                </a:lnTo>
                <a:lnTo>
                  <a:pt x="4130" y="339"/>
                </a:lnTo>
                <a:lnTo>
                  <a:pt x="4131" y="339"/>
                </a:lnTo>
                <a:lnTo>
                  <a:pt x="4131" y="338"/>
                </a:lnTo>
                <a:lnTo>
                  <a:pt x="4130" y="338"/>
                </a:lnTo>
                <a:lnTo>
                  <a:pt x="4129" y="338"/>
                </a:lnTo>
                <a:lnTo>
                  <a:pt x="4130" y="338"/>
                </a:lnTo>
                <a:lnTo>
                  <a:pt x="4130" y="337"/>
                </a:lnTo>
                <a:lnTo>
                  <a:pt x="4130" y="336"/>
                </a:lnTo>
                <a:lnTo>
                  <a:pt x="4129" y="336"/>
                </a:lnTo>
                <a:lnTo>
                  <a:pt x="4129" y="335"/>
                </a:lnTo>
                <a:lnTo>
                  <a:pt x="4131" y="335"/>
                </a:lnTo>
                <a:lnTo>
                  <a:pt x="4131" y="334"/>
                </a:lnTo>
                <a:lnTo>
                  <a:pt x="4131" y="333"/>
                </a:lnTo>
                <a:lnTo>
                  <a:pt x="4132" y="333"/>
                </a:lnTo>
                <a:lnTo>
                  <a:pt x="4133" y="333"/>
                </a:lnTo>
                <a:lnTo>
                  <a:pt x="4133" y="332"/>
                </a:lnTo>
                <a:lnTo>
                  <a:pt x="4134" y="332"/>
                </a:lnTo>
                <a:lnTo>
                  <a:pt x="4134" y="331"/>
                </a:lnTo>
                <a:lnTo>
                  <a:pt x="4133" y="331"/>
                </a:lnTo>
                <a:lnTo>
                  <a:pt x="4133" y="332"/>
                </a:lnTo>
                <a:lnTo>
                  <a:pt x="4132" y="331"/>
                </a:lnTo>
                <a:lnTo>
                  <a:pt x="4133" y="331"/>
                </a:lnTo>
                <a:lnTo>
                  <a:pt x="4133" y="330"/>
                </a:lnTo>
                <a:lnTo>
                  <a:pt x="4133" y="329"/>
                </a:lnTo>
                <a:lnTo>
                  <a:pt x="4132" y="329"/>
                </a:lnTo>
                <a:lnTo>
                  <a:pt x="4133" y="329"/>
                </a:lnTo>
                <a:lnTo>
                  <a:pt x="4132" y="329"/>
                </a:lnTo>
                <a:lnTo>
                  <a:pt x="4132" y="328"/>
                </a:lnTo>
                <a:lnTo>
                  <a:pt x="4131" y="328"/>
                </a:lnTo>
                <a:lnTo>
                  <a:pt x="4130" y="328"/>
                </a:lnTo>
                <a:lnTo>
                  <a:pt x="4129" y="328"/>
                </a:lnTo>
                <a:lnTo>
                  <a:pt x="4129" y="329"/>
                </a:lnTo>
                <a:lnTo>
                  <a:pt x="4128" y="329"/>
                </a:lnTo>
                <a:lnTo>
                  <a:pt x="4128" y="328"/>
                </a:lnTo>
                <a:lnTo>
                  <a:pt x="4127" y="328"/>
                </a:lnTo>
                <a:lnTo>
                  <a:pt x="4127" y="329"/>
                </a:lnTo>
                <a:lnTo>
                  <a:pt x="4127" y="328"/>
                </a:lnTo>
                <a:lnTo>
                  <a:pt x="4126" y="328"/>
                </a:lnTo>
                <a:lnTo>
                  <a:pt x="4125" y="328"/>
                </a:lnTo>
                <a:lnTo>
                  <a:pt x="4125" y="327"/>
                </a:lnTo>
                <a:lnTo>
                  <a:pt x="4124" y="327"/>
                </a:lnTo>
                <a:lnTo>
                  <a:pt x="4124" y="328"/>
                </a:lnTo>
                <a:lnTo>
                  <a:pt x="4124" y="329"/>
                </a:lnTo>
                <a:lnTo>
                  <a:pt x="4123" y="329"/>
                </a:lnTo>
                <a:lnTo>
                  <a:pt x="4122" y="329"/>
                </a:lnTo>
                <a:lnTo>
                  <a:pt x="4121" y="329"/>
                </a:lnTo>
                <a:lnTo>
                  <a:pt x="4121" y="328"/>
                </a:lnTo>
                <a:lnTo>
                  <a:pt x="4121" y="327"/>
                </a:lnTo>
                <a:lnTo>
                  <a:pt x="4119" y="327"/>
                </a:lnTo>
                <a:lnTo>
                  <a:pt x="4119" y="328"/>
                </a:lnTo>
                <a:lnTo>
                  <a:pt x="4118" y="328"/>
                </a:lnTo>
                <a:lnTo>
                  <a:pt x="4117" y="329"/>
                </a:lnTo>
                <a:lnTo>
                  <a:pt x="4116" y="329"/>
                </a:lnTo>
                <a:lnTo>
                  <a:pt x="4116" y="328"/>
                </a:lnTo>
                <a:lnTo>
                  <a:pt x="4117" y="328"/>
                </a:lnTo>
                <a:lnTo>
                  <a:pt x="4117" y="327"/>
                </a:lnTo>
                <a:lnTo>
                  <a:pt x="4117" y="328"/>
                </a:lnTo>
                <a:lnTo>
                  <a:pt x="4116" y="328"/>
                </a:lnTo>
                <a:lnTo>
                  <a:pt x="4115" y="328"/>
                </a:lnTo>
                <a:lnTo>
                  <a:pt x="4114" y="328"/>
                </a:lnTo>
                <a:lnTo>
                  <a:pt x="4114" y="327"/>
                </a:lnTo>
                <a:lnTo>
                  <a:pt x="4115" y="327"/>
                </a:lnTo>
                <a:lnTo>
                  <a:pt x="4115" y="326"/>
                </a:lnTo>
                <a:lnTo>
                  <a:pt x="4114" y="326"/>
                </a:lnTo>
                <a:lnTo>
                  <a:pt x="4113" y="326"/>
                </a:lnTo>
                <a:lnTo>
                  <a:pt x="4113" y="325"/>
                </a:lnTo>
                <a:lnTo>
                  <a:pt x="4112" y="325"/>
                </a:lnTo>
                <a:lnTo>
                  <a:pt x="4112" y="326"/>
                </a:lnTo>
                <a:lnTo>
                  <a:pt x="4111" y="326"/>
                </a:lnTo>
                <a:lnTo>
                  <a:pt x="4111" y="325"/>
                </a:lnTo>
                <a:lnTo>
                  <a:pt x="4112" y="324"/>
                </a:lnTo>
                <a:lnTo>
                  <a:pt x="4112" y="323"/>
                </a:lnTo>
                <a:lnTo>
                  <a:pt x="4113" y="323"/>
                </a:lnTo>
                <a:lnTo>
                  <a:pt x="4113" y="322"/>
                </a:lnTo>
                <a:lnTo>
                  <a:pt x="4114" y="322"/>
                </a:lnTo>
                <a:lnTo>
                  <a:pt x="4114" y="321"/>
                </a:lnTo>
                <a:lnTo>
                  <a:pt x="4115" y="321"/>
                </a:lnTo>
                <a:lnTo>
                  <a:pt x="4115" y="322"/>
                </a:lnTo>
                <a:lnTo>
                  <a:pt x="4116" y="321"/>
                </a:lnTo>
                <a:lnTo>
                  <a:pt x="4117" y="321"/>
                </a:lnTo>
                <a:lnTo>
                  <a:pt x="4117" y="322"/>
                </a:lnTo>
                <a:lnTo>
                  <a:pt x="4118" y="322"/>
                </a:lnTo>
                <a:lnTo>
                  <a:pt x="4118" y="323"/>
                </a:lnTo>
                <a:lnTo>
                  <a:pt x="4119" y="323"/>
                </a:lnTo>
                <a:lnTo>
                  <a:pt x="4119" y="322"/>
                </a:lnTo>
                <a:lnTo>
                  <a:pt x="4119" y="321"/>
                </a:lnTo>
                <a:lnTo>
                  <a:pt x="4120" y="321"/>
                </a:lnTo>
                <a:lnTo>
                  <a:pt x="4120" y="320"/>
                </a:lnTo>
                <a:lnTo>
                  <a:pt x="4120" y="319"/>
                </a:lnTo>
                <a:lnTo>
                  <a:pt x="4121" y="319"/>
                </a:lnTo>
                <a:lnTo>
                  <a:pt x="4122" y="319"/>
                </a:lnTo>
                <a:lnTo>
                  <a:pt x="4122" y="318"/>
                </a:lnTo>
                <a:lnTo>
                  <a:pt x="4121" y="318"/>
                </a:lnTo>
                <a:lnTo>
                  <a:pt x="4121" y="317"/>
                </a:lnTo>
                <a:lnTo>
                  <a:pt x="4122" y="317"/>
                </a:lnTo>
                <a:lnTo>
                  <a:pt x="4123" y="317"/>
                </a:lnTo>
                <a:lnTo>
                  <a:pt x="4123" y="316"/>
                </a:lnTo>
                <a:lnTo>
                  <a:pt x="4123" y="315"/>
                </a:lnTo>
                <a:lnTo>
                  <a:pt x="4123" y="314"/>
                </a:lnTo>
                <a:lnTo>
                  <a:pt x="4122" y="314"/>
                </a:lnTo>
                <a:lnTo>
                  <a:pt x="4121" y="314"/>
                </a:lnTo>
                <a:lnTo>
                  <a:pt x="4121" y="313"/>
                </a:lnTo>
                <a:lnTo>
                  <a:pt x="4123" y="313"/>
                </a:lnTo>
                <a:lnTo>
                  <a:pt x="4123" y="312"/>
                </a:lnTo>
                <a:lnTo>
                  <a:pt x="4123" y="311"/>
                </a:lnTo>
                <a:lnTo>
                  <a:pt x="4124" y="311"/>
                </a:lnTo>
                <a:lnTo>
                  <a:pt x="4124" y="310"/>
                </a:lnTo>
                <a:lnTo>
                  <a:pt x="4123" y="310"/>
                </a:lnTo>
                <a:lnTo>
                  <a:pt x="4123" y="309"/>
                </a:lnTo>
                <a:lnTo>
                  <a:pt x="4124" y="309"/>
                </a:lnTo>
                <a:lnTo>
                  <a:pt x="4125" y="309"/>
                </a:lnTo>
                <a:lnTo>
                  <a:pt x="4125" y="308"/>
                </a:lnTo>
                <a:lnTo>
                  <a:pt x="4125" y="307"/>
                </a:lnTo>
                <a:lnTo>
                  <a:pt x="4124" y="307"/>
                </a:lnTo>
                <a:lnTo>
                  <a:pt x="4124" y="308"/>
                </a:lnTo>
                <a:lnTo>
                  <a:pt x="4124" y="307"/>
                </a:lnTo>
                <a:lnTo>
                  <a:pt x="4123" y="307"/>
                </a:lnTo>
                <a:lnTo>
                  <a:pt x="4124" y="307"/>
                </a:lnTo>
                <a:lnTo>
                  <a:pt x="4124" y="306"/>
                </a:lnTo>
                <a:lnTo>
                  <a:pt x="4125" y="306"/>
                </a:lnTo>
                <a:lnTo>
                  <a:pt x="4126" y="306"/>
                </a:lnTo>
                <a:lnTo>
                  <a:pt x="4126" y="305"/>
                </a:lnTo>
                <a:lnTo>
                  <a:pt x="4126" y="304"/>
                </a:lnTo>
                <a:lnTo>
                  <a:pt x="4125" y="304"/>
                </a:lnTo>
                <a:lnTo>
                  <a:pt x="4125" y="303"/>
                </a:lnTo>
                <a:lnTo>
                  <a:pt x="4126" y="302"/>
                </a:lnTo>
                <a:lnTo>
                  <a:pt x="4127" y="302"/>
                </a:lnTo>
                <a:lnTo>
                  <a:pt x="4128" y="302"/>
                </a:lnTo>
                <a:lnTo>
                  <a:pt x="4129" y="301"/>
                </a:lnTo>
                <a:lnTo>
                  <a:pt x="4130" y="301"/>
                </a:lnTo>
                <a:lnTo>
                  <a:pt x="4130" y="300"/>
                </a:lnTo>
                <a:lnTo>
                  <a:pt x="4129" y="299"/>
                </a:lnTo>
                <a:lnTo>
                  <a:pt x="4130" y="299"/>
                </a:lnTo>
                <a:lnTo>
                  <a:pt x="4131" y="299"/>
                </a:lnTo>
                <a:lnTo>
                  <a:pt x="4131" y="300"/>
                </a:lnTo>
                <a:lnTo>
                  <a:pt x="4132" y="300"/>
                </a:lnTo>
                <a:lnTo>
                  <a:pt x="4133" y="299"/>
                </a:lnTo>
                <a:lnTo>
                  <a:pt x="4133" y="298"/>
                </a:lnTo>
                <a:lnTo>
                  <a:pt x="4134" y="298"/>
                </a:lnTo>
                <a:lnTo>
                  <a:pt x="4134" y="297"/>
                </a:lnTo>
                <a:lnTo>
                  <a:pt x="4135" y="297"/>
                </a:lnTo>
                <a:lnTo>
                  <a:pt x="4135" y="296"/>
                </a:lnTo>
                <a:lnTo>
                  <a:pt x="4134" y="296"/>
                </a:lnTo>
                <a:lnTo>
                  <a:pt x="4134" y="295"/>
                </a:lnTo>
                <a:lnTo>
                  <a:pt x="4136" y="295"/>
                </a:lnTo>
                <a:lnTo>
                  <a:pt x="4137" y="294"/>
                </a:lnTo>
                <a:lnTo>
                  <a:pt x="4138" y="294"/>
                </a:lnTo>
                <a:lnTo>
                  <a:pt x="4138" y="295"/>
                </a:lnTo>
                <a:lnTo>
                  <a:pt x="4139" y="295"/>
                </a:lnTo>
                <a:lnTo>
                  <a:pt x="4139" y="294"/>
                </a:lnTo>
                <a:lnTo>
                  <a:pt x="4140" y="294"/>
                </a:lnTo>
                <a:lnTo>
                  <a:pt x="4140" y="293"/>
                </a:lnTo>
                <a:lnTo>
                  <a:pt x="4140" y="292"/>
                </a:lnTo>
                <a:lnTo>
                  <a:pt x="4141" y="292"/>
                </a:lnTo>
                <a:lnTo>
                  <a:pt x="4142" y="292"/>
                </a:lnTo>
                <a:lnTo>
                  <a:pt x="4142" y="291"/>
                </a:lnTo>
                <a:lnTo>
                  <a:pt x="4142" y="290"/>
                </a:lnTo>
                <a:lnTo>
                  <a:pt x="4143" y="290"/>
                </a:lnTo>
                <a:lnTo>
                  <a:pt x="4143" y="289"/>
                </a:lnTo>
                <a:lnTo>
                  <a:pt x="4144" y="289"/>
                </a:lnTo>
                <a:lnTo>
                  <a:pt x="4144" y="288"/>
                </a:lnTo>
                <a:lnTo>
                  <a:pt x="4145" y="288"/>
                </a:lnTo>
                <a:lnTo>
                  <a:pt x="4145" y="287"/>
                </a:lnTo>
                <a:lnTo>
                  <a:pt x="4145" y="286"/>
                </a:lnTo>
                <a:lnTo>
                  <a:pt x="4144" y="286"/>
                </a:lnTo>
                <a:lnTo>
                  <a:pt x="4144" y="285"/>
                </a:lnTo>
                <a:lnTo>
                  <a:pt x="4145" y="285"/>
                </a:lnTo>
                <a:lnTo>
                  <a:pt x="4146" y="285"/>
                </a:lnTo>
                <a:lnTo>
                  <a:pt x="4145" y="285"/>
                </a:lnTo>
                <a:lnTo>
                  <a:pt x="4145" y="284"/>
                </a:lnTo>
                <a:lnTo>
                  <a:pt x="4146" y="284"/>
                </a:lnTo>
                <a:lnTo>
                  <a:pt x="4147" y="284"/>
                </a:lnTo>
                <a:lnTo>
                  <a:pt x="4146" y="284"/>
                </a:lnTo>
                <a:lnTo>
                  <a:pt x="4146" y="283"/>
                </a:lnTo>
                <a:lnTo>
                  <a:pt x="4146" y="282"/>
                </a:lnTo>
                <a:lnTo>
                  <a:pt x="4146" y="281"/>
                </a:lnTo>
                <a:lnTo>
                  <a:pt x="4145" y="281"/>
                </a:lnTo>
                <a:lnTo>
                  <a:pt x="4144" y="280"/>
                </a:lnTo>
                <a:lnTo>
                  <a:pt x="4144" y="279"/>
                </a:lnTo>
                <a:lnTo>
                  <a:pt x="4144" y="278"/>
                </a:lnTo>
                <a:lnTo>
                  <a:pt x="4145" y="278"/>
                </a:lnTo>
                <a:lnTo>
                  <a:pt x="4145" y="277"/>
                </a:lnTo>
                <a:lnTo>
                  <a:pt x="4145" y="276"/>
                </a:lnTo>
                <a:lnTo>
                  <a:pt x="4144" y="276"/>
                </a:lnTo>
                <a:lnTo>
                  <a:pt x="4144" y="275"/>
                </a:lnTo>
                <a:lnTo>
                  <a:pt x="4144" y="274"/>
                </a:lnTo>
                <a:lnTo>
                  <a:pt x="4145" y="274"/>
                </a:lnTo>
                <a:lnTo>
                  <a:pt x="4146" y="274"/>
                </a:lnTo>
                <a:lnTo>
                  <a:pt x="4146" y="273"/>
                </a:lnTo>
                <a:lnTo>
                  <a:pt x="4146" y="272"/>
                </a:lnTo>
                <a:lnTo>
                  <a:pt x="4147" y="272"/>
                </a:lnTo>
                <a:lnTo>
                  <a:pt x="4147" y="271"/>
                </a:lnTo>
                <a:lnTo>
                  <a:pt x="4148" y="271"/>
                </a:lnTo>
                <a:lnTo>
                  <a:pt x="4149" y="271"/>
                </a:lnTo>
                <a:lnTo>
                  <a:pt x="4149" y="270"/>
                </a:lnTo>
                <a:lnTo>
                  <a:pt x="4150" y="270"/>
                </a:lnTo>
                <a:lnTo>
                  <a:pt x="4150" y="269"/>
                </a:lnTo>
                <a:lnTo>
                  <a:pt x="4151" y="269"/>
                </a:lnTo>
                <a:lnTo>
                  <a:pt x="4151" y="268"/>
                </a:lnTo>
                <a:lnTo>
                  <a:pt x="4152" y="267"/>
                </a:lnTo>
                <a:lnTo>
                  <a:pt x="4152" y="266"/>
                </a:lnTo>
                <a:lnTo>
                  <a:pt x="4153" y="266"/>
                </a:lnTo>
                <a:lnTo>
                  <a:pt x="4153" y="265"/>
                </a:lnTo>
                <a:lnTo>
                  <a:pt x="4153" y="264"/>
                </a:lnTo>
                <a:lnTo>
                  <a:pt x="4154" y="264"/>
                </a:lnTo>
                <a:lnTo>
                  <a:pt x="4154" y="263"/>
                </a:lnTo>
                <a:lnTo>
                  <a:pt x="4155" y="263"/>
                </a:lnTo>
                <a:lnTo>
                  <a:pt x="4156" y="263"/>
                </a:lnTo>
                <a:lnTo>
                  <a:pt x="4156" y="262"/>
                </a:lnTo>
                <a:lnTo>
                  <a:pt x="4156" y="261"/>
                </a:lnTo>
                <a:lnTo>
                  <a:pt x="4157" y="261"/>
                </a:lnTo>
                <a:lnTo>
                  <a:pt x="4158" y="261"/>
                </a:lnTo>
                <a:lnTo>
                  <a:pt x="4159" y="261"/>
                </a:lnTo>
                <a:lnTo>
                  <a:pt x="4160" y="261"/>
                </a:lnTo>
                <a:lnTo>
                  <a:pt x="4161" y="261"/>
                </a:lnTo>
                <a:lnTo>
                  <a:pt x="4161" y="260"/>
                </a:lnTo>
                <a:lnTo>
                  <a:pt x="4162" y="260"/>
                </a:lnTo>
                <a:lnTo>
                  <a:pt x="4162" y="259"/>
                </a:lnTo>
                <a:lnTo>
                  <a:pt x="4161" y="259"/>
                </a:lnTo>
                <a:lnTo>
                  <a:pt x="4162" y="259"/>
                </a:lnTo>
                <a:lnTo>
                  <a:pt x="4163" y="258"/>
                </a:lnTo>
                <a:lnTo>
                  <a:pt x="4164" y="258"/>
                </a:lnTo>
                <a:lnTo>
                  <a:pt x="4164" y="257"/>
                </a:lnTo>
                <a:lnTo>
                  <a:pt x="4165" y="257"/>
                </a:lnTo>
                <a:lnTo>
                  <a:pt x="4165" y="256"/>
                </a:lnTo>
                <a:lnTo>
                  <a:pt x="4165" y="255"/>
                </a:lnTo>
                <a:lnTo>
                  <a:pt x="4164" y="255"/>
                </a:lnTo>
                <a:lnTo>
                  <a:pt x="4165" y="255"/>
                </a:lnTo>
                <a:lnTo>
                  <a:pt x="4166" y="255"/>
                </a:lnTo>
                <a:lnTo>
                  <a:pt x="4167" y="255"/>
                </a:lnTo>
                <a:lnTo>
                  <a:pt x="4167" y="254"/>
                </a:lnTo>
                <a:lnTo>
                  <a:pt x="4166" y="254"/>
                </a:lnTo>
                <a:lnTo>
                  <a:pt x="4166" y="253"/>
                </a:lnTo>
                <a:lnTo>
                  <a:pt x="4167" y="253"/>
                </a:lnTo>
                <a:lnTo>
                  <a:pt x="4168" y="253"/>
                </a:lnTo>
                <a:lnTo>
                  <a:pt x="4168" y="252"/>
                </a:lnTo>
                <a:lnTo>
                  <a:pt x="4168" y="251"/>
                </a:lnTo>
                <a:lnTo>
                  <a:pt x="4167" y="251"/>
                </a:lnTo>
                <a:lnTo>
                  <a:pt x="4167" y="250"/>
                </a:lnTo>
                <a:lnTo>
                  <a:pt x="4168" y="250"/>
                </a:lnTo>
                <a:lnTo>
                  <a:pt x="4169" y="250"/>
                </a:lnTo>
                <a:lnTo>
                  <a:pt x="4169" y="249"/>
                </a:lnTo>
                <a:lnTo>
                  <a:pt x="4170" y="249"/>
                </a:lnTo>
                <a:lnTo>
                  <a:pt x="4170" y="248"/>
                </a:lnTo>
                <a:lnTo>
                  <a:pt x="4169" y="248"/>
                </a:lnTo>
                <a:lnTo>
                  <a:pt x="4169" y="247"/>
                </a:lnTo>
                <a:lnTo>
                  <a:pt x="4170" y="247"/>
                </a:lnTo>
                <a:lnTo>
                  <a:pt x="4170" y="246"/>
                </a:lnTo>
                <a:lnTo>
                  <a:pt x="4169" y="246"/>
                </a:lnTo>
                <a:lnTo>
                  <a:pt x="4168" y="246"/>
                </a:lnTo>
                <a:lnTo>
                  <a:pt x="4168" y="245"/>
                </a:lnTo>
                <a:lnTo>
                  <a:pt x="4169" y="245"/>
                </a:lnTo>
                <a:lnTo>
                  <a:pt x="4170" y="245"/>
                </a:lnTo>
                <a:lnTo>
                  <a:pt x="4170" y="246"/>
                </a:lnTo>
                <a:lnTo>
                  <a:pt x="4170" y="245"/>
                </a:lnTo>
                <a:lnTo>
                  <a:pt x="4171" y="245"/>
                </a:lnTo>
                <a:lnTo>
                  <a:pt x="4170" y="244"/>
                </a:lnTo>
                <a:lnTo>
                  <a:pt x="4169" y="244"/>
                </a:lnTo>
                <a:lnTo>
                  <a:pt x="4169" y="243"/>
                </a:lnTo>
                <a:lnTo>
                  <a:pt x="4169" y="242"/>
                </a:lnTo>
                <a:lnTo>
                  <a:pt x="4169" y="241"/>
                </a:lnTo>
                <a:lnTo>
                  <a:pt x="4168" y="241"/>
                </a:lnTo>
                <a:lnTo>
                  <a:pt x="4168" y="240"/>
                </a:lnTo>
                <a:lnTo>
                  <a:pt x="4169" y="240"/>
                </a:lnTo>
                <a:lnTo>
                  <a:pt x="4169" y="239"/>
                </a:lnTo>
                <a:lnTo>
                  <a:pt x="4170" y="239"/>
                </a:lnTo>
                <a:lnTo>
                  <a:pt x="4171" y="239"/>
                </a:lnTo>
                <a:lnTo>
                  <a:pt x="4171" y="240"/>
                </a:lnTo>
                <a:lnTo>
                  <a:pt x="4172" y="240"/>
                </a:lnTo>
                <a:lnTo>
                  <a:pt x="4173" y="240"/>
                </a:lnTo>
                <a:lnTo>
                  <a:pt x="4174" y="240"/>
                </a:lnTo>
                <a:lnTo>
                  <a:pt x="4174" y="239"/>
                </a:lnTo>
                <a:lnTo>
                  <a:pt x="4173" y="239"/>
                </a:lnTo>
                <a:lnTo>
                  <a:pt x="4172" y="238"/>
                </a:lnTo>
                <a:lnTo>
                  <a:pt x="4171" y="237"/>
                </a:lnTo>
                <a:lnTo>
                  <a:pt x="4172" y="236"/>
                </a:lnTo>
                <a:lnTo>
                  <a:pt x="4173" y="236"/>
                </a:lnTo>
                <a:lnTo>
                  <a:pt x="4174" y="236"/>
                </a:lnTo>
                <a:lnTo>
                  <a:pt x="4174" y="235"/>
                </a:lnTo>
                <a:lnTo>
                  <a:pt x="4173" y="235"/>
                </a:lnTo>
                <a:lnTo>
                  <a:pt x="4173" y="234"/>
                </a:lnTo>
                <a:lnTo>
                  <a:pt x="4173" y="233"/>
                </a:lnTo>
                <a:lnTo>
                  <a:pt x="4174" y="233"/>
                </a:lnTo>
                <a:lnTo>
                  <a:pt x="4175" y="232"/>
                </a:lnTo>
                <a:lnTo>
                  <a:pt x="4176" y="232"/>
                </a:lnTo>
                <a:lnTo>
                  <a:pt x="4177" y="232"/>
                </a:lnTo>
                <a:lnTo>
                  <a:pt x="4178" y="232"/>
                </a:lnTo>
                <a:lnTo>
                  <a:pt x="4179" y="232"/>
                </a:lnTo>
                <a:lnTo>
                  <a:pt x="4179" y="231"/>
                </a:lnTo>
                <a:lnTo>
                  <a:pt x="4179" y="230"/>
                </a:lnTo>
                <a:lnTo>
                  <a:pt x="4179" y="229"/>
                </a:lnTo>
                <a:lnTo>
                  <a:pt x="4179" y="228"/>
                </a:lnTo>
                <a:lnTo>
                  <a:pt x="4180" y="228"/>
                </a:lnTo>
                <a:lnTo>
                  <a:pt x="4180" y="227"/>
                </a:lnTo>
                <a:lnTo>
                  <a:pt x="4181" y="227"/>
                </a:lnTo>
                <a:lnTo>
                  <a:pt x="4182" y="227"/>
                </a:lnTo>
                <a:lnTo>
                  <a:pt x="4183" y="227"/>
                </a:lnTo>
                <a:lnTo>
                  <a:pt x="4183" y="226"/>
                </a:lnTo>
                <a:lnTo>
                  <a:pt x="4184" y="226"/>
                </a:lnTo>
                <a:lnTo>
                  <a:pt x="4185" y="226"/>
                </a:lnTo>
                <a:lnTo>
                  <a:pt x="4185" y="225"/>
                </a:lnTo>
                <a:lnTo>
                  <a:pt x="4184" y="225"/>
                </a:lnTo>
                <a:lnTo>
                  <a:pt x="4183" y="225"/>
                </a:lnTo>
                <a:lnTo>
                  <a:pt x="4183" y="224"/>
                </a:lnTo>
                <a:lnTo>
                  <a:pt x="4182" y="224"/>
                </a:lnTo>
                <a:lnTo>
                  <a:pt x="4182" y="223"/>
                </a:lnTo>
                <a:lnTo>
                  <a:pt x="4181" y="223"/>
                </a:lnTo>
                <a:lnTo>
                  <a:pt x="4181" y="222"/>
                </a:lnTo>
                <a:lnTo>
                  <a:pt x="4182" y="222"/>
                </a:lnTo>
                <a:lnTo>
                  <a:pt x="4183" y="222"/>
                </a:lnTo>
                <a:lnTo>
                  <a:pt x="4184" y="222"/>
                </a:lnTo>
                <a:lnTo>
                  <a:pt x="4185" y="222"/>
                </a:lnTo>
                <a:lnTo>
                  <a:pt x="4186" y="222"/>
                </a:lnTo>
                <a:lnTo>
                  <a:pt x="4187" y="222"/>
                </a:lnTo>
                <a:lnTo>
                  <a:pt x="4187" y="221"/>
                </a:lnTo>
                <a:lnTo>
                  <a:pt x="4187" y="220"/>
                </a:lnTo>
                <a:lnTo>
                  <a:pt x="4187" y="219"/>
                </a:lnTo>
                <a:lnTo>
                  <a:pt x="4187" y="218"/>
                </a:lnTo>
                <a:lnTo>
                  <a:pt x="4188" y="217"/>
                </a:lnTo>
                <a:lnTo>
                  <a:pt x="4189" y="217"/>
                </a:lnTo>
                <a:lnTo>
                  <a:pt x="4189" y="216"/>
                </a:lnTo>
                <a:lnTo>
                  <a:pt x="4190" y="216"/>
                </a:lnTo>
                <a:lnTo>
                  <a:pt x="4190" y="215"/>
                </a:lnTo>
                <a:lnTo>
                  <a:pt x="4189" y="215"/>
                </a:lnTo>
                <a:lnTo>
                  <a:pt x="4189" y="214"/>
                </a:lnTo>
                <a:lnTo>
                  <a:pt x="4188" y="213"/>
                </a:lnTo>
                <a:lnTo>
                  <a:pt x="4188" y="212"/>
                </a:lnTo>
                <a:lnTo>
                  <a:pt x="4189" y="212"/>
                </a:lnTo>
                <a:lnTo>
                  <a:pt x="4189" y="211"/>
                </a:lnTo>
                <a:lnTo>
                  <a:pt x="4188" y="211"/>
                </a:lnTo>
                <a:lnTo>
                  <a:pt x="4188" y="210"/>
                </a:lnTo>
                <a:lnTo>
                  <a:pt x="4189" y="210"/>
                </a:lnTo>
                <a:lnTo>
                  <a:pt x="4190" y="210"/>
                </a:lnTo>
                <a:lnTo>
                  <a:pt x="4190" y="209"/>
                </a:lnTo>
                <a:lnTo>
                  <a:pt x="4191" y="209"/>
                </a:lnTo>
                <a:lnTo>
                  <a:pt x="4192" y="208"/>
                </a:lnTo>
                <a:lnTo>
                  <a:pt x="4192" y="207"/>
                </a:lnTo>
                <a:lnTo>
                  <a:pt x="4193" y="207"/>
                </a:lnTo>
                <a:lnTo>
                  <a:pt x="4193" y="206"/>
                </a:lnTo>
                <a:lnTo>
                  <a:pt x="4194" y="206"/>
                </a:lnTo>
                <a:lnTo>
                  <a:pt x="4194" y="205"/>
                </a:lnTo>
                <a:lnTo>
                  <a:pt x="4194" y="204"/>
                </a:lnTo>
                <a:lnTo>
                  <a:pt x="4194" y="203"/>
                </a:lnTo>
                <a:lnTo>
                  <a:pt x="4193" y="203"/>
                </a:lnTo>
                <a:lnTo>
                  <a:pt x="4193" y="202"/>
                </a:lnTo>
                <a:lnTo>
                  <a:pt x="4193" y="201"/>
                </a:lnTo>
                <a:lnTo>
                  <a:pt x="4194" y="201"/>
                </a:lnTo>
                <a:lnTo>
                  <a:pt x="4194" y="200"/>
                </a:lnTo>
                <a:lnTo>
                  <a:pt x="4194" y="199"/>
                </a:lnTo>
                <a:lnTo>
                  <a:pt x="4195" y="199"/>
                </a:lnTo>
                <a:lnTo>
                  <a:pt x="4195" y="198"/>
                </a:lnTo>
                <a:lnTo>
                  <a:pt x="4196" y="197"/>
                </a:lnTo>
                <a:lnTo>
                  <a:pt x="4197" y="197"/>
                </a:lnTo>
                <a:lnTo>
                  <a:pt x="4197" y="196"/>
                </a:lnTo>
                <a:lnTo>
                  <a:pt x="4198" y="196"/>
                </a:lnTo>
                <a:lnTo>
                  <a:pt x="4199" y="196"/>
                </a:lnTo>
                <a:lnTo>
                  <a:pt x="4199" y="195"/>
                </a:lnTo>
                <a:lnTo>
                  <a:pt x="4198" y="195"/>
                </a:lnTo>
                <a:lnTo>
                  <a:pt x="4198" y="194"/>
                </a:lnTo>
                <a:lnTo>
                  <a:pt x="4198" y="193"/>
                </a:lnTo>
                <a:lnTo>
                  <a:pt x="4197" y="193"/>
                </a:lnTo>
                <a:lnTo>
                  <a:pt x="4198" y="193"/>
                </a:lnTo>
                <a:lnTo>
                  <a:pt x="4199" y="193"/>
                </a:lnTo>
                <a:lnTo>
                  <a:pt x="4200" y="193"/>
                </a:lnTo>
                <a:lnTo>
                  <a:pt x="4201" y="193"/>
                </a:lnTo>
                <a:lnTo>
                  <a:pt x="4202" y="193"/>
                </a:lnTo>
                <a:lnTo>
                  <a:pt x="4203" y="193"/>
                </a:lnTo>
                <a:lnTo>
                  <a:pt x="4204" y="193"/>
                </a:lnTo>
                <a:lnTo>
                  <a:pt x="4205" y="193"/>
                </a:lnTo>
                <a:lnTo>
                  <a:pt x="4206" y="192"/>
                </a:lnTo>
                <a:lnTo>
                  <a:pt x="4207" y="192"/>
                </a:lnTo>
                <a:lnTo>
                  <a:pt x="4207" y="191"/>
                </a:lnTo>
                <a:lnTo>
                  <a:pt x="4208" y="191"/>
                </a:lnTo>
                <a:lnTo>
                  <a:pt x="4208" y="190"/>
                </a:lnTo>
                <a:lnTo>
                  <a:pt x="4209" y="190"/>
                </a:lnTo>
                <a:lnTo>
                  <a:pt x="4209" y="189"/>
                </a:lnTo>
                <a:lnTo>
                  <a:pt x="4210" y="189"/>
                </a:lnTo>
                <a:lnTo>
                  <a:pt x="4210" y="188"/>
                </a:lnTo>
                <a:lnTo>
                  <a:pt x="4211" y="188"/>
                </a:lnTo>
                <a:lnTo>
                  <a:pt x="4212" y="188"/>
                </a:lnTo>
                <a:lnTo>
                  <a:pt x="4213" y="188"/>
                </a:lnTo>
                <a:lnTo>
                  <a:pt x="4213" y="187"/>
                </a:lnTo>
                <a:lnTo>
                  <a:pt x="4214" y="187"/>
                </a:lnTo>
                <a:lnTo>
                  <a:pt x="4214" y="186"/>
                </a:lnTo>
                <a:lnTo>
                  <a:pt x="4214" y="185"/>
                </a:lnTo>
                <a:lnTo>
                  <a:pt x="4215" y="185"/>
                </a:lnTo>
                <a:lnTo>
                  <a:pt x="4215" y="186"/>
                </a:lnTo>
                <a:lnTo>
                  <a:pt x="4216" y="186"/>
                </a:lnTo>
                <a:lnTo>
                  <a:pt x="4216" y="185"/>
                </a:lnTo>
                <a:lnTo>
                  <a:pt x="4216" y="184"/>
                </a:lnTo>
                <a:lnTo>
                  <a:pt x="4217" y="184"/>
                </a:lnTo>
                <a:lnTo>
                  <a:pt x="4217" y="183"/>
                </a:lnTo>
                <a:lnTo>
                  <a:pt x="4218" y="183"/>
                </a:lnTo>
                <a:lnTo>
                  <a:pt x="4218" y="182"/>
                </a:lnTo>
                <a:lnTo>
                  <a:pt x="4219" y="182"/>
                </a:lnTo>
                <a:lnTo>
                  <a:pt x="4220" y="182"/>
                </a:lnTo>
                <a:lnTo>
                  <a:pt x="4222" y="182"/>
                </a:lnTo>
                <a:lnTo>
                  <a:pt x="4222" y="181"/>
                </a:lnTo>
                <a:lnTo>
                  <a:pt x="4223" y="181"/>
                </a:lnTo>
                <a:lnTo>
                  <a:pt x="4223" y="180"/>
                </a:lnTo>
                <a:lnTo>
                  <a:pt x="4224" y="180"/>
                </a:lnTo>
                <a:lnTo>
                  <a:pt x="4224" y="179"/>
                </a:lnTo>
                <a:lnTo>
                  <a:pt x="4226" y="179"/>
                </a:lnTo>
                <a:lnTo>
                  <a:pt x="4226" y="178"/>
                </a:lnTo>
                <a:lnTo>
                  <a:pt x="4226" y="177"/>
                </a:lnTo>
                <a:lnTo>
                  <a:pt x="4227" y="177"/>
                </a:lnTo>
                <a:lnTo>
                  <a:pt x="4228" y="177"/>
                </a:lnTo>
                <a:lnTo>
                  <a:pt x="4229" y="177"/>
                </a:lnTo>
                <a:lnTo>
                  <a:pt x="4229" y="176"/>
                </a:lnTo>
                <a:lnTo>
                  <a:pt x="4230" y="176"/>
                </a:lnTo>
                <a:lnTo>
                  <a:pt x="4231" y="176"/>
                </a:lnTo>
                <a:lnTo>
                  <a:pt x="4232" y="176"/>
                </a:lnTo>
                <a:lnTo>
                  <a:pt x="4232" y="175"/>
                </a:lnTo>
                <a:lnTo>
                  <a:pt x="4233" y="175"/>
                </a:lnTo>
                <a:lnTo>
                  <a:pt x="4233" y="174"/>
                </a:lnTo>
                <a:lnTo>
                  <a:pt x="4233" y="173"/>
                </a:lnTo>
                <a:lnTo>
                  <a:pt x="4232" y="173"/>
                </a:lnTo>
                <a:lnTo>
                  <a:pt x="4232" y="172"/>
                </a:lnTo>
                <a:lnTo>
                  <a:pt x="4233" y="172"/>
                </a:lnTo>
                <a:lnTo>
                  <a:pt x="4234" y="172"/>
                </a:lnTo>
                <a:lnTo>
                  <a:pt x="4235" y="172"/>
                </a:lnTo>
                <a:lnTo>
                  <a:pt x="4236" y="172"/>
                </a:lnTo>
                <a:lnTo>
                  <a:pt x="4237" y="172"/>
                </a:lnTo>
                <a:lnTo>
                  <a:pt x="4238" y="172"/>
                </a:lnTo>
                <a:lnTo>
                  <a:pt x="4239" y="172"/>
                </a:lnTo>
                <a:lnTo>
                  <a:pt x="4240" y="171"/>
                </a:lnTo>
                <a:lnTo>
                  <a:pt x="4239" y="171"/>
                </a:lnTo>
                <a:lnTo>
                  <a:pt x="4239" y="170"/>
                </a:lnTo>
                <a:lnTo>
                  <a:pt x="4239" y="169"/>
                </a:lnTo>
                <a:lnTo>
                  <a:pt x="4240" y="169"/>
                </a:lnTo>
                <a:lnTo>
                  <a:pt x="4241" y="169"/>
                </a:lnTo>
                <a:lnTo>
                  <a:pt x="4243" y="169"/>
                </a:lnTo>
                <a:lnTo>
                  <a:pt x="4244" y="169"/>
                </a:lnTo>
                <a:lnTo>
                  <a:pt x="4245" y="168"/>
                </a:lnTo>
                <a:lnTo>
                  <a:pt x="4246" y="168"/>
                </a:lnTo>
                <a:lnTo>
                  <a:pt x="4248" y="168"/>
                </a:lnTo>
                <a:lnTo>
                  <a:pt x="4249" y="168"/>
                </a:lnTo>
                <a:lnTo>
                  <a:pt x="4249" y="167"/>
                </a:lnTo>
                <a:lnTo>
                  <a:pt x="4249" y="166"/>
                </a:lnTo>
                <a:lnTo>
                  <a:pt x="4249" y="164"/>
                </a:lnTo>
                <a:lnTo>
                  <a:pt x="4250" y="164"/>
                </a:lnTo>
                <a:lnTo>
                  <a:pt x="4250" y="163"/>
                </a:lnTo>
                <a:lnTo>
                  <a:pt x="4251" y="163"/>
                </a:lnTo>
                <a:lnTo>
                  <a:pt x="4252" y="163"/>
                </a:lnTo>
                <a:lnTo>
                  <a:pt x="4252" y="162"/>
                </a:lnTo>
                <a:lnTo>
                  <a:pt x="4253" y="162"/>
                </a:lnTo>
                <a:lnTo>
                  <a:pt x="4253" y="161"/>
                </a:lnTo>
                <a:lnTo>
                  <a:pt x="4254" y="161"/>
                </a:lnTo>
                <a:lnTo>
                  <a:pt x="4254" y="160"/>
                </a:lnTo>
                <a:lnTo>
                  <a:pt x="4254" y="159"/>
                </a:lnTo>
                <a:lnTo>
                  <a:pt x="4254" y="158"/>
                </a:lnTo>
                <a:lnTo>
                  <a:pt x="4253" y="158"/>
                </a:lnTo>
                <a:lnTo>
                  <a:pt x="4252" y="158"/>
                </a:lnTo>
                <a:lnTo>
                  <a:pt x="4252" y="157"/>
                </a:lnTo>
                <a:lnTo>
                  <a:pt x="4251" y="156"/>
                </a:lnTo>
                <a:lnTo>
                  <a:pt x="4252" y="156"/>
                </a:lnTo>
                <a:lnTo>
                  <a:pt x="4252" y="155"/>
                </a:lnTo>
                <a:lnTo>
                  <a:pt x="4253" y="154"/>
                </a:lnTo>
                <a:lnTo>
                  <a:pt x="4254" y="153"/>
                </a:lnTo>
                <a:lnTo>
                  <a:pt x="4255" y="152"/>
                </a:lnTo>
                <a:lnTo>
                  <a:pt x="4256" y="152"/>
                </a:lnTo>
                <a:lnTo>
                  <a:pt x="4257" y="152"/>
                </a:lnTo>
                <a:lnTo>
                  <a:pt x="4258" y="152"/>
                </a:lnTo>
                <a:lnTo>
                  <a:pt x="4258" y="151"/>
                </a:lnTo>
                <a:lnTo>
                  <a:pt x="4257" y="151"/>
                </a:lnTo>
                <a:lnTo>
                  <a:pt x="4257" y="150"/>
                </a:lnTo>
                <a:lnTo>
                  <a:pt x="4258" y="150"/>
                </a:lnTo>
                <a:lnTo>
                  <a:pt x="4258" y="149"/>
                </a:lnTo>
                <a:lnTo>
                  <a:pt x="4259" y="149"/>
                </a:lnTo>
                <a:lnTo>
                  <a:pt x="4259" y="148"/>
                </a:lnTo>
                <a:lnTo>
                  <a:pt x="4259" y="147"/>
                </a:lnTo>
                <a:lnTo>
                  <a:pt x="4258" y="146"/>
                </a:lnTo>
                <a:lnTo>
                  <a:pt x="4259" y="145"/>
                </a:lnTo>
                <a:lnTo>
                  <a:pt x="4260" y="145"/>
                </a:lnTo>
                <a:lnTo>
                  <a:pt x="4260" y="144"/>
                </a:lnTo>
                <a:lnTo>
                  <a:pt x="4261" y="144"/>
                </a:lnTo>
                <a:lnTo>
                  <a:pt x="4261" y="143"/>
                </a:lnTo>
                <a:lnTo>
                  <a:pt x="4260" y="143"/>
                </a:lnTo>
                <a:lnTo>
                  <a:pt x="4260" y="142"/>
                </a:lnTo>
                <a:lnTo>
                  <a:pt x="4259" y="142"/>
                </a:lnTo>
                <a:lnTo>
                  <a:pt x="4259" y="141"/>
                </a:lnTo>
                <a:lnTo>
                  <a:pt x="4258" y="141"/>
                </a:lnTo>
                <a:lnTo>
                  <a:pt x="4258" y="140"/>
                </a:lnTo>
                <a:lnTo>
                  <a:pt x="4257" y="140"/>
                </a:lnTo>
                <a:lnTo>
                  <a:pt x="4257" y="139"/>
                </a:lnTo>
                <a:lnTo>
                  <a:pt x="4257" y="138"/>
                </a:lnTo>
                <a:lnTo>
                  <a:pt x="4257" y="137"/>
                </a:lnTo>
                <a:lnTo>
                  <a:pt x="4257" y="136"/>
                </a:lnTo>
                <a:lnTo>
                  <a:pt x="4257" y="135"/>
                </a:lnTo>
                <a:lnTo>
                  <a:pt x="4258" y="135"/>
                </a:lnTo>
                <a:lnTo>
                  <a:pt x="4258" y="134"/>
                </a:lnTo>
                <a:lnTo>
                  <a:pt x="4257" y="134"/>
                </a:lnTo>
                <a:lnTo>
                  <a:pt x="4257" y="133"/>
                </a:lnTo>
                <a:lnTo>
                  <a:pt x="4256" y="133"/>
                </a:lnTo>
                <a:lnTo>
                  <a:pt x="4255" y="133"/>
                </a:lnTo>
                <a:lnTo>
                  <a:pt x="4254" y="133"/>
                </a:lnTo>
                <a:lnTo>
                  <a:pt x="4253" y="132"/>
                </a:lnTo>
                <a:lnTo>
                  <a:pt x="4253" y="131"/>
                </a:lnTo>
                <a:lnTo>
                  <a:pt x="4252" y="131"/>
                </a:lnTo>
                <a:lnTo>
                  <a:pt x="4252" y="130"/>
                </a:lnTo>
                <a:lnTo>
                  <a:pt x="4251" y="130"/>
                </a:lnTo>
                <a:lnTo>
                  <a:pt x="4250" y="130"/>
                </a:lnTo>
                <a:lnTo>
                  <a:pt x="4249" y="129"/>
                </a:lnTo>
                <a:lnTo>
                  <a:pt x="4248" y="129"/>
                </a:lnTo>
                <a:lnTo>
                  <a:pt x="4247" y="128"/>
                </a:lnTo>
                <a:lnTo>
                  <a:pt x="4246" y="127"/>
                </a:lnTo>
                <a:lnTo>
                  <a:pt x="4246" y="126"/>
                </a:lnTo>
                <a:lnTo>
                  <a:pt x="4246" y="125"/>
                </a:lnTo>
                <a:lnTo>
                  <a:pt x="4246" y="124"/>
                </a:lnTo>
                <a:lnTo>
                  <a:pt x="4246" y="123"/>
                </a:lnTo>
                <a:lnTo>
                  <a:pt x="4247" y="123"/>
                </a:lnTo>
                <a:lnTo>
                  <a:pt x="4248" y="123"/>
                </a:lnTo>
                <a:lnTo>
                  <a:pt x="4248" y="122"/>
                </a:lnTo>
                <a:lnTo>
                  <a:pt x="4249" y="122"/>
                </a:lnTo>
                <a:lnTo>
                  <a:pt x="4248" y="122"/>
                </a:lnTo>
                <a:lnTo>
                  <a:pt x="4248" y="121"/>
                </a:lnTo>
                <a:lnTo>
                  <a:pt x="4248" y="120"/>
                </a:lnTo>
                <a:lnTo>
                  <a:pt x="4249" y="119"/>
                </a:lnTo>
                <a:lnTo>
                  <a:pt x="4250" y="119"/>
                </a:lnTo>
                <a:lnTo>
                  <a:pt x="4250" y="118"/>
                </a:lnTo>
                <a:lnTo>
                  <a:pt x="4250" y="117"/>
                </a:lnTo>
                <a:lnTo>
                  <a:pt x="4251" y="117"/>
                </a:lnTo>
                <a:lnTo>
                  <a:pt x="4251" y="116"/>
                </a:lnTo>
                <a:lnTo>
                  <a:pt x="4252" y="116"/>
                </a:lnTo>
                <a:lnTo>
                  <a:pt x="4252" y="115"/>
                </a:lnTo>
                <a:lnTo>
                  <a:pt x="4252" y="114"/>
                </a:lnTo>
                <a:lnTo>
                  <a:pt x="4251" y="114"/>
                </a:lnTo>
                <a:lnTo>
                  <a:pt x="4251" y="113"/>
                </a:lnTo>
                <a:lnTo>
                  <a:pt x="4251" y="112"/>
                </a:lnTo>
                <a:lnTo>
                  <a:pt x="4252" y="111"/>
                </a:lnTo>
                <a:lnTo>
                  <a:pt x="4253" y="111"/>
                </a:lnTo>
                <a:lnTo>
                  <a:pt x="4253" y="110"/>
                </a:lnTo>
                <a:lnTo>
                  <a:pt x="4253" y="109"/>
                </a:lnTo>
                <a:lnTo>
                  <a:pt x="4252" y="108"/>
                </a:lnTo>
                <a:lnTo>
                  <a:pt x="4252" y="107"/>
                </a:lnTo>
                <a:lnTo>
                  <a:pt x="4253" y="107"/>
                </a:lnTo>
                <a:lnTo>
                  <a:pt x="4254" y="107"/>
                </a:lnTo>
                <a:lnTo>
                  <a:pt x="4255" y="106"/>
                </a:lnTo>
                <a:lnTo>
                  <a:pt x="4256" y="105"/>
                </a:lnTo>
                <a:lnTo>
                  <a:pt x="4256" y="104"/>
                </a:lnTo>
                <a:lnTo>
                  <a:pt x="4255" y="104"/>
                </a:lnTo>
                <a:lnTo>
                  <a:pt x="4254" y="104"/>
                </a:lnTo>
                <a:lnTo>
                  <a:pt x="4253" y="104"/>
                </a:lnTo>
                <a:lnTo>
                  <a:pt x="4252" y="104"/>
                </a:lnTo>
                <a:lnTo>
                  <a:pt x="4251" y="104"/>
                </a:lnTo>
                <a:lnTo>
                  <a:pt x="4251" y="103"/>
                </a:lnTo>
                <a:lnTo>
                  <a:pt x="4250" y="102"/>
                </a:lnTo>
                <a:lnTo>
                  <a:pt x="4249" y="102"/>
                </a:lnTo>
                <a:lnTo>
                  <a:pt x="4248" y="102"/>
                </a:lnTo>
                <a:lnTo>
                  <a:pt x="4247" y="102"/>
                </a:lnTo>
                <a:lnTo>
                  <a:pt x="4246" y="102"/>
                </a:lnTo>
                <a:lnTo>
                  <a:pt x="4246" y="101"/>
                </a:lnTo>
                <a:lnTo>
                  <a:pt x="4245" y="101"/>
                </a:lnTo>
                <a:lnTo>
                  <a:pt x="4245" y="100"/>
                </a:lnTo>
                <a:lnTo>
                  <a:pt x="4244" y="100"/>
                </a:lnTo>
                <a:lnTo>
                  <a:pt x="4244" y="99"/>
                </a:lnTo>
                <a:lnTo>
                  <a:pt x="4241" y="99"/>
                </a:lnTo>
                <a:lnTo>
                  <a:pt x="4240" y="99"/>
                </a:lnTo>
                <a:lnTo>
                  <a:pt x="4239" y="99"/>
                </a:lnTo>
                <a:lnTo>
                  <a:pt x="4239" y="98"/>
                </a:lnTo>
                <a:lnTo>
                  <a:pt x="4238" y="98"/>
                </a:lnTo>
                <a:lnTo>
                  <a:pt x="4236" y="97"/>
                </a:lnTo>
                <a:lnTo>
                  <a:pt x="4234" y="96"/>
                </a:lnTo>
                <a:lnTo>
                  <a:pt x="4233" y="96"/>
                </a:lnTo>
                <a:lnTo>
                  <a:pt x="4232" y="95"/>
                </a:lnTo>
                <a:lnTo>
                  <a:pt x="4232" y="94"/>
                </a:lnTo>
                <a:lnTo>
                  <a:pt x="4231" y="94"/>
                </a:lnTo>
                <a:lnTo>
                  <a:pt x="4230" y="94"/>
                </a:lnTo>
                <a:lnTo>
                  <a:pt x="4229" y="95"/>
                </a:lnTo>
                <a:lnTo>
                  <a:pt x="4228" y="95"/>
                </a:lnTo>
                <a:lnTo>
                  <a:pt x="4227" y="96"/>
                </a:lnTo>
                <a:lnTo>
                  <a:pt x="4226" y="97"/>
                </a:lnTo>
                <a:lnTo>
                  <a:pt x="4223" y="97"/>
                </a:lnTo>
                <a:lnTo>
                  <a:pt x="4221" y="97"/>
                </a:lnTo>
                <a:lnTo>
                  <a:pt x="4220" y="97"/>
                </a:lnTo>
                <a:lnTo>
                  <a:pt x="4218" y="97"/>
                </a:lnTo>
                <a:lnTo>
                  <a:pt x="4217" y="97"/>
                </a:lnTo>
                <a:lnTo>
                  <a:pt x="4217" y="96"/>
                </a:lnTo>
                <a:lnTo>
                  <a:pt x="4216" y="96"/>
                </a:lnTo>
                <a:lnTo>
                  <a:pt x="4215" y="96"/>
                </a:lnTo>
                <a:lnTo>
                  <a:pt x="4215" y="97"/>
                </a:lnTo>
                <a:lnTo>
                  <a:pt x="4214" y="97"/>
                </a:lnTo>
                <a:lnTo>
                  <a:pt x="4213" y="97"/>
                </a:lnTo>
                <a:lnTo>
                  <a:pt x="4213" y="98"/>
                </a:lnTo>
                <a:lnTo>
                  <a:pt x="4212" y="98"/>
                </a:lnTo>
                <a:lnTo>
                  <a:pt x="4211" y="99"/>
                </a:lnTo>
                <a:lnTo>
                  <a:pt x="4210" y="99"/>
                </a:lnTo>
                <a:lnTo>
                  <a:pt x="4209" y="100"/>
                </a:lnTo>
                <a:lnTo>
                  <a:pt x="4208" y="100"/>
                </a:lnTo>
                <a:lnTo>
                  <a:pt x="4208" y="101"/>
                </a:lnTo>
                <a:lnTo>
                  <a:pt x="4207" y="101"/>
                </a:lnTo>
                <a:lnTo>
                  <a:pt x="4206" y="101"/>
                </a:lnTo>
                <a:lnTo>
                  <a:pt x="4205" y="101"/>
                </a:lnTo>
                <a:lnTo>
                  <a:pt x="4204" y="100"/>
                </a:lnTo>
                <a:lnTo>
                  <a:pt x="4203" y="100"/>
                </a:lnTo>
                <a:lnTo>
                  <a:pt x="4201" y="100"/>
                </a:lnTo>
                <a:lnTo>
                  <a:pt x="4200" y="100"/>
                </a:lnTo>
                <a:lnTo>
                  <a:pt x="4199" y="100"/>
                </a:lnTo>
                <a:lnTo>
                  <a:pt x="4198" y="100"/>
                </a:lnTo>
                <a:lnTo>
                  <a:pt x="4197" y="100"/>
                </a:lnTo>
                <a:lnTo>
                  <a:pt x="4196" y="100"/>
                </a:lnTo>
                <a:lnTo>
                  <a:pt x="4195" y="100"/>
                </a:lnTo>
                <a:lnTo>
                  <a:pt x="4195" y="99"/>
                </a:lnTo>
                <a:lnTo>
                  <a:pt x="4194" y="99"/>
                </a:lnTo>
                <a:lnTo>
                  <a:pt x="4194" y="98"/>
                </a:lnTo>
                <a:lnTo>
                  <a:pt x="4194" y="96"/>
                </a:lnTo>
                <a:lnTo>
                  <a:pt x="4193" y="96"/>
                </a:lnTo>
                <a:lnTo>
                  <a:pt x="4193" y="95"/>
                </a:lnTo>
                <a:lnTo>
                  <a:pt x="4193" y="94"/>
                </a:lnTo>
                <a:lnTo>
                  <a:pt x="4193" y="92"/>
                </a:lnTo>
                <a:lnTo>
                  <a:pt x="4194" y="92"/>
                </a:lnTo>
                <a:lnTo>
                  <a:pt x="4194" y="91"/>
                </a:lnTo>
                <a:lnTo>
                  <a:pt x="4194" y="90"/>
                </a:lnTo>
                <a:lnTo>
                  <a:pt x="4195" y="90"/>
                </a:lnTo>
                <a:lnTo>
                  <a:pt x="4195" y="89"/>
                </a:lnTo>
                <a:lnTo>
                  <a:pt x="4196" y="89"/>
                </a:lnTo>
                <a:lnTo>
                  <a:pt x="4196" y="88"/>
                </a:lnTo>
                <a:lnTo>
                  <a:pt x="4196" y="87"/>
                </a:lnTo>
                <a:lnTo>
                  <a:pt x="4195" y="87"/>
                </a:lnTo>
                <a:lnTo>
                  <a:pt x="4195" y="86"/>
                </a:lnTo>
                <a:lnTo>
                  <a:pt x="4195" y="85"/>
                </a:lnTo>
                <a:lnTo>
                  <a:pt x="4195" y="84"/>
                </a:lnTo>
                <a:lnTo>
                  <a:pt x="4194" y="84"/>
                </a:lnTo>
                <a:lnTo>
                  <a:pt x="4194" y="83"/>
                </a:lnTo>
                <a:lnTo>
                  <a:pt x="4193" y="82"/>
                </a:lnTo>
                <a:lnTo>
                  <a:pt x="4193" y="81"/>
                </a:lnTo>
                <a:lnTo>
                  <a:pt x="4192" y="81"/>
                </a:lnTo>
                <a:lnTo>
                  <a:pt x="4193" y="81"/>
                </a:lnTo>
                <a:lnTo>
                  <a:pt x="4193" y="80"/>
                </a:lnTo>
                <a:lnTo>
                  <a:pt x="4196" y="80"/>
                </a:lnTo>
                <a:lnTo>
                  <a:pt x="4197" y="80"/>
                </a:lnTo>
                <a:lnTo>
                  <a:pt x="4198" y="80"/>
                </a:lnTo>
                <a:lnTo>
                  <a:pt x="4199" y="80"/>
                </a:lnTo>
                <a:lnTo>
                  <a:pt x="4199" y="79"/>
                </a:lnTo>
                <a:lnTo>
                  <a:pt x="4199" y="78"/>
                </a:lnTo>
                <a:lnTo>
                  <a:pt x="4200" y="78"/>
                </a:lnTo>
                <a:lnTo>
                  <a:pt x="4201" y="78"/>
                </a:lnTo>
                <a:lnTo>
                  <a:pt x="4202" y="77"/>
                </a:lnTo>
                <a:lnTo>
                  <a:pt x="4203" y="77"/>
                </a:lnTo>
                <a:lnTo>
                  <a:pt x="4204" y="77"/>
                </a:lnTo>
                <a:lnTo>
                  <a:pt x="4205" y="77"/>
                </a:lnTo>
                <a:lnTo>
                  <a:pt x="4206" y="77"/>
                </a:lnTo>
                <a:lnTo>
                  <a:pt x="4207" y="77"/>
                </a:lnTo>
                <a:lnTo>
                  <a:pt x="4207" y="76"/>
                </a:lnTo>
                <a:lnTo>
                  <a:pt x="4208" y="75"/>
                </a:lnTo>
                <a:lnTo>
                  <a:pt x="4209" y="75"/>
                </a:lnTo>
                <a:lnTo>
                  <a:pt x="4209" y="74"/>
                </a:lnTo>
                <a:lnTo>
                  <a:pt x="4210" y="74"/>
                </a:lnTo>
                <a:lnTo>
                  <a:pt x="4211" y="73"/>
                </a:lnTo>
                <a:lnTo>
                  <a:pt x="4212" y="73"/>
                </a:lnTo>
                <a:lnTo>
                  <a:pt x="4213" y="72"/>
                </a:lnTo>
                <a:lnTo>
                  <a:pt x="4214" y="72"/>
                </a:lnTo>
                <a:lnTo>
                  <a:pt x="4215" y="72"/>
                </a:lnTo>
                <a:lnTo>
                  <a:pt x="4216" y="72"/>
                </a:lnTo>
                <a:lnTo>
                  <a:pt x="4216" y="71"/>
                </a:lnTo>
                <a:lnTo>
                  <a:pt x="4216" y="70"/>
                </a:lnTo>
                <a:lnTo>
                  <a:pt x="4216" y="69"/>
                </a:lnTo>
                <a:lnTo>
                  <a:pt x="4217" y="69"/>
                </a:lnTo>
                <a:lnTo>
                  <a:pt x="4217" y="68"/>
                </a:lnTo>
                <a:lnTo>
                  <a:pt x="4220" y="68"/>
                </a:lnTo>
                <a:lnTo>
                  <a:pt x="4221" y="68"/>
                </a:lnTo>
                <a:lnTo>
                  <a:pt x="4221" y="67"/>
                </a:lnTo>
                <a:lnTo>
                  <a:pt x="4221" y="66"/>
                </a:lnTo>
                <a:lnTo>
                  <a:pt x="4221" y="65"/>
                </a:lnTo>
                <a:lnTo>
                  <a:pt x="4222" y="65"/>
                </a:lnTo>
                <a:lnTo>
                  <a:pt x="4222" y="64"/>
                </a:lnTo>
                <a:lnTo>
                  <a:pt x="4223" y="64"/>
                </a:lnTo>
                <a:lnTo>
                  <a:pt x="4223" y="63"/>
                </a:lnTo>
                <a:lnTo>
                  <a:pt x="4224" y="63"/>
                </a:lnTo>
                <a:lnTo>
                  <a:pt x="4225" y="63"/>
                </a:lnTo>
                <a:lnTo>
                  <a:pt x="4226" y="63"/>
                </a:lnTo>
                <a:lnTo>
                  <a:pt x="4227" y="62"/>
                </a:lnTo>
                <a:lnTo>
                  <a:pt x="4227" y="61"/>
                </a:lnTo>
                <a:lnTo>
                  <a:pt x="4227" y="60"/>
                </a:lnTo>
                <a:lnTo>
                  <a:pt x="4228" y="60"/>
                </a:lnTo>
                <a:lnTo>
                  <a:pt x="4228" y="59"/>
                </a:lnTo>
                <a:lnTo>
                  <a:pt x="4229" y="59"/>
                </a:lnTo>
                <a:lnTo>
                  <a:pt x="4229" y="58"/>
                </a:lnTo>
                <a:lnTo>
                  <a:pt x="4230" y="57"/>
                </a:lnTo>
                <a:lnTo>
                  <a:pt x="4231" y="57"/>
                </a:lnTo>
                <a:lnTo>
                  <a:pt x="4231" y="56"/>
                </a:lnTo>
                <a:lnTo>
                  <a:pt x="4232" y="56"/>
                </a:lnTo>
                <a:lnTo>
                  <a:pt x="4233" y="56"/>
                </a:lnTo>
                <a:lnTo>
                  <a:pt x="4234" y="55"/>
                </a:lnTo>
                <a:lnTo>
                  <a:pt x="4235" y="55"/>
                </a:lnTo>
                <a:lnTo>
                  <a:pt x="4235" y="54"/>
                </a:lnTo>
                <a:lnTo>
                  <a:pt x="4236" y="53"/>
                </a:lnTo>
                <a:lnTo>
                  <a:pt x="4237" y="53"/>
                </a:lnTo>
                <a:lnTo>
                  <a:pt x="4238" y="52"/>
                </a:lnTo>
                <a:lnTo>
                  <a:pt x="4238" y="51"/>
                </a:lnTo>
                <a:lnTo>
                  <a:pt x="4239" y="51"/>
                </a:lnTo>
                <a:lnTo>
                  <a:pt x="4239" y="50"/>
                </a:lnTo>
                <a:lnTo>
                  <a:pt x="4240" y="49"/>
                </a:lnTo>
                <a:lnTo>
                  <a:pt x="4241" y="49"/>
                </a:lnTo>
                <a:lnTo>
                  <a:pt x="4242" y="49"/>
                </a:lnTo>
                <a:lnTo>
                  <a:pt x="4243" y="49"/>
                </a:lnTo>
                <a:lnTo>
                  <a:pt x="4244" y="48"/>
                </a:lnTo>
                <a:lnTo>
                  <a:pt x="4245" y="48"/>
                </a:lnTo>
                <a:lnTo>
                  <a:pt x="4245" y="47"/>
                </a:lnTo>
                <a:lnTo>
                  <a:pt x="4246" y="47"/>
                </a:lnTo>
                <a:lnTo>
                  <a:pt x="4247" y="47"/>
                </a:lnTo>
                <a:lnTo>
                  <a:pt x="4248" y="47"/>
                </a:lnTo>
                <a:lnTo>
                  <a:pt x="4248" y="46"/>
                </a:lnTo>
                <a:lnTo>
                  <a:pt x="4248" y="45"/>
                </a:lnTo>
                <a:lnTo>
                  <a:pt x="4249" y="44"/>
                </a:lnTo>
                <a:lnTo>
                  <a:pt x="4250" y="44"/>
                </a:lnTo>
                <a:lnTo>
                  <a:pt x="4251" y="44"/>
                </a:lnTo>
                <a:lnTo>
                  <a:pt x="4251" y="43"/>
                </a:lnTo>
                <a:lnTo>
                  <a:pt x="4252" y="43"/>
                </a:lnTo>
                <a:lnTo>
                  <a:pt x="4252" y="42"/>
                </a:lnTo>
                <a:lnTo>
                  <a:pt x="4253" y="42"/>
                </a:lnTo>
                <a:lnTo>
                  <a:pt x="4253" y="41"/>
                </a:lnTo>
                <a:lnTo>
                  <a:pt x="4252" y="41"/>
                </a:lnTo>
                <a:lnTo>
                  <a:pt x="4252" y="40"/>
                </a:lnTo>
                <a:lnTo>
                  <a:pt x="4253" y="39"/>
                </a:lnTo>
                <a:lnTo>
                  <a:pt x="4254" y="39"/>
                </a:lnTo>
                <a:lnTo>
                  <a:pt x="4254" y="38"/>
                </a:lnTo>
                <a:lnTo>
                  <a:pt x="4255" y="38"/>
                </a:lnTo>
                <a:lnTo>
                  <a:pt x="4255" y="37"/>
                </a:lnTo>
                <a:lnTo>
                  <a:pt x="4256" y="37"/>
                </a:lnTo>
                <a:lnTo>
                  <a:pt x="4257" y="36"/>
                </a:lnTo>
                <a:lnTo>
                  <a:pt x="4258" y="36"/>
                </a:lnTo>
                <a:lnTo>
                  <a:pt x="4259" y="36"/>
                </a:lnTo>
                <a:lnTo>
                  <a:pt x="4260" y="36"/>
                </a:lnTo>
                <a:lnTo>
                  <a:pt x="4260" y="35"/>
                </a:lnTo>
                <a:lnTo>
                  <a:pt x="4261" y="35"/>
                </a:lnTo>
                <a:lnTo>
                  <a:pt x="4262" y="34"/>
                </a:lnTo>
                <a:lnTo>
                  <a:pt x="4263" y="34"/>
                </a:lnTo>
                <a:lnTo>
                  <a:pt x="4263" y="33"/>
                </a:lnTo>
                <a:lnTo>
                  <a:pt x="4264" y="33"/>
                </a:lnTo>
                <a:lnTo>
                  <a:pt x="4265" y="33"/>
                </a:lnTo>
                <a:lnTo>
                  <a:pt x="4265" y="32"/>
                </a:lnTo>
                <a:lnTo>
                  <a:pt x="4264" y="31"/>
                </a:lnTo>
                <a:lnTo>
                  <a:pt x="4263" y="30"/>
                </a:lnTo>
                <a:lnTo>
                  <a:pt x="4264" y="30"/>
                </a:lnTo>
                <a:lnTo>
                  <a:pt x="4265" y="30"/>
                </a:lnTo>
                <a:lnTo>
                  <a:pt x="4266" y="30"/>
                </a:lnTo>
                <a:lnTo>
                  <a:pt x="4267" y="29"/>
                </a:lnTo>
                <a:lnTo>
                  <a:pt x="4268" y="29"/>
                </a:lnTo>
                <a:lnTo>
                  <a:pt x="4270" y="29"/>
                </a:lnTo>
                <a:lnTo>
                  <a:pt x="4270" y="28"/>
                </a:lnTo>
                <a:lnTo>
                  <a:pt x="4271" y="28"/>
                </a:lnTo>
                <a:lnTo>
                  <a:pt x="4272" y="28"/>
                </a:lnTo>
                <a:lnTo>
                  <a:pt x="4272" y="29"/>
                </a:lnTo>
                <a:lnTo>
                  <a:pt x="4272" y="28"/>
                </a:lnTo>
                <a:lnTo>
                  <a:pt x="4275" y="28"/>
                </a:lnTo>
                <a:lnTo>
                  <a:pt x="4276" y="28"/>
                </a:lnTo>
                <a:lnTo>
                  <a:pt x="4276" y="27"/>
                </a:lnTo>
                <a:lnTo>
                  <a:pt x="4277" y="27"/>
                </a:lnTo>
                <a:lnTo>
                  <a:pt x="4278" y="27"/>
                </a:lnTo>
                <a:lnTo>
                  <a:pt x="4278" y="28"/>
                </a:lnTo>
                <a:lnTo>
                  <a:pt x="4279" y="28"/>
                </a:lnTo>
                <a:lnTo>
                  <a:pt x="4280" y="28"/>
                </a:lnTo>
                <a:lnTo>
                  <a:pt x="4281" y="28"/>
                </a:lnTo>
                <a:lnTo>
                  <a:pt x="4283" y="28"/>
                </a:lnTo>
                <a:lnTo>
                  <a:pt x="4284" y="28"/>
                </a:lnTo>
                <a:lnTo>
                  <a:pt x="4285" y="28"/>
                </a:lnTo>
                <a:lnTo>
                  <a:pt x="4286" y="28"/>
                </a:lnTo>
                <a:lnTo>
                  <a:pt x="4286" y="27"/>
                </a:lnTo>
                <a:lnTo>
                  <a:pt x="4287" y="27"/>
                </a:lnTo>
                <a:lnTo>
                  <a:pt x="4288" y="27"/>
                </a:lnTo>
                <a:lnTo>
                  <a:pt x="4289" y="26"/>
                </a:lnTo>
                <a:lnTo>
                  <a:pt x="4290" y="26"/>
                </a:lnTo>
                <a:lnTo>
                  <a:pt x="4290" y="27"/>
                </a:lnTo>
                <a:lnTo>
                  <a:pt x="4291" y="27"/>
                </a:lnTo>
                <a:lnTo>
                  <a:pt x="4291" y="28"/>
                </a:lnTo>
                <a:lnTo>
                  <a:pt x="4291" y="29"/>
                </a:lnTo>
                <a:lnTo>
                  <a:pt x="4292" y="29"/>
                </a:lnTo>
                <a:lnTo>
                  <a:pt x="4293" y="29"/>
                </a:lnTo>
                <a:lnTo>
                  <a:pt x="4294" y="29"/>
                </a:lnTo>
                <a:lnTo>
                  <a:pt x="4295" y="29"/>
                </a:lnTo>
                <a:lnTo>
                  <a:pt x="4296" y="29"/>
                </a:lnTo>
                <a:lnTo>
                  <a:pt x="4297" y="29"/>
                </a:lnTo>
                <a:lnTo>
                  <a:pt x="4298" y="29"/>
                </a:lnTo>
                <a:lnTo>
                  <a:pt x="4299" y="29"/>
                </a:lnTo>
                <a:lnTo>
                  <a:pt x="4300" y="29"/>
                </a:lnTo>
                <a:lnTo>
                  <a:pt x="4302" y="29"/>
                </a:lnTo>
                <a:lnTo>
                  <a:pt x="4303" y="29"/>
                </a:lnTo>
                <a:lnTo>
                  <a:pt x="4303" y="28"/>
                </a:lnTo>
                <a:lnTo>
                  <a:pt x="4304" y="28"/>
                </a:lnTo>
                <a:lnTo>
                  <a:pt x="4305" y="28"/>
                </a:lnTo>
                <a:lnTo>
                  <a:pt x="4306" y="28"/>
                </a:lnTo>
                <a:lnTo>
                  <a:pt x="4307" y="28"/>
                </a:lnTo>
                <a:lnTo>
                  <a:pt x="4307" y="27"/>
                </a:lnTo>
                <a:lnTo>
                  <a:pt x="4308" y="27"/>
                </a:lnTo>
                <a:lnTo>
                  <a:pt x="4309" y="27"/>
                </a:lnTo>
                <a:lnTo>
                  <a:pt x="4309" y="26"/>
                </a:lnTo>
                <a:lnTo>
                  <a:pt x="4310" y="26"/>
                </a:lnTo>
                <a:lnTo>
                  <a:pt x="4310" y="25"/>
                </a:lnTo>
                <a:lnTo>
                  <a:pt x="4311" y="25"/>
                </a:lnTo>
                <a:lnTo>
                  <a:pt x="4311" y="24"/>
                </a:lnTo>
                <a:lnTo>
                  <a:pt x="4313" y="24"/>
                </a:lnTo>
                <a:lnTo>
                  <a:pt x="4314" y="25"/>
                </a:lnTo>
                <a:lnTo>
                  <a:pt x="4316" y="25"/>
                </a:lnTo>
                <a:lnTo>
                  <a:pt x="4317" y="25"/>
                </a:lnTo>
                <a:lnTo>
                  <a:pt x="4318" y="25"/>
                </a:lnTo>
                <a:lnTo>
                  <a:pt x="4319" y="25"/>
                </a:lnTo>
                <a:lnTo>
                  <a:pt x="4319" y="24"/>
                </a:lnTo>
                <a:lnTo>
                  <a:pt x="4320" y="24"/>
                </a:lnTo>
                <a:lnTo>
                  <a:pt x="4320" y="25"/>
                </a:lnTo>
                <a:lnTo>
                  <a:pt x="4321" y="25"/>
                </a:lnTo>
                <a:lnTo>
                  <a:pt x="4322" y="25"/>
                </a:lnTo>
                <a:lnTo>
                  <a:pt x="4322" y="24"/>
                </a:lnTo>
                <a:lnTo>
                  <a:pt x="4323" y="24"/>
                </a:lnTo>
                <a:lnTo>
                  <a:pt x="4324" y="24"/>
                </a:lnTo>
                <a:lnTo>
                  <a:pt x="4325" y="24"/>
                </a:lnTo>
                <a:lnTo>
                  <a:pt x="4325" y="23"/>
                </a:lnTo>
                <a:lnTo>
                  <a:pt x="4327" y="23"/>
                </a:lnTo>
                <a:lnTo>
                  <a:pt x="4328" y="23"/>
                </a:lnTo>
                <a:lnTo>
                  <a:pt x="4329" y="23"/>
                </a:lnTo>
                <a:lnTo>
                  <a:pt x="4330" y="23"/>
                </a:lnTo>
                <a:lnTo>
                  <a:pt x="4331" y="23"/>
                </a:lnTo>
                <a:lnTo>
                  <a:pt x="4331" y="22"/>
                </a:lnTo>
                <a:lnTo>
                  <a:pt x="4332" y="22"/>
                </a:lnTo>
                <a:lnTo>
                  <a:pt x="4333" y="22"/>
                </a:lnTo>
                <a:lnTo>
                  <a:pt x="4334" y="22"/>
                </a:lnTo>
                <a:lnTo>
                  <a:pt x="4335" y="22"/>
                </a:lnTo>
                <a:lnTo>
                  <a:pt x="4335" y="21"/>
                </a:lnTo>
                <a:lnTo>
                  <a:pt x="4336" y="21"/>
                </a:lnTo>
                <a:lnTo>
                  <a:pt x="4337" y="21"/>
                </a:lnTo>
                <a:lnTo>
                  <a:pt x="4337" y="20"/>
                </a:lnTo>
                <a:lnTo>
                  <a:pt x="4338" y="20"/>
                </a:lnTo>
                <a:lnTo>
                  <a:pt x="4339" y="20"/>
                </a:lnTo>
                <a:lnTo>
                  <a:pt x="4340" y="20"/>
                </a:lnTo>
                <a:lnTo>
                  <a:pt x="4340" y="19"/>
                </a:lnTo>
                <a:lnTo>
                  <a:pt x="4341" y="19"/>
                </a:lnTo>
                <a:lnTo>
                  <a:pt x="4342" y="19"/>
                </a:lnTo>
                <a:lnTo>
                  <a:pt x="4342" y="18"/>
                </a:lnTo>
                <a:lnTo>
                  <a:pt x="4343" y="18"/>
                </a:lnTo>
                <a:lnTo>
                  <a:pt x="4343" y="17"/>
                </a:lnTo>
                <a:lnTo>
                  <a:pt x="4344" y="17"/>
                </a:lnTo>
                <a:lnTo>
                  <a:pt x="4344" y="18"/>
                </a:lnTo>
                <a:lnTo>
                  <a:pt x="4345" y="18"/>
                </a:lnTo>
                <a:lnTo>
                  <a:pt x="4346" y="18"/>
                </a:lnTo>
                <a:lnTo>
                  <a:pt x="4347" y="18"/>
                </a:lnTo>
                <a:lnTo>
                  <a:pt x="4348" y="18"/>
                </a:lnTo>
                <a:lnTo>
                  <a:pt x="4349" y="18"/>
                </a:lnTo>
                <a:lnTo>
                  <a:pt x="4350" y="17"/>
                </a:lnTo>
                <a:lnTo>
                  <a:pt x="4351" y="17"/>
                </a:lnTo>
                <a:lnTo>
                  <a:pt x="4352" y="17"/>
                </a:lnTo>
                <a:lnTo>
                  <a:pt x="4352" y="16"/>
                </a:lnTo>
                <a:lnTo>
                  <a:pt x="4353" y="16"/>
                </a:lnTo>
                <a:lnTo>
                  <a:pt x="4354" y="16"/>
                </a:lnTo>
                <a:lnTo>
                  <a:pt x="4354" y="15"/>
                </a:lnTo>
                <a:lnTo>
                  <a:pt x="4355" y="15"/>
                </a:lnTo>
                <a:lnTo>
                  <a:pt x="4357" y="15"/>
                </a:lnTo>
                <a:lnTo>
                  <a:pt x="4358" y="15"/>
                </a:lnTo>
                <a:lnTo>
                  <a:pt x="4358" y="14"/>
                </a:lnTo>
                <a:lnTo>
                  <a:pt x="4359" y="14"/>
                </a:lnTo>
                <a:lnTo>
                  <a:pt x="4360" y="14"/>
                </a:lnTo>
                <a:lnTo>
                  <a:pt x="4361" y="14"/>
                </a:lnTo>
                <a:lnTo>
                  <a:pt x="4362" y="14"/>
                </a:lnTo>
                <a:lnTo>
                  <a:pt x="4364" y="14"/>
                </a:lnTo>
                <a:lnTo>
                  <a:pt x="4365" y="14"/>
                </a:lnTo>
                <a:lnTo>
                  <a:pt x="4366" y="14"/>
                </a:lnTo>
                <a:lnTo>
                  <a:pt x="4367" y="14"/>
                </a:lnTo>
                <a:lnTo>
                  <a:pt x="4368" y="14"/>
                </a:lnTo>
                <a:lnTo>
                  <a:pt x="4369" y="14"/>
                </a:lnTo>
                <a:lnTo>
                  <a:pt x="4370" y="14"/>
                </a:lnTo>
                <a:lnTo>
                  <a:pt x="4371" y="14"/>
                </a:lnTo>
                <a:lnTo>
                  <a:pt x="4372" y="14"/>
                </a:lnTo>
                <a:lnTo>
                  <a:pt x="4373" y="14"/>
                </a:lnTo>
                <a:lnTo>
                  <a:pt x="4374" y="14"/>
                </a:lnTo>
                <a:lnTo>
                  <a:pt x="4375" y="14"/>
                </a:lnTo>
                <a:lnTo>
                  <a:pt x="4377" y="15"/>
                </a:lnTo>
                <a:lnTo>
                  <a:pt x="4379" y="15"/>
                </a:lnTo>
                <a:lnTo>
                  <a:pt x="4380" y="14"/>
                </a:lnTo>
                <a:lnTo>
                  <a:pt x="4381" y="14"/>
                </a:lnTo>
                <a:lnTo>
                  <a:pt x="4382" y="13"/>
                </a:lnTo>
                <a:lnTo>
                  <a:pt x="4383" y="12"/>
                </a:lnTo>
                <a:lnTo>
                  <a:pt x="4384" y="12"/>
                </a:lnTo>
                <a:lnTo>
                  <a:pt x="4384" y="11"/>
                </a:lnTo>
                <a:lnTo>
                  <a:pt x="4385" y="11"/>
                </a:lnTo>
                <a:lnTo>
                  <a:pt x="4385" y="10"/>
                </a:lnTo>
                <a:lnTo>
                  <a:pt x="4386" y="10"/>
                </a:lnTo>
                <a:lnTo>
                  <a:pt x="4386" y="9"/>
                </a:lnTo>
                <a:lnTo>
                  <a:pt x="4387" y="9"/>
                </a:lnTo>
                <a:lnTo>
                  <a:pt x="4387" y="10"/>
                </a:lnTo>
                <a:lnTo>
                  <a:pt x="4388" y="10"/>
                </a:lnTo>
                <a:lnTo>
                  <a:pt x="4389" y="10"/>
                </a:lnTo>
                <a:lnTo>
                  <a:pt x="4390" y="10"/>
                </a:lnTo>
                <a:lnTo>
                  <a:pt x="4391" y="10"/>
                </a:lnTo>
                <a:lnTo>
                  <a:pt x="4393" y="10"/>
                </a:lnTo>
                <a:lnTo>
                  <a:pt x="4394" y="10"/>
                </a:lnTo>
                <a:lnTo>
                  <a:pt x="4395" y="10"/>
                </a:lnTo>
                <a:lnTo>
                  <a:pt x="4396" y="10"/>
                </a:lnTo>
                <a:lnTo>
                  <a:pt x="4396" y="9"/>
                </a:lnTo>
                <a:lnTo>
                  <a:pt x="4397" y="9"/>
                </a:lnTo>
                <a:lnTo>
                  <a:pt x="4398" y="9"/>
                </a:lnTo>
                <a:lnTo>
                  <a:pt x="4398" y="8"/>
                </a:lnTo>
                <a:lnTo>
                  <a:pt x="4399" y="8"/>
                </a:lnTo>
                <a:lnTo>
                  <a:pt x="4399" y="7"/>
                </a:lnTo>
                <a:lnTo>
                  <a:pt x="4400" y="7"/>
                </a:lnTo>
                <a:lnTo>
                  <a:pt x="4401" y="6"/>
                </a:lnTo>
                <a:lnTo>
                  <a:pt x="4402" y="6"/>
                </a:lnTo>
                <a:lnTo>
                  <a:pt x="4403" y="6"/>
                </a:lnTo>
                <a:lnTo>
                  <a:pt x="4404" y="8"/>
                </a:lnTo>
                <a:lnTo>
                  <a:pt x="4404" y="9"/>
                </a:lnTo>
                <a:lnTo>
                  <a:pt x="4405" y="10"/>
                </a:lnTo>
                <a:lnTo>
                  <a:pt x="4406" y="10"/>
                </a:lnTo>
                <a:lnTo>
                  <a:pt x="4407" y="11"/>
                </a:lnTo>
                <a:lnTo>
                  <a:pt x="4408" y="11"/>
                </a:lnTo>
                <a:lnTo>
                  <a:pt x="4409" y="12"/>
                </a:lnTo>
                <a:lnTo>
                  <a:pt x="4410" y="12"/>
                </a:lnTo>
                <a:lnTo>
                  <a:pt x="4412" y="12"/>
                </a:lnTo>
                <a:lnTo>
                  <a:pt x="4413" y="12"/>
                </a:lnTo>
                <a:lnTo>
                  <a:pt x="4414" y="12"/>
                </a:lnTo>
                <a:lnTo>
                  <a:pt x="4414" y="11"/>
                </a:lnTo>
                <a:lnTo>
                  <a:pt x="4415" y="11"/>
                </a:lnTo>
                <a:lnTo>
                  <a:pt x="4416" y="11"/>
                </a:lnTo>
                <a:lnTo>
                  <a:pt x="4417" y="11"/>
                </a:lnTo>
                <a:lnTo>
                  <a:pt x="4418" y="11"/>
                </a:lnTo>
                <a:lnTo>
                  <a:pt x="4420" y="11"/>
                </a:lnTo>
                <a:lnTo>
                  <a:pt x="4421" y="11"/>
                </a:lnTo>
                <a:lnTo>
                  <a:pt x="4422" y="11"/>
                </a:lnTo>
                <a:lnTo>
                  <a:pt x="4423" y="11"/>
                </a:lnTo>
                <a:lnTo>
                  <a:pt x="4423" y="10"/>
                </a:lnTo>
                <a:lnTo>
                  <a:pt x="4424" y="10"/>
                </a:lnTo>
                <a:lnTo>
                  <a:pt x="4425" y="10"/>
                </a:lnTo>
                <a:lnTo>
                  <a:pt x="4428" y="10"/>
                </a:lnTo>
                <a:lnTo>
                  <a:pt x="4429" y="11"/>
                </a:lnTo>
                <a:lnTo>
                  <a:pt x="4430" y="11"/>
                </a:lnTo>
                <a:lnTo>
                  <a:pt x="4434" y="11"/>
                </a:lnTo>
                <a:lnTo>
                  <a:pt x="4436" y="11"/>
                </a:lnTo>
                <a:lnTo>
                  <a:pt x="4438" y="10"/>
                </a:lnTo>
                <a:lnTo>
                  <a:pt x="4439" y="10"/>
                </a:lnTo>
                <a:lnTo>
                  <a:pt x="4440" y="10"/>
                </a:lnTo>
                <a:lnTo>
                  <a:pt x="4440" y="11"/>
                </a:lnTo>
                <a:lnTo>
                  <a:pt x="4443" y="11"/>
                </a:lnTo>
                <a:lnTo>
                  <a:pt x="4444" y="11"/>
                </a:lnTo>
                <a:lnTo>
                  <a:pt x="4445" y="11"/>
                </a:lnTo>
                <a:lnTo>
                  <a:pt x="4446" y="11"/>
                </a:lnTo>
                <a:lnTo>
                  <a:pt x="4449" y="11"/>
                </a:lnTo>
                <a:lnTo>
                  <a:pt x="4450" y="11"/>
                </a:lnTo>
                <a:lnTo>
                  <a:pt x="4452" y="10"/>
                </a:lnTo>
                <a:lnTo>
                  <a:pt x="4453" y="10"/>
                </a:lnTo>
                <a:lnTo>
                  <a:pt x="4454" y="10"/>
                </a:lnTo>
                <a:lnTo>
                  <a:pt x="4454" y="9"/>
                </a:lnTo>
                <a:lnTo>
                  <a:pt x="4455" y="9"/>
                </a:lnTo>
                <a:lnTo>
                  <a:pt x="4457" y="8"/>
                </a:lnTo>
                <a:lnTo>
                  <a:pt x="4459" y="8"/>
                </a:lnTo>
                <a:lnTo>
                  <a:pt x="4460" y="8"/>
                </a:lnTo>
                <a:lnTo>
                  <a:pt x="4460" y="7"/>
                </a:lnTo>
                <a:lnTo>
                  <a:pt x="4461" y="7"/>
                </a:lnTo>
                <a:lnTo>
                  <a:pt x="4462" y="7"/>
                </a:lnTo>
                <a:lnTo>
                  <a:pt x="4463" y="7"/>
                </a:lnTo>
                <a:lnTo>
                  <a:pt x="4464" y="7"/>
                </a:lnTo>
                <a:lnTo>
                  <a:pt x="4464" y="6"/>
                </a:lnTo>
                <a:lnTo>
                  <a:pt x="4465" y="6"/>
                </a:lnTo>
                <a:lnTo>
                  <a:pt x="4466" y="6"/>
                </a:lnTo>
                <a:lnTo>
                  <a:pt x="4467" y="6"/>
                </a:lnTo>
                <a:lnTo>
                  <a:pt x="4470" y="6"/>
                </a:lnTo>
                <a:lnTo>
                  <a:pt x="4471" y="6"/>
                </a:lnTo>
                <a:lnTo>
                  <a:pt x="4472" y="6"/>
                </a:lnTo>
                <a:lnTo>
                  <a:pt x="4472" y="7"/>
                </a:lnTo>
                <a:lnTo>
                  <a:pt x="4473" y="7"/>
                </a:lnTo>
                <a:lnTo>
                  <a:pt x="4475" y="7"/>
                </a:lnTo>
                <a:lnTo>
                  <a:pt x="4475" y="6"/>
                </a:lnTo>
                <a:lnTo>
                  <a:pt x="4476" y="6"/>
                </a:lnTo>
                <a:lnTo>
                  <a:pt x="4477" y="6"/>
                </a:lnTo>
                <a:lnTo>
                  <a:pt x="4477" y="5"/>
                </a:lnTo>
                <a:lnTo>
                  <a:pt x="4478" y="5"/>
                </a:lnTo>
                <a:lnTo>
                  <a:pt x="4479" y="4"/>
                </a:lnTo>
                <a:lnTo>
                  <a:pt x="4479" y="3"/>
                </a:lnTo>
                <a:lnTo>
                  <a:pt x="4480" y="3"/>
                </a:lnTo>
                <a:lnTo>
                  <a:pt x="4480" y="2"/>
                </a:lnTo>
                <a:lnTo>
                  <a:pt x="4481" y="2"/>
                </a:lnTo>
                <a:lnTo>
                  <a:pt x="4482" y="2"/>
                </a:lnTo>
                <a:lnTo>
                  <a:pt x="4482" y="1"/>
                </a:lnTo>
                <a:lnTo>
                  <a:pt x="4483" y="1"/>
                </a:lnTo>
                <a:lnTo>
                  <a:pt x="4485" y="0"/>
                </a:lnTo>
                <a:lnTo>
                  <a:pt x="4486" y="0"/>
                </a:lnTo>
                <a:lnTo>
                  <a:pt x="4487" y="0"/>
                </a:lnTo>
                <a:lnTo>
                  <a:pt x="4488" y="0"/>
                </a:lnTo>
                <a:lnTo>
                  <a:pt x="4489" y="1"/>
                </a:lnTo>
                <a:lnTo>
                  <a:pt x="4490" y="1"/>
                </a:lnTo>
                <a:lnTo>
                  <a:pt x="4492" y="2"/>
                </a:lnTo>
                <a:lnTo>
                  <a:pt x="4494" y="2"/>
                </a:lnTo>
                <a:lnTo>
                  <a:pt x="4495" y="2"/>
                </a:lnTo>
                <a:lnTo>
                  <a:pt x="4496" y="3"/>
                </a:lnTo>
                <a:lnTo>
                  <a:pt x="4498" y="3"/>
                </a:lnTo>
                <a:lnTo>
                  <a:pt x="4499" y="3"/>
                </a:lnTo>
                <a:lnTo>
                  <a:pt x="4500" y="3"/>
                </a:lnTo>
                <a:lnTo>
                  <a:pt x="4501" y="3"/>
                </a:lnTo>
                <a:lnTo>
                  <a:pt x="4502" y="3"/>
                </a:lnTo>
                <a:lnTo>
                  <a:pt x="4503" y="3"/>
                </a:lnTo>
                <a:lnTo>
                  <a:pt x="4503" y="4"/>
                </a:lnTo>
                <a:lnTo>
                  <a:pt x="4503" y="5"/>
                </a:lnTo>
                <a:lnTo>
                  <a:pt x="4503" y="6"/>
                </a:lnTo>
                <a:lnTo>
                  <a:pt x="4504" y="7"/>
                </a:lnTo>
                <a:lnTo>
                  <a:pt x="4505" y="7"/>
                </a:lnTo>
                <a:lnTo>
                  <a:pt x="4506" y="7"/>
                </a:lnTo>
                <a:lnTo>
                  <a:pt x="4507" y="7"/>
                </a:lnTo>
                <a:lnTo>
                  <a:pt x="4507" y="6"/>
                </a:lnTo>
                <a:lnTo>
                  <a:pt x="4507" y="5"/>
                </a:lnTo>
                <a:lnTo>
                  <a:pt x="4506" y="5"/>
                </a:lnTo>
                <a:lnTo>
                  <a:pt x="4505" y="5"/>
                </a:lnTo>
                <a:lnTo>
                  <a:pt x="4505" y="4"/>
                </a:lnTo>
                <a:lnTo>
                  <a:pt x="4505" y="3"/>
                </a:lnTo>
                <a:lnTo>
                  <a:pt x="4505" y="2"/>
                </a:lnTo>
                <a:lnTo>
                  <a:pt x="4506" y="2"/>
                </a:lnTo>
                <a:lnTo>
                  <a:pt x="4506" y="1"/>
                </a:lnTo>
                <a:lnTo>
                  <a:pt x="4507" y="1"/>
                </a:lnTo>
                <a:lnTo>
                  <a:pt x="4508" y="1"/>
                </a:lnTo>
                <a:lnTo>
                  <a:pt x="4509" y="1"/>
                </a:lnTo>
                <a:lnTo>
                  <a:pt x="4510" y="1"/>
                </a:lnTo>
                <a:lnTo>
                  <a:pt x="4510" y="2"/>
                </a:lnTo>
                <a:lnTo>
                  <a:pt x="4511" y="2"/>
                </a:lnTo>
                <a:lnTo>
                  <a:pt x="4511" y="3"/>
                </a:lnTo>
                <a:lnTo>
                  <a:pt x="4511" y="4"/>
                </a:lnTo>
                <a:lnTo>
                  <a:pt x="4510" y="4"/>
                </a:lnTo>
                <a:lnTo>
                  <a:pt x="4510" y="5"/>
                </a:lnTo>
                <a:lnTo>
                  <a:pt x="4509" y="5"/>
                </a:lnTo>
                <a:lnTo>
                  <a:pt x="4509" y="6"/>
                </a:lnTo>
                <a:lnTo>
                  <a:pt x="4509" y="7"/>
                </a:lnTo>
                <a:lnTo>
                  <a:pt x="4510" y="7"/>
                </a:lnTo>
                <a:lnTo>
                  <a:pt x="4511" y="7"/>
                </a:lnTo>
                <a:lnTo>
                  <a:pt x="4512" y="7"/>
                </a:lnTo>
                <a:lnTo>
                  <a:pt x="4512" y="6"/>
                </a:lnTo>
                <a:lnTo>
                  <a:pt x="4513" y="6"/>
                </a:lnTo>
                <a:lnTo>
                  <a:pt x="4513" y="5"/>
                </a:lnTo>
                <a:lnTo>
                  <a:pt x="4513" y="4"/>
                </a:lnTo>
                <a:lnTo>
                  <a:pt x="4514" y="4"/>
                </a:lnTo>
                <a:lnTo>
                  <a:pt x="4514" y="2"/>
                </a:lnTo>
                <a:lnTo>
                  <a:pt x="4514" y="1"/>
                </a:lnTo>
                <a:lnTo>
                  <a:pt x="4515" y="1"/>
                </a:lnTo>
                <a:lnTo>
                  <a:pt x="451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31" name=""/>
          <p:cNvSpPr/>
          <p:nvPr/>
        </p:nvSpPr>
        <p:spPr>
          <a:xfrm>
            <a:off x="7049160" y="3995280"/>
            <a:ext cx="5040" cy="2160"/>
          </a:xfrm>
          <a:custGeom>
            <a:avLst/>
            <a:gdLst/>
            <a:ahLst/>
            <a:rect l="0" t="0" r="r" b="b"/>
            <a:pathLst>
              <a:path fill="none" w="14" h="6">
                <a:moveTo>
                  <a:pt x="0" y="6"/>
                </a:moveTo>
                <a:lnTo>
                  <a:pt x="3" y="6"/>
                </a:lnTo>
                <a:lnTo>
                  <a:pt x="5" y="4"/>
                </a:lnTo>
                <a:lnTo>
                  <a:pt x="8" y="3"/>
                </a:lnTo>
                <a:lnTo>
                  <a:pt x="1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32" name=""/>
          <p:cNvSpPr/>
          <p:nvPr/>
        </p:nvSpPr>
        <p:spPr>
          <a:xfrm>
            <a:off x="7040160" y="3997800"/>
            <a:ext cx="5040" cy="720"/>
          </a:xfrm>
          <a:custGeom>
            <a:avLst/>
            <a:gdLst/>
            <a:ahLst/>
            <a:rect l="0" t="0" r="r" b="b"/>
            <a:pathLst>
              <a:path fill="none" w="14" h="2">
                <a:moveTo>
                  <a:pt x="0" y="2"/>
                </a:moveTo>
                <a:lnTo>
                  <a:pt x="2" y="2"/>
                </a:lnTo>
                <a:lnTo>
                  <a:pt x="5" y="2"/>
                </a:lnTo>
                <a:lnTo>
                  <a:pt x="6" y="2"/>
                </a:lnTo>
                <a:lnTo>
                  <a:pt x="8" y="0"/>
                </a:lnTo>
                <a:lnTo>
                  <a:pt x="12" y="0"/>
                </a:lnTo>
                <a:lnTo>
                  <a:pt x="1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33" name=""/>
          <p:cNvSpPr/>
          <p:nvPr/>
        </p:nvSpPr>
        <p:spPr>
          <a:xfrm>
            <a:off x="7028640" y="3999240"/>
            <a:ext cx="4680" cy="2160"/>
          </a:xfrm>
          <a:custGeom>
            <a:avLst/>
            <a:gdLst/>
            <a:ahLst/>
            <a:rect l="0" t="0" r="r" b="b"/>
            <a:pathLst>
              <a:path fill="none" w="13" h="6">
                <a:moveTo>
                  <a:pt x="0" y="6"/>
                </a:moveTo>
                <a:lnTo>
                  <a:pt x="2" y="5"/>
                </a:lnTo>
                <a:lnTo>
                  <a:pt x="5" y="2"/>
                </a:lnTo>
                <a:lnTo>
                  <a:pt x="6" y="2"/>
                </a:lnTo>
                <a:lnTo>
                  <a:pt x="8" y="1"/>
                </a:lnTo>
                <a:lnTo>
                  <a:pt x="10" y="1"/>
                </a:lnTo>
                <a:lnTo>
                  <a:pt x="1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34" name=""/>
          <p:cNvSpPr/>
          <p:nvPr/>
        </p:nvSpPr>
        <p:spPr>
          <a:xfrm>
            <a:off x="7021440" y="4002480"/>
            <a:ext cx="4320" cy="2160"/>
          </a:xfrm>
          <a:custGeom>
            <a:avLst/>
            <a:gdLst/>
            <a:ahLst/>
            <a:rect l="0" t="0" r="r" b="b"/>
            <a:pathLst>
              <a:path fill="none" w="12" h="6">
                <a:moveTo>
                  <a:pt x="0" y="6"/>
                </a:moveTo>
                <a:lnTo>
                  <a:pt x="2" y="6"/>
                </a:lnTo>
                <a:lnTo>
                  <a:pt x="3" y="6"/>
                </a:lnTo>
                <a:lnTo>
                  <a:pt x="6" y="5"/>
                </a:lnTo>
                <a:lnTo>
                  <a:pt x="8" y="3"/>
                </a:lnTo>
                <a:lnTo>
                  <a:pt x="10" y="2"/>
                </a:lnTo>
                <a:lnTo>
                  <a:pt x="12" y="1"/>
                </a:lnTo>
                <a:lnTo>
                  <a:pt x="1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35" name=""/>
          <p:cNvSpPr/>
          <p:nvPr/>
        </p:nvSpPr>
        <p:spPr>
          <a:xfrm>
            <a:off x="7014600" y="4004640"/>
            <a:ext cx="3240" cy="1440"/>
          </a:xfrm>
          <a:custGeom>
            <a:avLst/>
            <a:gdLst/>
            <a:ahLst/>
            <a:rect l="0" t="0" r="r" b="b"/>
            <a:pathLst>
              <a:path fill="none" w="9" h="4">
                <a:moveTo>
                  <a:pt x="0" y="4"/>
                </a:moveTo>
                <a:lnTo>
                  <a:pt x="1" y="4"/>
                </a:lnTo>
                <a:lnTo>
                  <a:pt x="2" y="4"/>
                </a:lnTo>
                <a:lnTo>
                  <a:pt x="2" y="2"/>
                </a:ln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  <a:lnTo>
                  <a:pt x="8" y="0"/>
                </a:lnTo>
                <a:lnTo>
                  <a:pt x="9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36" name=""/>
          <p:cNvSpPr/>
          <p:nvPr/>
        </p:nvSpPr>
        <p:spPr>
          <a:xfrm flipV="1">
            <a:off x="7044840" y="4230360"/>
            <a:ext cx="9720" cy="4104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37" name=""/>
          <p:cNvSpPr/>
          <p:nvPr/>
        </p:nvSpPr>
        <p:spPr>
          <a:xfrm flipV="1">
            <a:off x="7001640" y="4336200"/>
            <a:ext cx="24480" cy="327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38" name=""/>
          <p:cNvSpPr/>
          <p:nvPr/>
        </p:nvSpPr>
        <p:spPr>
          <a:xfrm>
            <a:off x="6858720" y="4370040"/>
            <a:ext cx="3600" cy="1440"/>
          </a:xfrm>
          <a:custGeom>
            <a:avLst/>
            <a:gdLst/>
            <a:ahLst/>
            <a:rect l="0" t="0" r="r" b="b"/>
            <a:pathLst>
              <a:path fill="none" w="10" h="4">
                <a:moveTo>
                  <a:pt x="0" y="4"/>
                </a:moveTo>
                <a:lnTo>
                  <a:pt x="1" y="2"/>
                </a:lnTo>
                <a:lnTo>
                  <a:pt x="2" y="2"/>
                </a:lnTo>
                <a:lnTo>
                  <a:pt x="3" y="0"/>
                </a:lnTo>
                <a:lnTo>
                  <a:pt x="4" y="0"/>
                </a:lnTo>
                <a:lnTo>
                  <a:pt x="5" y="2"/>
                </a:lnTo>
                <a:lnTo>
                  <a:pt x="6" y="2"/>
                </a:lnTo>
                <a:lnTo>
                  <a:pt x="9" y="2"/>
                </a:lnTo>
                <a:lnTo>
                  <a:pt x="1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39" name=""/>
          <p:cNvSpPr/>
          <p:nvPr/>
        </p:nvSpPr>
        <p:spPr>
          <a:xfrm>
            <a:off x="6856920" y="43718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40" name=""/>
          <p:cNvSpPr/>
          <p:nvPr/>
        </p:nvSpPr>
        <p:spPr>
          <a:xfrm>
            <a:off x="6858720" y="4372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41" name=""/>
          <p:cNvSpPr/>
          <p:nvPr/>
        </p:nvSpPr>
        <p:spPr>
          <a:xfrm>
            <a:off x="6859800" y="43722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42" name=""/>
          <p:cNvSpPr/>
          <p:nvPr/>
        </p:nvSpPr>
        <p:spPr>
          <a:xfrm>
            <a:off x="6858720" y="4372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43" name=""/>
          <p:cNvSpPr/>
          <p:nvPr/>
        </p:nvSpPr>
        <p:spPr>
          <a:xfrm>
            <a:off x="6856560" y="43725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44" name=""/>
          <p:cNvSpPr/>
          <p:nvPr/>
        </p:nvSpPr>
        <p:spPr>
          <a:xfrm>
            <a:off x="6859800" y="4372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45" name=""/>
          <p:cNvSpPr/>
          <p:nvPr/>
        </p:nvSpPr>
        <p:spPr>
          <a:xfrm>
            <a:off x="6856920" y="4372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46" name=""/>
          <p:cNvSpPr/>
          <p:nvPr/>
        </p:nvSpPr>
        <p:spPr>
          <a:xfrm>
            <a:off x="6856560" y="437292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47" name=""/>
          <p:cNvSpPr/>
          <p:nvPr/>
        </p:nvSpPr>
        <p:spPr>
          <a:xfrm>
            <a:off x="6858000" y="4370760"/>
            <a:ext cx="6120" cy="7200"/>
          </a:xfrm>
          <a:custGeom>
            <a:avLst/>
            <a:gdLst/>
            <a:ahLst/>
            <a:rect l="0" t="0" r="r" b="b"/>
            <a:pathLst>
              <a:path fill="none" w="17" h="20">
                <a:moveTo>
                  <a:pt x="2" y="19"/>
                </a:moveTo>
                <a:lnTo>
                  <a:pt x="3" y="19"/>
                </a:lnTo>
                <a:lnTo>
                  <a:pt x="4" y="19"/>
                </a:lnTo>
                <a:lnTo>
                  <a:pt x="5" y="20"/>
                </a:lnTo>
                <a:lnTo>
                  <a:pt x="6" y="19"/>
                </a:lnTo>
                <a:lnTo>
                  <a:pt x="7" y="19"/>
                </a:lnTo>
                <a:lnTo>
                  <a:pt x="9" y="19"/>
                </a:lnTo>
                <a:lnTo>
                  <a:pt x="10" y="17"/>
                </a:lnTo>
                <a:lnTo>
                  <a:pt x="11" y="17"/>
                </a:lnTo>
                <a:lnTo>
                  <a:pt x="12" y="17"/>
                </a:lnTo>
                <a:lnTo>
                  <a:pt x="13" y="16"/>
                </a:lnTo>
                <a:lnTo>
                  <a:pt x="13" y="15"/>
                </a:lnTo>
                <a:lnTo>
                  <a:pt x="14" y="14"/>
                </a:lnTo>
                <a:lnTo>
                  <a:pt x="15" y="13"/>
                </a:lnTo>
                <a:lnTo>
                  <a:pt x="16" y="11"/>
                </a:lnTo>
                <a:lnTo>
                  <a:pt x="16" y="10"/>
                </a:lnTo>
                <a:lnTo>
                  <a:pt x="17" y="9"/>
                </a:lnTo>
                <a:lnTo>
                  <a:pt x="17" y="8"/>
                </a:lnTo>
                <a:lnTo>
                  <a:pt x="17" y="7"/>
                </a:lnTo>
                <a:lnTo>
                  <a:pt x="17" y="6"/>
                </a:lnTo>
                <a:lnTo>
                  <a:pt x="17" y="4"/>
                </a:lnTo>
                <a:lnTo>
                  <a:pt x="16" y="3"/>
                </a:lnTo>
                <a:lnTo>
                  <a:pt x="16" y="2"/>
                </a:lnTo>
                <a:lnTo>
                  <a:pt x="15" y="1"/>
                </a:lnTo>
                <a:lnTo>
                  <a:pt x="15" y="0"/>
                </a:lnTo>
                <a:lnTo>
                  <a:pt x="14" y="0"/>
                </a:lnTo>
                <a:lnTo>
                  <a:pt x="13" y="0"/>
                </a:lnTo>
                <a:lnTo>
                  <a:pt x="13" y="1"/>
                </a:lnTo>
                <a:lnTo>
                  <a:pt x="14" y="1"/>
                </a:lnTo>
                <a:lnTo>
                  <a:pt x="14" y="2"/>
                </a:lnTo>
                <a:lnTo>
                  <a:pt x="14" y="3"/>
                </a:lnTo>
                <a:lnTo>
                  <a:pt x="15" y="4"/>
                </a:lnTo>
                <a:lnTo>
                  <a:pt x="15" y="5"/>
                </a:lnTo>
                <a:lnTo>
                  <a:pt x="15" y="6"/>
                </a:lnTo>
                <a:lnTo>
                  <a:pt x="15" y="8"/>
                </a:lnTo>
                <a:lnTo>
                  <a:pt x="15" y="9"/>
                </a:lnTo>
                <a:lnTo>
                  <a:pt x="15" y="10"/>
                </a:lnTo>
                <a:lnTo>
                  <a:pt x="14" y="10"/>
                </a:lnTo>
                <a:lnTo>
                  <a:pt x="14" y="11"/>
                </a:lnTo>
                <a:lnTo>
                  <a:pt x="13" y="12"/>
                </a:lnTo>
                <a:lnTo>
                  <a:pt x="13" y="13"/>
                </a:lnTo>
                <a:lnTo>
                  <a:pt x="12" y="13"/>
                </a:lnTo>
                <a:lnTo>
                  <a:pt x="12" y="14"/>
                </a:lnTo>
                <a:lnTo>
                  <a:pt x="11" y="15"/>
                </a:lnTo>
                <a:lnTo>
                  <a:pt x="10" y="15"/>
                </a:lnTo>
                <a:lnTo>
                  <a:pt x="10" y="16"/>
                </a:lnTo>
                <a:lnTo>
                  <a:pt x="9" y="16"/>
                </a:lnTo>
                <a:lnTo>
                  <a:pt x="7" y="16"/>
                </a:lnTo>
                <a:lnTo>
                  <a:pt x="6" y="16"/>
                </a:lnTo>
                <a:lnTo>
                  <a:pt x="6" y="17"/>
                </a:lnTo>
                <a:lnTo>
                  <a:pt x="5" y="17"/>
                </a:lnTo>
                <a:lnTo>
                  <a:pt x="4" y="17"/>
                </a:lnTo>
                <a:lnTo>
                  <a:pt x="3" y="17"/>
                </a:lnTo>
                <a:lnTo>
                  <a:pt x="1" y="16"/>
                </a:lnTo>
                <a:lnTo>
                  <a:pt x="1" y="15"/>
                </a:lnTo>
                <a:lnTo>
                  <a:pt x="0" y="15"/>
                </a:lnTo>
                <a:lnTo>
                  <a:pt x="0" y="16"/>
                </a:lnTo>
                <a:lnTo>
                  <a:pt x="0" y="17"/>
                </a:lnTo>
                <a:lnTo>
                  <a:pt x="1" y="19"/>
                </a:lnTo>
                <a:lnTo>
                  <a:pt x="2" y="1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2160" rIns="5040" bIns="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48" name=""/>
          <p:cNvSpPr/>
          <p:nvPr/>
        </p:nvSpPr>
        <p:spPr>
          <a:xfrm>
            <a:off x="6946560" y="4434840"/>
            <a:ext cx="18000" cy="37440"/>
          </a:xfrm>
          <a:custGeom>
            <a:avLst/>
            <a:gdLst/>
            <a:ahLst/>
            <a:rect l="0" t="0" r="r" b="b"/>
            <a:pathLst>
              <a:path fill="none" w="50" h="104">
                <a:moveTo>
                  <a:pt x="0" y="104"/>
                </a:moveTo>
                <a:lnTo>
                  <a:pt x="1" y="101"/>
                </a:lnTo>
                <a:lnTo>
                  <a:pt x="3" y="98"/>
                </a:lnTo>
                <a:lnTo>
                  <a:pt x="4" y="95"/>
                </a:lnTo>
                <a:lnTo>
                  <a:pt x="5" y="90"/>
                </a:lnTo>
                <a:lnTo>
                  <a:pt x="7" y="86"/>
                </a:lnTo>
                <a:lnTo>
                  <a:pt x="9" y="82"/>
                </a:lnTo>
                <a:lnTo>
                  <a:pt x="11" y="78"/>
                </a:lnTo>
                <a:lnTo>
                  <a:pt x="13" y="74"/>
                </a:lnTo>
                <a:lnTo>
                  <a:pt x="14" y="70"/>
                </a:lnTo>
                <a:lnTo>
                  <a:pt x="16" y="67"/>
                </a:lnTo>
                <a:lnTo>
                  <a:pt x="18" y="63"/>
                </a:lnTo>
                <a:lnTo>
                  <a:pt x="20" y="58"/>
                </a:lnTo>
                <a:lnTo>
                  <a:pt x="22" y="54"/>
                </a:lnTo>
                <a:lnTo>
                  <a:pt x="24" y="50"/>
                </a:lnTo>
                <a:lnTo>
                  <a:pt x="26" y="48"/>
                </a:lnTo>
                <a:lnTo>
                  <a:pt x="27" y="44"/>
                </a:lnTo>
                <a:lnTo>
                  <a:pt x="28" y="42"/>
                </a:lnTo>
                <a:lnTo>
                  <a:pt x="31" y="36"/>
                </a:lnTo>
                <a:lnTo>
                  <a:pt x="34" y="31"/>
                </a:lnTo>
                <a:lnTo>
                  <a:pt x="37" y="26"/>
                </a:lnTo>
                <a:lnTo>
                  <a:pt x="39" y="22"/>
                </a:lnTo>
                <a:lnTo>
                  <a:pt x="41" y="18"/>
                </a:lnTo>
                <a:lnTo>
                  <a:pt x="44" y="13"/>
                </a:lnTo>
                <a:lnTo>
                  <a:pt x="46" y="8"/>
                </a:lnTo>
                <a:lnTo>
                  <a:pt x="48" y="4"/>
                </a:lnTo>
                <a:lnTo>
                  <a:pt x="5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49" name=""/>
          <p:cNvSpPr/>
          <p:nvPr/>
        </p:nvSpPr>
        <p:spPr>
          <a:xfrm>
            <a:off x="6793200" y="453708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0" y="4"/>
                </a:moveTo>
                <a:lnTo>
                  <a:pt x="1" y="2"/>
                </a:lnTo>
                <a:lnTo>
                  <a:pt x="2" y="2"/>
                </a:lnTo>
                <a:lnTo>
                  <a:pt x="4" y="0"/>
                </a:lnTo>
                <a:lnTo>
                  <a:pt x="6" y="0"/>
                </a:lnTo>
                <a:lnTo>
                  <a:pt x="7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50" name=""/>
          <p:cNvSpPr/>
          <p:nvPr/>
        </p:nvSpPr>
        <p:spPr>
          <a:xfrm>
            <a:off x="6791040" y="453816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51" name=""/>
          <p:cNvSpPr/>
          <p:nvPr/>
        </p:nvSpPr>
        <p:spPr>
          <a:xfrm>
            <a:off x="6793200" y="4538160"/>
            <a:ext cx="2520" cy="1080"/>
          </a:xfrm>
          <a:custGeom>
            <a:avLst/>
            <a:gdLst/>
            <a:ahLst/>
            <a:rect l="0" t="0" r="r" b="b"/>
            <a:pathLst>
              <a:path fill="none" w="7" h="3">
                <a:moveTo>
                  <a:pt x="7" y="0"/>
                </a:moveTo>
                <a:lnTo>
                  <a:pt x="6" y="2"/>
                </a:lnTo>
                <a:lnTo>
                  <a:pt x="5" y="3"/>
                </a:lnTo>
                <a:lnTo>
                  <a:pt x="4" y="2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52" name=""/>
          <p:cNvSpPr/>
          <p:nvPr/>
        </p:nvSpPr>
        <p:spPr>
          <a:xfrm>
            <a:off x="6791040" y="453888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3" y="0"/>
                </a:moveTo>
                <a:lnTo>
                  <a:pt x="2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53" name=""/>
          <p:cNvSpPr/>
          <p:nvPr/>
        </p:nvSpPr>
        <p:spPr>
          <a:xfrm>
            <a:off x="6788520" y="453852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0" y="4"/>
                </a:moveTo>
                <a:lnTo>
                  <a:pt x="2" y="4"/>
                </a:lnTo>
                <a:lnTo>
                  <a:pt x="3" y="3"/>
                </a:lnTo>
                <a:lnTo>
                  <a:pt x="4" y="3"/>
                </a:lnTo>
                <a:lnTo>
                  <a:pt x="4" y="2"/>
                </a:lnTo>
                <a:lnTo>
                  <a:pt x="7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54" name=""/>
          <p:cNvSpPr/>
          <p:nvPr/>
        </p:nvSpPr>
        <p:spPr>
          <a:xfrm>
            <a:off x="6788520" y="453924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7" y="0"/>
                </a:moveTo>
                <a:lnTo>
                  <a:pt x="7" y="1"/>
                </a:lnTo>
                <a:lnTo>
                  <a:pt x="5" y="1"/>
                </a:lnTo>
                <a:lnTo>
                  <a:pt x="3" y="3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55" name=""/>
          <p:cNvSpPr/>
          <p:nvPr/>
        </p:nvSpPr>
        <p:spPr>
          <a:xfrm>
            <a:off x="6779880" y="4541400"/>
            <a:ext cx="6480" cy="1800"/>
          </a:xfrm>
          <a:custGeom>
            <a:avLst/>
            <a:gdLst/>
            <a:ahLst/>
            <a:rect l="0" t="0" r="r" b="b"/>
            <a:pathLst>
              <a:path fill="none" w="18" h="5">
                <a:moveTo>
                  <a:pt x="0" y="5"/>
                </a:moveTo>
                <a:lnTo>
                  <a:pt x="1" y="4"/>
                </a:lnTo>
                <a:lnTo>
                  <a:pt x="2" y="3"/>
                </a:lnTo>
                <a:lnTo>
                  <a:pt x="3" y="3"/>
                </a:lnTo>
                <a:lnTo>
                  <a:pt x="5" y="4"/>
                </a:lnTo>
                <a:lnTo>
                  <a:pt x="6" y="3"/>
                </a:lnTo>
                <a:lnTo>
                  <a:pt x="8" y="3"/>
                </a:lnTo>
                <a:lnTo>
                  <a:pt x="10" y="3"/>
                </a:lnTo>
                <a:lnTo>
                  <a:pt x="13" y="3"/>
                </a:lnTo>
                <a:lnTo>
                  <a:pt x="15" y="3"/>
                </a:lnTo>
                <a:lnTo>
                  <a:pt x="16" y="1"/>
                </a:lnTo>
                <a:lnTo>
                  <a:pt x="17" y="0"/>
                </a:lnTo>
                <a:lnTo>
                  <a:pt x="18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56" name=""/>
          <p:cNvSpPr/>
          <p:nvPr/>
        </p:nvSpPr>
        <p:spPr>
          <a:xfrm>
            <a:off x="6780240" y="4542120"/>
            <a:ext cx="6120" cy="2520"/>
          </a:xfrm>
          <a:custGeom>
            <a:avLst/>
            <a:gdLst/>
            <a:ahLst/>
            <a:rect l="0" t="0" r="r" b="b"/>
            <a:pathLst>
              <a:path fill="none" w="17" h="7">
                <a:moveTo>
                  <a:pt x="17" y="0"/>
                </a:moveTo>
                <a:lnTo>
                  <a:pt x="16" y="2"/>
                </a:lnTo>
                <a:lnTo>
                  <a:pt x="15" y="3"/>
                </a:lnTo>
                <a:lnTo>
                  <a:pt x="14" y="3"/>
                </a:lnTo>
                <a:lnTo>
                  <a:pt x="13" y="3"/>
                </a:lnTo>
                <a:lnTo>
                  <a:pt x="12" y="4"/>
                </a:lnTo>
                <a:lnTo>
                  <a:pt x="11" y="4"/>
                </a:lnTo>
                <a:lnTo>
                  <a:pt x="10" y="5"/>
                </a:lnTo>
                <a:lnTo>
                  <a:pt x="9" y="7"/>
                </a:lnTo>
                <a:lnTo>
                  <a:pt x="8" y="7"/>
                </a:lnTo>
                <a:lnTo>
                  <a:pt x="7" y="5"/>
                </a:lnTo>
                <a:lnTo>
                  <a:pt x="4" y="5"/>
                </a:lnTo>
                <a:lnTo>
                  <a:pt x="2" y="5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57" name=""/>
          <p:cNvSpPr/>
          <p:nvPr/>
        </p:nvSpPr>
        <p:spPr>
          <a:xfrm>
            <a:off x="6775200" y="4543200"/>
            <a:ext cx="3960" cy="1080"/>
          </a:xfrm>
          <a:custGeom>
            <a:avLst/>
            <a:gdLst/>
            <a:ahLst/>
            <a:rect l="0" t="0" r="r" b="b"/>
            <a:pathLst>
              <a:path fill="none" w="11" h="3">
                <a:moveTo>
                  <a:pt x="0" y="3"/>
                </a:moveTo>
                <a:lnTo>
                  <a:pt x="1" y="3"/>
                </a:lnTo>
                <a:lnTo>
                  <a:pt x="2" y="3"/>
                </a:lnTo>
                <a:lnTo>
                  <a:pt x="3" y="2"/>
                </a:lnTo>
                <a:lnTo>
                  <a:pt x="6" y="2"/>
                </a:lnTo>
                <a:lnTo>
                  <a:pt x="8" y="2"/>
                </a:lnTo>
                <a:lnTo>
                  <a:pt x="9" y="0"/>
                </a:lnTo>
                <a:lnTo>
                  <a:pt x="10" y="0"/>
                </a:lnTo>
                <a:lnTo>
                  <a:pt x="11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58" name=""/>
          <p:cNvSpPr/>
          <p:nvPr/>
        </p:nvSpPr>
        <p:spPr>
          <a:xfrm>
            <a:off x="6775200" y="4544280"/>
            <a:ext cx="3960" cy="720"/>
          </a:xfrm>
          <a:custGeom>
            <a:avLst/>
            <a:gdLst/>
            <a:ahLst/>
            <a:rect l="0" t="0" r="r" b="b"/>
            <a:pathLst>
              <a:path fill="none" w="11" h="2">
                <a:moveTo>
                  <a:pt x="11" y="0"/>
                </a:moveTo>
                <a:lnTo>
                  <a:pt x="10" y="0"/>
                </a:lnTo>
                <a:lnTo>
                  <a:pt x="9" y="2"/>
                </a:lnTo>
                <a:lnTo>
                  <a:pt x="7" y="2"/>
                </a:lnTo>
                <a:lnTo>
                  <a:pt x="6" y="2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59" name=""/>
          <p:cNvSpPr/>
          <p:nvPr/>
        </p:nvSpPr>
        <p:spPr>
          <a:xfrm>
            <a:off x="6797520" y="4542480"/>
            <a:ext cx="2160" cy="3240"/>
          </a:xfrm>
          <a:custGeom>
            <a:avLst/>
            <a:gdLst/>
            <a:ahLst/>
            <a:rect l="0" t="0" r="r" b="b"/>
            <a:pathLst>
              <a:path fill="none" w="6" h="9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  <a:lnTo>
                  <a:pt x="5" y="3"/>
                </a:lnTo>
                <a:lnTo>
                  <a:pt x="5" y="4"/>
                </a:lnTo>
                <a:lnTo>
                  <a:pt x="6" y="5"/>
                </a:lnTo>
                <a:lnTo>
                  <a:pt x="5" y="7"/>
                </a:lnTo>
                <a:lnTo>
                  <a:pt x="5" y="8"/>
                </a:lnTo>
                <a:lnTo>
                  <a:pt x="5" y="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60" name=""/>
          <p:cNvSpPr/>
          <p:nvPr/>
        </p:nvSpPr>
        <p:spPr>
          <a:xfrm>
            <a:off x="6796800" y="4542480"/>
            <a:ext cx="2160" cy="3600"/>
          </a:xfrm>
          <a:custGeom>
            <a:avLst/>
            <a:gdLst/>
            <a:ahLst/>
            <a:rect l="0" t="0" r="r" b="b"/>
            <a:pathLst>
              <a:path fill="none" w="6" h="10">
                <a:moveTo>
                  <a:pt x="6" y="10"/>
                </a:moveTo>
                <a:lnTo>
                  <a:pt x="6" y="9"/>
                </a:lnTo>
                <a:lnTo>
                  <a:pt x="6" y="8"/>
                </a:lnTo>
                <a:lnTo>
                  <a:pt x="4" y="7"/>
                </a:lnTo>
                <a:lnTo>
                  <a:pt x="4" y="4"/>
                </a:ln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61" name=""/>
          <p:cNvSpPr/>
          <p:nvPr/>
        </p:nvSpPr>
        <p:spPr>
          <a:xfrm>
            <a:off x="6770160" y="4545720"/>
            <a:ext cx="3240" cy="1440"/>
          </a:xfrm>
          <a:custGeom>
            <a:avLst/>
            <a:gdLst/>
            <a:ahLst/>
            <a:rect l="0" t="0" r="r" b="b"/>
            <a:pathLst>
              <a:path fill="none" w="9" h="4">
                <a:moveTo>
                  <a:pt x="0" y="4"/>
                </a:moveTo>
                <a:lnTo>
                  <a:pt x="2" y="3"/>
                </a:lnTo>
                <a:lnTo>
                  <a:pt x="3" y="1"/>
                </a:lnTo>
                <a:lnTo>
                  <a:pt x="5" y="1"/>
                </a:lnTo>
                <a:lnTo>
                  <a:pt x="6" y="0"/>
                </a:lnTo>
                <a:lnTo>
                  <a:pt x="7" y="0"/>
                </a:lnTo>
                <a:lnTo>
                  <a:pt x="9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62" name=""/>
          <p:cNvSpPr/>
          <p:nvPr/>
        </p:nvSpPr>
        <p:spPr>
          <a:xfrm>
            <a:off x="6770880" y="4546440"/>
            <a:ext cx="2880" cy="1440"/>
          </a:xfrm>
          <a:custGeom>
            <a:avLst/>
            <a:gdLst/>
            <a:ahLst/>
            <a:rect l="0" t="0" r="r" b="b"/>
            <a:pathLst>
              <a:path fill="none" w="8" h="4">
                <a:moveTo>
                  <a:pt x="8" y="0"/>
                </a:moveTo>
                <a:lnTo>
                  <a:pt x="7" y="1"/>
                </a:lnTo>
                <a:lnTo>
                  <a:pt x="4" y="1"/>
                </a:lnTo>
                <a:lnTo>
                  <a:pt x="2" y="1"/>
                </a:lnTo>
                <a:lnTo>
                  <a:pt x="1" y="1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63" name=""/>
          <p:cNvSpPr/>
          <p:nvPr/>
        </p:nvSpPr>
        <p:spPr>
          <a:xfrm>
            <a:off x="6796080" y="454788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64" name=""/>
          <p:cNvSpPr/>
          <p:nvPr/>
        </p:nvSpPr>
        <p:spPr>
          <a:xfrm>
            <a:off x="6795720" y="4547880"/>
            <a:ext cx="0" cy="1080"/>
          </a:xfrm>
          <a:custGeom>
            <a:avLst/>
            <a:gdLst/>
            <a:ahLst/>
            <a:rect l="0" t="0" r="r" b="b"/>
            <a:pathLst>
              <a:path fill="none" w="0" h="3">
                <a:moveTo>
                  <a:pt x="0" y="3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65" name=""/>
          <p:cNvSpPr/>
          <p:nvPr/>
        </p:nvSpPr>
        <p:spPr>
          <a:xfrm>
            <a:off x="6767280" y="45489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4"/>
                </a:moveTo>
                <a:lnTo>
                  <a:pt x="2" y="4"/>
                </a:lnTo>
                <a:lnTo>
                  <a:pt x="3" y="1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66" name=""/>
          <p:cNvSpPr/>
          <p:nvPr/>
        </p:nvSpPr>
        <p:spPr>
          <a:xfrm>
            <a:off x="6767640" y="45493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0"/>
                </a:moveTo>
                <a:lnTo>
                  <a:pt x="3" y="0"/>
                </a:lnTo>
                <a:lnTo>
                  <a:pt x="3" y="3"/>
                </a:lnTo>
                <a:lnTo>
                  <a:pt x="3" y="4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67" name=""/>
          <p:cNvSpPr/>
          <p:nvPr/>
        </p:nvSpPr>
        <p:spPr>
          <a:xfrm>
            <a:off x="6765840" y="45511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2"/>
                </a:moveTo>
                <a:lnTo>
                  <a:pt x="2" y="0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68" name=""/>
          <p:cNvSpPr/>
          <p:nvPr/>
        </p:nvSpPr>
        <p:spPr>
          <a:xfrm>
            <a:off x="6794640" y="4549320"/>
            <a:ext cx="720" cy="2880"/>
          </a:xfrm>
          <a:custGeom>
            <a:avLst/>
            <a:gdLst/>
            <a:ahLst/>
            <a:rect l="0" t="0" r="r" b="b"/>
            <a:pathLst>
              <a:path fill="none" w="2" h="8">
                <a:moveTo>
                  <a:pt x="0" y="0"/>
                </a:moveTo>
                <a:lnTo>
                  <a:pt x="2" y="1"/>
                </a:lnTo>
                <a:lnTo>
                  <a:pt x="2" y="4"/>
                </a:lnTo>
                <a:lnTo>
                  <a:pt x="2" y="5"/>
                </a:lnTo>
                <a:lnTo>
                  <a:pt x="2" y="7"/>
                </a:lnTo>
                <a:lnTo>
                  <a:pt x="0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69" name=""/>
          <p:cNvSpPr/>
          <p:nvPr/>
        </p:nvSpPr>
        <p:spPr>
          <a:xfrm>
            <a:off x="6766200" y="455148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70" name=""/>
          <p:cNvSpPr/>
          <p:nvPr/>
        </p:nvSpPr>
        <p:spPr>
          <a:xfrm>
            <a:off x="6793560" y="4549320"/>
            <a:ext cx="1440" cy="2880"/>
          </a:xfrm>
          <a:custGeom>
            <a:avLst/>
            <a:gdLst/>
            <a:ahLst/>
            <a:rect l="0" t="0" r="r" b="b"/>
            <a:pathLst>
              <a:path fill="none" w="4" h="8">
                <a:moveTo>
                  <a:pt x="4" y="8"/>
                </a:moveTo>
                <a:lnTo>
                  <a:pt x="2" y="7"/>
                </a:lnTo>
                <a:lnTo>
                  <a:pt x="2" y="5"/>
                </a:lnTo>
                <a:lnTo>
                  <a:pt x="0" y="4"/>
                </a:lnTo>
                <a:lnTo>
                  <a:pt x="0" y="3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71" name=""/>
          <p:cNvSpPr/>
          <p:nvPr/>
        </p:nvSpPr>
        <p:spPr>
          <a:xfrm>
            <a:off x="6792480" y="455112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0"/>
                </a:move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72" name=""/>
          <p:cNvSpPr/>
          <p:nvPr/>
        </p:nvSpPr>
        <p:spPr>
          <a:xfrm>
            <a:off x="6792120" y="455112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2" y="5"/>
                </a:move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73" name=""/>
          <p:cNvSpPr/>
          <p:nvPr/>
        </p:nvSpPr>
        <p:spPr>
          <a:xfrm>
            <a:off x="6765480" y="45540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74" name=""/>
          <p:cNvSpPr/>
          <p:nvPr/>
        </p:nvSpPr>
        <p:spPr>
          <a:xfrm>
            <a:off x="6765840" y="455364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0"/>
                </a:moveTo>
                <a:lnTo>
                  <a:pt x="0" y="1"/>
                </a:lnTo>
                <a:lnTo>
                  <a:pt x="1" y="2"/>
                </a:lnTo>
                <a:lnTo>
                  <a:pt x="1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75" name=""/>
          <p:cNvSpPr/>
          <p:nvPr/>
        </p:nvSpPr>
        <p:spPr>
          <a:xfrm>
            <a:off x="6790320" y="45565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0" y="3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76" name=""/>
          <p:cNvSpPr/>
          <p:nvPr/>
        </p:nvSpPr>
        <p:spPr>
          <a:xfrm>
            <a:off x="6790680" y="45568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0"/>
                </a:moveTo>
                <a:lnTo>
                  <a:pt x="3" y="2"/>
                </a:lnTo>
                <a:lnTo>
                  <a:pt x="3" y="3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77" name=""/>
          <p:cNvSpPr/>
          <p:nvPr/>
        </p:nvSpPr>
        <p:spPr>
          <a:xfrm>
            <a:off x="6765120" y="45572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2"/>
                </a:lnTo>
                <a:lnTo>
                  <a:pt x="0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78" name=""/>
          <p:cNvSpPr/>
          <p:nvPr/>
        </p:nvSpPr>
        <p:spPr>
          <a:xfrm>
            <a:off x="6765480" y="45576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79" name=""/>
          <p:cNvSpPr/>
          <p:nvPr/>
        </p:nvSpPr>
        <p:spPr>
          <a:xfrm>
            <a:off x="6787440" y="455904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0" y="2"/>
                </a:moveTo>
                <a:lnTo>
                  <a:pt x="1" y="2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80" name=""/>
          <p:cNvSpPr/>
          <p:nvPr/>
        </p:nvSpPr>
        <p:spPr>
          <a:xfrm>
            <a:off x="6787800" y="45594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4" y="0"/>
                </a:lnTo>
                <a:lnTo>
                  <a:pt x="4" y="2"/>
                </a:lnTo>
                <a:lnTo>
                  <a:pt x="3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81" name=""/>
          <p:cNvSpPr/>
          <p:nvPr/>
        </p:nvSpPr>
        <p:spPr>
          <a:xfrm>
            <a:off x="6760080" y="455940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3" y="1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82" name=""/>
          <p:cNvSpPr/>
          <p:nvPr/>
        </p:nvSpPr>
        <p:spPr>
          <a:xfrm>
            <a:off x="6781680" y="456012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0" y="0"/>
                </a:moveTo>
                <a:lnTo>
                  <a:pt x="2" y="0"/>
                </a:lnTo>
                <a:lnTo>
                  <a:pt x="5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83" name=""/>
          <p:cNvSpPr/>
          <p:nvPr/>
        </p:nvSpPr>
        <p:spPr>
          <a:xfrm>
            <a:off x="6781680" y="456048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3" y="1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84" name=""/>
          <p:cNvSpPr/>
          <p:nvPr/>
        </p:nvSpPr>
        <p:spPr>
          <a:xfrm>
            <a:off x="6759000" y="45597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4"/>
                </a:moveTo>
                <a:lnTo>
                  <a:pt x="4" y="4"/>
                </a:lnTo>
                <a:lnTo>
                  <a:pt x="3" y="3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85" name=""/>
          <p:cNvSpPr/>
          <p:nvPr/>
        </p:nvSpPr>
        <p:spPr>
          <a:xfrm>
            <a:off x="6777360" y="45622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0" y="0"/>
                </a:moveTo>
                <a:lnTo>
                  <a:pt x="2" y="1"/>
                </a:lnTo>
                <a:lnTo>
                  <a:pt x="4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86" name=""/>
          <p:cNvSpPr/>
          <p:nvPr/>
        </p:nvSpPr>
        <p:spPr>
          <a:xfrm>
            <a:off x="6777000" y="45626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87" name=""/>
          <p:cNvSpPr/>
          <p:nvPr/>
        </p:nvSpPr>
        <p:spPr>
          <a:xfrm>
            <a:off x="6761160" y="45626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0"/>
                </a:moveTo>
                <a:lnTo>
                  <a:pt x="1" y="2"/>
                </a:lnTo>
                <a:lnTo>
                  <a:pt x="3" y="2"/>
                </a:lnTo>
                <a:lnTo>
                  <a:pt x="4" y="3"/>
                </a:lnTo>
                <a:lnTo>
                  <a:pt x="4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88" name=""/>
          <p:cNvSpPr/>
          <p:nvPr/>
        </p:nvSpPr>
        <p:spPr>
          <a:xfrm>
            <a:off x="6760800" y="45630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5"/>
                </a:move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89" name=""/>
          <p:cNvSpPr/>
          <p:nvPr/>
        </p:nvSpPr>
        <p:spPr>
          <a:xfrm>
            <a:off x="6764040" y="456444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1" y="0"/>
                </a:lnTo>
                <a:lnTo>
                  <a:pt x="3" y="1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90" name=""/>
          <p:cNvSpPr/>
          <p:nvPr/>
        </p:nvSpPr>
        <p:spPr>
          <a:xfrm>
            <a:off x="6763680" y="45648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5"/>
                </a:move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91" name=""/>
          <p:cNvSpPr/>
          <p:nvPr/>
        </p:nvSpPr>
        <p:spPr>
          <a:xfrm>
            <a:off x="6774120" y="4566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0"/>
                </a:moveTo>
                <a:lnTo>
                  <a:pt x="1" y="0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92" name=""/>
          <p:cNvSpPr/>
          <p:nvPr/>
        </p:nvSpPr>
        <p:spPr>
          <a:xfrm>
            <a:off x="6768000" y="456624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0" y="0"/>
                </a:moveTo>
                <a:lnTo>
                  <a:pt x="1" y="0"/>
                </a:lnTo>
                <a:lnTo>
                  <a:pt x="4" y="2"/>
                </a:lnTo>
                <a:lnTo>
                  <a:pt x="6" y="2"/>
                </a:lnTo>
                <a:lnTo>
                  <a:pt x="7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93" name=""/>
          <p:cNvSpPr/>
          <p:nvPr/>
        </p:nvSpPr>
        <p:spPr>
          <a:xfrm>
            <a:off x="6774120" y="45666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1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94" name=""/>
          <p:cNvSpPr/>
          <p:nvPr/>
        </p:nvSpPr>
        <p:spPr>
          <a:xfrm>
            <a:off x="6768000" y="45669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4"/>
                </a:moveTo>
                <a:lnTo>
                  <a:pt x="5" y="4"/>
                </a:lnTo>
                <a:lnTo>
                  <a:pt x="4" y="4"/>
                </a:lnTo>
                <a:lnTo>
                  <a:pt x="1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95" name=""/>
          <p:cNvSpPr/>
          <p:nvPr/>
        </p:nvSpPr>
        <p:spPr>
          <a:xfrm>
            <a:off x="6889680" y="4574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96" name=""/>
          <p:cNvSpPr/>
          <p:nvPr/>
        </p:nvSpPr>
        <p:spPr>
          <a:xfrm>
            <a:off x="6616440" y="4538880"/>
            <a:ext cx="18360" cy="38520"/>
          </a:xfrm>
          <a:custGeom>
            <a:avLst/>
            <a:gdLst/>
            <a:ahLst/>
            <a:rect l="0" t="0" r="r" b="b"/>
            <a:pathLst>
              <a:path fill="none" w="51" h="107">
                <a:moveTo>
                  <a:pt x="0" y="0"/>
                </a:moveTo>
                <a:lnTo>
                  <a:pt x="3" y="4"/>
                </a:lnTo>
                <a:lnTo>
                  <a:pt x="6" y="9"/>
                </a:lnTo>
                <a:lnTo>
                  <a:pt x="9" y="14"/>
                </a:lnTo>
                <a:lnTo>
                  <a:pt x="12" y="17"/>
                </a:lnTo>
                <a:lnTo>
                  <a:pt x="13" y="20"/>
                </a:lnTo>
                <a:lnTo>
                  <a:pt x="16" y="24"/>
                </a:lnTo>
                <a:lnTo>
                  <a:pt x="20" y="29"/>
                </a:lnTo>
                <a:lnTo>
                  <a:pt x="23" y="33"/>
                </a:lnTo>
                <a:lnTo>
                  <a:pt x="27" y="37"/>
                </a:lnTo>
                <a:lnTo>
                  <a:pt x="28" y="41"/>
                </a:lnTo>
                <a:lnTo>
                  <a:pt x="31" y="45"/>
                </a:lnTo>
                <a:lnTo>
                  <a:pt x="33" y="48"/>
                </a:lnTo>
                <a:lnTo>
                  <a:pt x="34" y="52"/>
                </a:lnTo>
                <a:lnTo>
                  <a:pt x="38" y="61"/>
                </a:lnTo>
                <a:lnTo>
                  <a:pt x="40" y="65"/>
                </a:lnTo>
                <a:lnTo>
                  <a:pt x="42" y="71"/>
                </a:lnTo>
                <a:lnTo>
                  <a:pt x="44" y="78"/>
                </a:lnTo>
                <a:lnTo>
                  <a:pt x="45" y="82"/>
                </a:lnTo>
                <a:lnTo>
                  <a:pt x="46" y="86"/>
                </a:lnTo>
                <a:lnTo>
                  <a:pt x="48" y="91"/>
                </a:lnTo>
                <a:lnTo>
                  <a:pt x="49" y="96"/>
                </a:lnTo>
                <a:lnTo>
                  <a:pt x="50" y="101"/>
                </a:lnTo>
                <a:lnTo>
                  <a:pt x="50" y="105"/>
                </a:lnTo>
                <a:lnTo>
                  <a:pt x="51" y="10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97" name=""/>
          <p:cNvSpPr/>
          <p:nvPr/>
        </p:nvSpPr>
        <p:spPr>
          <a:xfrm>
            <a:off x="6893280" y="457740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98" name=""/>
          <p:cNvSpPr/>
          <p:nvPr/>
        </p:nvSpPr>
        <p:spPr>
          <a:xfrm>
            <a:off x="6892560" y="45784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99" name=""/>
          <p:cNvSpPr/>
          <p:nvPr/>
        </p:nvSpPr>
        <p:spPr>
          <a:xfrm>
            <a:off x="6889680" y="4574880"/>
            <a:ext cx="3960" cy="4320"/>
          </a:xfrm>
          <a:custGeom>
            <a:avLst/>
            <a:gdLst/>
            <a:ahLst/>
            <a:rect l="0" t="0" r="r" b="b"/>
            <a:pathLst>
              <a:path fill="none" w="11" h="12">
                <a:moveTo>
                  <a:pt x="4" y="12"/>
                </a:moveTo>
                <a:lnTo>
                  <a:pt x="3" y="11"/>
                </a:lnTo>
                <a:lnTo>
                  <a:pt x="2" y="11"/>
                </a:lnTo>
                <a:lnTo>
                  <a:pt x="1" y="11"/>
                </a:lnTo>
                <a:lnTo>
                  <a:pt x="0" y="11"/>
                </a:lnTo>
                <a:lnTo>
                  <a:pt x="0" y="10"/>
                </a:ln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3" y="2"/>
                </a:lnTo>
                <a:lnTo>
                  <a:pt x="3" y="4"/>
                </a:lnTo>
                <a:lnTo>
                  <a:pt x="4" y="5"/>
                </a:lnTo>
                <a:lnTo>
                  <a:pt x="5" y="6"/>
                </a:lnTo>
                <a:lnTo>
                  <a:pt x="6" y="6"/>
                </a:lnTo>
                <a:lnTo>
                  <a:pt x="10" y="8"/>
                </a:lnTo>
                <a:lnTo>
                  <a:pt x="11" y="8"/>
                </a:lnTo>
                <a:lnTo>
                  <a:pt x="10" y="10"/>
                </a:lnTo>
                <a:lnTo>
                  <a:pt x="10" y="11"/>
                </a:lnTo>
                <a:lnTo>
                  <a:pt x="9" y="1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720" rIns="504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00" name=""/>
          <p:cNvSpPr/>
          <p:nvPr/>
        </p:nvSpPr>
        <p:spPr>
          <a:xfrm>
            <a:off x="6891480" y="4578840"/>
            <a:ext cx="1080" cy="0"/>
          </a:xfrm>
          <a:custGeom>
            <a:avLst/>
            <a:gdLst/>
            <a:ahLst/>
            <a:rect l="0" t="0" r="r" b="b"/>
            <a:pathLst>
              <a:path fill="none" w="3" h="0">
                <a:moveTo>
                  <a:pt x="3" y="0"/>
                </a:move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01" name=""/>
          <p:cNvSpPr/>
          <p:nvPr/>
        </p:nvSpPr>
        <p:spPr>
          <a:xfrm>
            <a:off x="6888960" y="4574160"/>
            <a:ext cx="4680" cy="5040"/>
          </a:xfrm>
          <a:custGeom>
            <a:avLst/>
            <a:gdLst/>
            <a:ahLst/>
            <a:rect l="0" t="0" r="r" b="b"/>
            <a:pathLst>
              <a:path fill="none" w="13" h="14">
                <a:moveTo>
                  <a:pt x="4" y="14"/>
                </a:moveTo>
                <a:lnTo>
                  <a:pt x="3" y="14"/>
                </a:lnTo>
                <a:lnTo>
                  <a:pt x="2" y="14"/>
                </a:lnTo>
                <a:lnTo>
                  <a:pt x="1" y="14"/>
                </a:lnTo>
                <a:lnTo>
                  <a:pt x="1" y="13"/>
                </a:lnTo>
                <a:lnTo>
                  <a:pt x="1" y="12"/>
                </a:lnTo>
                <a:lnTo>
                  <a:pt x="0" y="11"/>
                </a:lnTo>
                <a:lnTo>
                  <a:pt x="0" y="6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5" y="2"/>
                </a:lnTo>
                <a:lnTo>
                  <a:pt x="6" y="3"/>
                </a:lnTo>
                <a:lnTo>
                  <a:pt x="7" y="5"/>
                </a:lnTo>
                <a:lnTo>
                  <a:pt x="8" y="6"/>
                </a:lnTo>
                <a:lnTo>
                  <a:pt x="9" y="6"/>
                </a:lnTo>
                <a:lnTo>
                  <a:pt x="11" y="7"/>
                </a:lnTo>
                <a:lnTo>
                  <a:pt x="12" y="7"/>
                </a:lnTo>
                <a:lnTo>
                  <a:pt x="13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0" rIns="504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02" name=""/>
          <p:cNvSpPr/>
          <p:nvPr/>
        </p:nvSpPr>
        <p:spPr>
          <a:xfrm>
            <a:off x="6932880" y="4545000"/>
            <a:ext cx="720" cy="38160"/>
          </a:xfrm>
          <a:custGeom>
            <a:avLst/>
            <a:gdLst/>
            <a:ahLst/>
            <a:rect l="0" t="0" r="r" b="b"/>
            <a:pathLst>
              <a:path fill="none" w="2" h="106">
                <a:moveTo>
                  <a:pt x="2" y="106"/>
                </a:moveTo>
                <a:lnTo>
                  <a:pt x="0" y="104"/>
                </a:lnTo>
                <a:lnTo>
                  <a:pt x="2" y="101"/>
                </a:lnTo>
                <a:lnTo>
                  <a:pt x="0" y="97"/>
                </a:lnTo>
                <a:lnTo>
                  <a:pt x="0" y="93"/>
                </a:lnTo>
                <a:lnTo>
                  <a:pt x="0" y="89"/>
                </a:lnTo>
                <a:lnTo>
                  <a:pt x="0" y="85"/>
                </a:lnTo>
                <a:lnTo>
                  <a:pt x="0" y="78"/>
                </a:lnTo>
                <a:lnTo>
                  <a:pt x="2" y="72"/>
                </a:lnTo>
                <a:lnTo>
                  <a:pt x="0" y="66"/>
                </a:lnTo>
                <a:lnTo>
                  <a:pt x="0" y="60"/>
                </a:lnTo>
                <a:lnTo>
                  <a:pt x="2" y="54"/>
                </a:lnTo>
                <a:lnTo>
                  <a:pt x="2" y="50"/>
                </a:lnTo>
                <a:lnTo>
                  <a:pt x="0" y="44"/>
                </a:lnTo>
                <a:lnTo>
                  <a:pt x="0" y="37"/>
                </a:lnTo>
                <a:lnTo>
                  <a:pt x="0" y="32"/>
                </a:lnTo>
                <a:lnTo>
                  <a:pt x="0" y="27"/>
                </a:lnTo>
                <a:lnTo>
                  <a:pt x="2" y="17"/>
                </a:lnTo>
                <a:lnTo>
                  <a:pt x="2" y="1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03" name=""/>
          <p:cNvSpPr/>
          <p:nvPr/>
        </p:nvSpPr>
        <p:spPr>
          <a:xfrm>
            <a:off x="6780960" y="47131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2"/>
                </a:move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04" name=""/>
          <p:cNvSpPr/>
          <p:nvPr/>
        </p:nvSpPr>
        <p:spPr>
          <a:xfrm>
            <a:off x="6780240" y="4713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05" name=""/>
          <p:cNvSpPr/>
          <p:nvPr/>
        </p:nvSpPr>
        <p:spPr>
          <a:xfrm>
            <a:off x="6779880" y="47134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2"/>
                </a:move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06" name=""/>
          <p:cNvSpPr/>
          <p:nvPr/>
        </p:nvSpPr>
        <p:spPr>
          <a:xfrm>
            <a:off x="6779520" y="47142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07" name=""/>
          <p:cNvSpPr/>
          <p:nvPr/>
        </p:nvSpPr>
        <p:spPr>
          <a:xfrm>
            <a:off x="6779520" y="47142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08" name=""/>
          <p:cNvSpPr/>
          <p:nvPr/>
        </p:nvSpPr>
        <p:spPr>
          <a:xfrm>
            <a:off x="6778080" y="47156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3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09" name=""/>
          <p:cNvSpPr/>
          <p:nvPr/>
        </p:nvSpPr>
        <p:spPr>
          <a:xfrm>
            <a:off x="6641280" y="4684680"/>
            <a:ext cx="9000" cy="36720"/>
          </a:xfrm>
          <a:custGeom>
            <a:avLst/>
            <a:gdLst/>
            <a:ahLst/>
            <a:rect l="0" t="0" r="r" b="b"/>
            <a:pathLst>
              <a:path fill="none" w="25" h="102">
                <a:moveTo>
                  <a:pt x="24" y="0"/>
                </a:moveTo>
                <a:lnTo>
                  <a:pt x="24" y="5"/>
                </a:lnTo>
                <a:lnTo>
                  <a:pt x="24" y="9"/>
                </a:lnTo>
                <a:lnTo>
                  <a:pt x="25" y="13"/>
                </a:lnTo>
                <a:lnTo>
                  <a:pt x="24" y="18"/>
                </a:lnTo>
                <a:lnTo>
                  <a:pt x="24" y="23"/>
                </a:lnTo>
                <a:lnTo>
                  <a:pt x="24" y="28"/>
                </a:lnTo>
                <a:lnTo>
                  <a:pt x="23" y="32"/>
                </a:lnTo>
                <a:lnTo>
                  <a:pt x="23" y="37"/>
                </a:lnTo>
                <a:lnTo>
                  <a:pt x="22" y="43"/>
                </a:lnTo>
                <a:lnTo>
                  <a:pt x="21" y="49"/>
                </a:lnTo>
                <a:lnTo>
                  <a:pt x="20" y="56"/>
                </a:lnTo>
                <a:lnTo>
                  <a:pt x="18" y="61"/>
                </a:lnTo>
                <a:lnTo>
                  <a:pt x="17" y="66"/>
                </a:lnTo>
                <a:lnTo>
                  <a:pt x="16" y="71"/>
                </a:lnTo>
                <a:lnTo>
                  <a:pt x="15" y="75"/>
                </a:lnTo>
                <a:lnTo>
                  <a:pt x="13" y="77"/>
                </a:lnTo>
                <a:lnTo>
                  <a:pt x="12" y="81"/>
                </a:lnTo>
                <a:lnTo>
                  <a:pt x="11" y="84"/>
                </a:lnTo>
                <a:lnTo>
                  <a:pt x="8" y="87"/>
                </a:lnTo>
                <a:lnTo>
                  <a:pt x="7" y="89"/>
                </a:lnTo>
                <a:lnTo>
                  <a:pt x="5" y="92"/>
                </a:lnTo>
                <a:lnTo>
                  <a:pt x="3" y="96"/>
                </a:lnTo>
                <a:lnTo>
                  <a:pt x="2" y="99"/>
                </a:lnTo>
                <a:lnTo>
                  <a:pt x="1" y="100"/>
                </a:lnTo>
                <a:lnTo>
                  <a:pt x="0" y="10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10" name=""/>
          <p:cNvSpPr/>
          <p:nvPr/>
        </p:nvSpPr>
        <p:spPr>
          <a:xfrm>
            <a:off x="6794280" y="47246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4"/>
                </a:moveTo>
                <a:lnTo>
                  <a:pt x="3" y="4"/>
                </a:lnTo>
                <a:lnTo>
                  <a:pt x="4" y="4"/>
                </a:lnTo>
                <a:lnTo>
                  <a:pt x="4" y="2"/>
                </a:lnTo>
                <a:lnTo>
                  <a:pt x="3" y="0"/>
                </a:lnTo>
                <a:lnTo>
                  <a:pt x="1" y="2"/>
                </a:lnTo>
                <a:lnTo>
                  <a:pt x="0" y="2"/>
                </a:lnTo>
                <a:lnTo>
                  <a:pt x="1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11" name=""/>
          <p:cNvSpPr/>
          <p:nvPr/>
        </p:nvSpPr>
        <p:spPr>
          <a:xfrm>
            <a:off x="6861960" y="472500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0" y="0"/>
                </a:moveTo>
                <a:lnTo>
                  <a:pt x="2" y="0"/>
                </a:lnTo>
                <a:lnTo>
                  <a:pt x="4" y="1"/>
                </a:lnTo>
                <a:lnTo>
                  <a:pt x="5" y="2"/>
                </a:lnTo>
                <a:lnTo>
                  <a:pt x="7" y="3"/>
                </a:lnTo>
                <a:lnTo>
                  <a:pt x="7" y="5"/>
                </a:lnTo>
                <a:lnTo>
                  <a:pt x="7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12" name=""/>
          <p:cNvSpPr/>
          <p:nvPr/>
        </p:nvSpPr>
        <p:spPr>
          <a:xfrm>
            <a:off x="6861600" y="47260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5"/>
                </a:moveTo>
                <a:lnTo>
                  <a:pt x="4" y="4"/>
                </a:ln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13" name=""/>
          <p:cNvSpPr/>
          <p:nvPr/>
        </p:nvSpPr>
        <p:spPr>
          <a:xfrm>
            <a:off x="6801840" y="47275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14" name=""/>
          <p:cNvSpPr/>
          <p:nvPr/>
        </p:nvSpPr>
        <p:spPr>
          <a:xfrm>
            <a:off x="6780600" y="47275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2" y="2"/>
                </a:lnTo>
                <a:lnTo>
                  <a:pt x="2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15" name=""/>
          <p:cNvSpPr/>
          <p:nvPr/>
        </p:nvSpPr>
        <p:spPr>
          <a:xfrm flipV="1">
            <a:off x="6777360" y="47278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16" name=""/>
          <p:cNvSpPr/>
          <p:nvPr/>
        </p:nvSpPr>
        <p:spPr>
          <a:xfrm>
            <a:off x="6801840" y="47271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0" y="4"/>
                </a:lnTo>
                <a:lnTo>
                  <a:pt x="2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17" name=""/>
          <p:cNvSpPr/>
          <p:nvPr/>
        </p:nvSpPr>
        <p:spPr>
          <a:xfrm>
            <a:off x="6802560" y="4727160"/>
            <a:ext cx="0" cy="1080"/>
          </a:xfrm>
          <a:custGeom>
            <a:avLst/>
            <a:gdLst/>
            <a:ahLst/>
            <a:rect l="0" t="0" r="r" b="b"/>
            <a:pathLst>
              <a:path fill="none" w="0" h="3">
                <a:moveTo>
                  <a:pt x="0" y="3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18" name=""/>
          <p:cNvSpPr/>
          <p:nvPr/>
        </p:nvSpPr>
        <p:spPr>
          <a:xfrm>
            <a:off x="6777360" y="47278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19" name=""/>
          <p:cNvSpPr/>
          <p:nvPr/>
        </p:nvSpPr>
        <p:spPr>
          <a:xfrm>
            <a:off x="6776280" y="4728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20" name=""/>
          <p:cNvSpPr/>
          <p:nvPr/>
        </p:nvSpPr>
        <p:spPr>
          <a:xfrm flipH="1">
            <a:off x="6775920" y="47286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21" name=""/>
          <p:cNvSpPr/>
          <p:nvPr/>
        </p:nvSpPr>
        <p:spPr>
          <a:xfrm>
            <a:off x="6776280" y="47286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22" name=""/>
          <p:cNvSpPr/>
          <p:nvPr/>
        </p:nvSpPr>
        <p:spPr>
          <a:xfrm>
            <a:off x="6775920" y="47286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23" name=""/>
          <p:cNvSpPr/>
          <p:nvPr/>
        </p:nvSpPr>
        <p:spPr>
          <a:xfrm>
            <a:off x="6778080" y="47286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24" name=""/>
          <p:cNvSpPr/>
          <p:nvPr/>
        </p:nvSpPr>
        <p:spPr>
          <a:xfrm>
            <a:off x="6779160" y="4728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25" name=""/>
          <p:cNvSpPr/>
          <p:nvPr/>
        </p:nvSpPr>
        <p:spPr>
          <a:xfrm>
            <a:off x="6778080" y="4728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26" name=""/>
          <p:cNvSpPr/>
          <p:nvPr/>
        </p:nvSpPr>
        <p:spPr>
          <a:xfrm>
            <a:off x="6778080" y="47286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27" name=""/>
          <p:cNvSpPr/>
          <p:nvPr/>
        </p:nvSpPr>
        <p:spPr>
          <a:xfrm>
            <a:off x="6774840" y="4728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28" name=""/>
          <p:cNvSpPr/>
          <p:nvPr/>
        </p:nvSpPr>
        <p:spPr>
          <a:xfrm>
            <a:off x="6772680" y="47336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29" name=""/>
          <p:cNvSpPr/>
          <p:nvPr/>
        </p:nvSpPr>
        <p:spPr>
          <a:xfrm>
            <a:off x="6916320" y="4694040"/>
            <a:ext cx="14400" cy="39960"/>
          </a:xfrm>
          <a:custGeom>
            <a:avLst/>
            <a:gdLst/>
            <a:ahLst/>
            <a:rect l="0" t="0" r="r" b="b"/>
            <a:pathLst>
              <a:path fill="none" w="40" h="111">
                <a:moveTo>
                  <a:pt x="0" y="111"/>
                </a:moveTo>
                <a:lnTo>
                  <a:pt x="2" y="106"/>
                </a:lnTo>
                <a:lnTo>
                  <a:pt x="4" y="103"/>
                </a:lnTo>
                <a:lnTo>
                  <a:pt x="6" y="99"/>
                </a:lnTo>
                <a:lnTo>
                  <a:pt x="8" y="94"/>
                </a:lnTo>
                <a:lnTo>
                  <a:pt x="9" y="90"/>
                </a:lnTo>
                <a:lnTo>
                  <a:pt x="11" y="86"/>
                </a:lnTo>
                <a:lnTo>
                  <a:pt x="13" y="82"/>
                </a:lnTo>
                <a:lnTo>
                  <a:pt x="17" y="72"/>
                </a:lnTo>
                <a:lnTo>
                  <a:pt x="19" y="69"/>
                </a:lnTo>
                <a:lnTo>
                  <a:pt x="21" y="63"/>
                </a:lnTo>
                <a:lnTo>
                  <a:pt x="23" y="58"/>
                </a:lnTo>
                <a:lnTo>
                  <a:pt x="24" y="54"/>
                </a:lnTo>
                <a:lnTo>
                  <a:pt x="26" y="48"/>
                </a:lnTo>
                <a:lnTo>
                  <a:pt x="27" y="44"/>
                </a:lnTo>
                <a:lnTo>
                  <a:pt x="29" y="39"/>
                </a:lnTo>
                <a:lnTo>
                  <a:pt x="31" y="34"/>
                </a:lnTo>
                <a:lnTo>
                  <a:pt x="32" y="30"/>
                </a:lnTo>
                <a:lnTo>
                  <a:pt x="33" y="24"/>
                </a:lnTo>
                <a:lnTo>
                  <a:pt x="34" y="22"/>
                </a:lnTo>
                <a:lnTo>
                  <a:pt x="36" y="19"/>
                </a:lnTo>
                <a:lnTo>
                  <a:pt x="38" y="13"/>
                </a:lnTo>
                <a:lnTo>
                  <a:pt x="38" y="9"/>
                </a:lnTo>
                <a:lnTo>
                  <a:pt x="39" y="5"/>
                </a:lnTo>
                <a:lnTo>
                  <a:pt x="4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30" name=""/>
          <p:cNvSpPr/>
          <p:nvPr/>
        </p:nvSpPr>
        <p:spPr>
          <a:xfrm>
            <a:off x="6772680" y="47340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31" name=""/>
          <p:cNvSpPr/>
          <p:nvPr/>
        </p:nvSpPr>
        <p:spPr>
          <a:xfrm flipH="1">
            <a:off x="6772320" y="47343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32" name=""/>
          <p:cNvSpPr/>
          <p:nvPr/>
        </p:nvSpPr>
        <p:spPr>
          <a:xfrm>
            <a:off x="6771960" y="47336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3"/>
                </a:move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33" name=""/>
          <p:cNvSpPr/>
          <p:nvPr/>
        </p:nvSpPr>
        <p:spPr>
          <a:xfrm flipV="1">
            <a:off x="6773040" y="47340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34" name=""/>
          <p:cNvSpPr/>
          <p:nvPr/>
        </p:nvSpPr>
        <p:spPr>
          <a:xfrm>
            <a:off x="6798960" y="47336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3"/>
                </a:moveTo>
                <a:lnTo>
                  <a:pt x="3" y="3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0" y="3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35" name=""/>
          <p:cNvSpPr/>
          <p:nvPr/>
        </p:nvSpPr>
        <p:spPr>
          <a:xfrm>
            <a:off x="6772320" y="47347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36" name=""/>
          <p:cNvSpPr/>
          <p:nvPr/>
        </p:nvSpPr>
        <p:spPr>
          <a:xfrm>
            <a:off x="6771240" y="473328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7" y="3"/>
                </a:moveTo>
                <a:lnTo>
                  <a:pt x="7" y="1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3" y="1"/>
                </a:lnTo>
                <a:lnTo>
                  <a:pt x="2" y="3"/>
                </a:lnTo>
                <a:lnTo>
                  <a:pt x="0" y="4"/>
                </a:lnTo>
                <a:lnTo>
                  <a:pt x="2" y="5"/>
                </a:lnTo>
                <a:lnTo>
                  <a:pt x="3" y="5"/>
                </a:lnTo>
                <a:lnTo>
                  <a:pt x="4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37" name=""/>
          <p:cNvSpPr/>
          <p:nvPr/>
        </p:nvSpPr>
        <p:spPr>
          <a:xfrm flipV="1">
            <a:off x="6799320" y="47347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38" name=""/>
          <p:cNvSpPr/>
          <p:nvPr/>
        </p:nvSpPr>
        <p:spPr>
          <a:xfrm>
            <a:off x="6798600" y="4734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0"/>
                </a:move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4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39" name=""/>
          <p:cNvSpPr/>
          <p:nvPr/>
        </p:nvSpPr>
        <p:spPr>
          <a:xfrm>
            <a:off x="6797520" y="473544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40" name=""/>
          <p:cNvSpPr/>
          <p:nvPr/>
        </p:nvSpPr>
        <p:spPr>
          <a:xfrm>
            <a:off x="6797520" y="4735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41" name=""/>
          <p:cNvSpPr/>
          <p:nvPr/>
        </p:nvSpPr>
        <p:spPr>
          <a:xfrm>
            <a:off x="6859080" y="473544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0" y="4"/>
                </a:moveTo>
                <a:lnTo>
                  <a:pt x="1" y="2"/>
                </a:lnTo>
                <a:lnTo>
                  <a:pt x="2" y="0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42" name=""/>
          <p:cNvSpPr/>
          <p:nvPr/>
        </p:nvSpPr>
        <p:spPr>
          <a:xfrm>
            <a:off x="6828480" y="473580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0" y="0"/>
                </a:moveTo>
                <a:lnTo>
                  <a:pt x="0" y="1"/>
                </a:lnTo>
                <a:lnTo>
                  <a:pt x="2" y="1"/>
                </a:lnTo>
                <a:lnTo>
                  <a:pt x="3" y="3"/>
                </a:lnTo>
                <a:lnTo>
                  <a:pt x="5" y="3"/>
                </a:lnTo>
                <a:lnTo>
                  <a:pt x="5" y="1"/>
                </a:ln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43" name=""/>
          <p:cNvSpPr/>
          <p:nvPr/>
        </p:nvSpPr>
        <p:spPr>
          <a:xfrm>
            <a:off x="6828120" y="4736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44" name=""/>
          <p:cNvSpPr/>
          <p:nvPr/>
        </p:nvSpPr>
        <p:spPr>
          <a:xfrm>
            <a:off x="6827760" y="473616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0" y="0"/>
                </a:moveTo>
                <a:lnTo>
                  <a:pt x="0" y="2"/>
                </a:lnTo>
                <a:lnTo>
                  <a:pt x="0" y="3"/>
                </a:lnTo>
                <a:lnTo>
                  <a:pt x="1" y="4"/>
                </a:lnTo>
                <a:lnTo>
                  <a:pt x="3" y="6"/>
                </a:lnTo>
                <a:lnTo>
                  <a:pt x="4" y="6"/>
                </a:lnTo>
                <a:lnTo>
                  <a:pt x="4" y="4"/>
                </a:lnTo>
                <a:lnTo>
                  <a:pt x="3" y="2"/>
                </a:lnTo>
                <a:lnTo>
                  <a:pt x="3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45" name=""/>
          <p:cNvSpPr/>
          <p:nvPr/>
        </p:nvSpPr>
        <p:spPr>
          <a:xfrm>
            <a:off x="6859440" y="473616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7" y="0"/>
                </a:moveTo>
                <a:lnTo>
                  <a:pt x="7" y="3"/>
                </a:lnTo>
                <a:lnTo>
                  <a:pt x="6" y="4"/>
                </a:lnTo>
                <a:lnTo>
                  <a:pt x="2" y="5"/>
                </a:lnTo>
                <a:lnTo>
                  <a:pt x="1" y="5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46" name=""/>
          <p:cNvSpPr/>
          <p:nvPr/>
        </p:nvSpPr>
        <p:spPr>
          <a:xfrm>
            <a:off x="6787440" y="473832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47" name=""/>
          <p:cNvSpPr/>
          <p:nvPr/>
        </p:nvSpPr>
        <p:spPr>
          <a:xfrm>
            <a:off x="6891840" y="4736160"/>
            <a:ext cx="1800" cy="2520"/>
          </a:xfrm>
          <a:custGeom>
            <a:avLst/>
            <a:gdLst/>
            <a:ahLst/>
            <a:rect l="0" t="0" r="r" b="b"/>
            <a:pathLst>
              <a:path fill="none" w="5" h="7">
                <a:moveTo>
                  <a:pt x="0" y="0"/>
                </a:moveTo>
                <a:lnTo>
                  <a:pt x="2" y="0"/>
                </a:lnTo>
                <a:lnTo>
                  <a:pt x="5" y="1"/>
                </a:lnTo>
                <a:lnTo>
                  <a:pt x="5" y="3"/>
                </a:lnTo>
                <a:lnTo>
                  <a:pt x="5" y="6"/>
                </a:lnTo>
                <a:lnTo>
                  <a:pt x="5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48" name=""/>
          <p:cNvSpPr/>
          <p:nvPr/>
        </p:nvSpPr>
        <p:spPr>
          <a:xfrm>
            <a:off x="6787440" y="47386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49" name=""/>
          <p:cNvSpPr/>
          <p:nvPr/>
        </p:nvSpPr>
        <p:spPr>
          <a:xfrm>
            <a:off x="6891120" y="4736880"/>
            <a:ext cx="1440" cy="2880"/>
          </a:xfrm>
          <a:custGeom>
            <a:avLst/>
            <a:gdLst/>
            <a:ahLst/>
            <a:rect l="0" t="0" r="r" b="b"/>
            <a:pathLst>
              <a:path fill="none" w="4" h="8">
                <a:moveTo>
                  <a:pt x="4" y="8"/>
                </a:moveTo>
                <a:lnTo>
                  <a:pt x="2" y="7"/>
                </a:lnTo>
                <a:lnTo>
                  <a:pt x="2" y="6"/>
                </a:lnTo>
                <a:lnTo>
                  <a:pt x="0" y="4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50" name=""/>
          <p:cNvSpPr/>
          <p:nvPr/>
        </p:nvSpPr>
        <p:spPr>
          <a:xfrm flipH="1" flipV="1">
            <a:off x="6787080" y="473904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51" name=""/>
          <p:cNvSpPr/>
          <p:nvPr/>
        </p:nvSpPr>
        <p:spPr>
          <a:xfrm>
            <a:off x="6787080" y="47394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52" name=""/>
          <p:cNvSpPr/>
          <p:nvPr/>
        </p:nvSpPr>
        <p:spPr>
          <a:xfrm flipH="1">
            <a:off x="6779880" y="473976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53" name=""/>
          <p:cNvSpPr/>
          <p:nvPr/>
        </p:nvSpPr>
        <p:spPr>
          <a:xfrm flipH="1">
            <a:off x="6785640" y="47401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54" name=""/>
          <p:cNvSpPr/>
          <p:nvPr/>
        </p:nvSpPr>
        <p:spPr>
          <a:xfrm>
            <a:off x="6827400" y="4740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55" name=""/>
          <p:cNvSpPr/>
          <p:nvPr/>
        </p:nvSpPr>
        <p:spPr>
          <a:xfrm flipV="1">
            <a:off x="6780240" y="474012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56" name=""/>
          <p:cNvSpPr/>
          <p:nvPr/>
        </p:nvSpPr>
        <p:spPr>
          <a:xfrm>
            <a:off x="6785640" y="47404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57" name=""/>
          <p:cNvSpPr/>
          <p:nvPr/>
        </p:nvSpPr>
        <p:spPr>
          <a:xfrm>
            <a:off x="6827040" y="47397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1"/>
                </a:moveTo>
                <a:lnTo>
                  <a:pt x="0" y="2"/>
                </a:lnTo>
                <a:lnTo>
                  <a:pt x="2" y="4"/>
                </a:lnTo>
                <a:lnTo>
                  <a:pt x="3" y="4"/>
                </a:lnTo>
                <a:lnTo>
                  <a:pt x="5" y="2"/>
                </a:lnTo>
                <a:lnTo>
                  <a:pt x="5" y="1"/>
                </a:ln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58" name=""/>
          <p:cNvSpPr/>
          <p:nvPr/>
        </p:nvSpPr>
        <p:spPr>
          <a:xfrm>
            <a:off x="6779160" y="47404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0"/>
                </a:moveTo>
                <a:lnTo>
                  <a:pt x="2" y="2"/>
                </a:lnTo>
                <a:lnTo>
                  <a:pt x="0" y="3"/>
                </a:lnTo>
                <a:lnTo>
                  <a:pt x="2" y="5"/>
                </a:lnTo>
                <a:lnTo>
                  <a:pt x="2" y="3"/>
                </a:lnTo>
                <a:lnTo>
                  <a:pt x="4" y="3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59" name=""/>
          <p:cNvSpPr/>
          <p:nvPr/>
        </p:nvSpPr>
        <p:spPr>
          <a:xfrm flipH="1">
            <a:off x="6783480" y="47415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60" name=""/>
          <p:cNvSpPr/>
          <p:nvPr/>
        </p:nvSpPr>
        <p:spPr>
          <a:xfrm>
            <a:off x="6783480" y="474192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61" name=""/>
          <p:cNvSpPr/>
          <p:nvPr/>
        </p:nvSpPr>
        <p:spPr>
          <a:xfrm>
            <a:off x="6782400" y="47419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62" name=""/>
          <p:cNvSpPr/>
          <p:nvPr/>
        </p:nvSpPr>
        <p:spPr>
          <a:xfrm>
            <a:off x="6782400" y="47419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63" name=""/>
          <p:cNvSpPr/>
          <p:nvPr/>
        </p:nvSpPr>
        <p:spPr>
          <a:xfrm>
            <a:off x="6872400" y="4739040"/>
            <a:ext cx="7920" cy="3960"/>
          </a:xfrm>
          <a:custGeom>
            <a:avLst/>
            <a:gdLst/>
            <a:ahLst/>
            <a:rect l="0" t="0" r="r" b="b"/>
            <a:pathLst>
              <a:path fill="none" w="22" h="11">
                <a:moveTo>
                  <a:pt x="0" y="2"/>
                </a:moveTo>
                <a:lnTo>
                  <a:pt x="4" y="2"/>
                </a:lnTo>
                <a:lnTo>
                  <a:pt x="6" y="0"/>
                </a:lnTo>
                <a:lnTo>
                  <a:pt x="9" y="0"/>
                </a:lnTo>
                <a:lnTo>
                  <a:pt x="14" y="0"/>
                </a:lnTo>
                <a:lnTo>
                  <a:pt x="17" y="3"/>
                </a:lnTo>
                <a:lnTo>
                  <a:pt x="19" y="4"/>
                </a:lnTo>
                <a:lnTo>
                  <a:pt x="21" y="6"/>
                </a:lnTo>
                <a:lnTo>
                  <a:pt x="22" y="9"/>
                </a:lnTo>
                <a:lnTo>
                  <a:pt x="22" y="1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64" name=""/>
          <p:cNvSpPr/>
          <p:nvPr/>
        </p:nvSpPr>
        <p:spPr>
          <a:xfrm>
            <a:off x="6838920" y="4741920"/>
            <a:ext cx="1440" cy="3240"/>
          </a:xfrm>
          <a:custGeom>
            <a:avLst/>
            <a:gdLst/>
            <a:ahLst/>
            <a:rect l="0" t="0" r="r" b="b"/>
            <a:pathLst>
              <a:path fill="none" w="4" h="9">
                <a:moveTo>
                  <a:pt x="0" y="9"/>
                </a:moveTo>
                <a:lnTo>
                  <a:pt x="0" y="5"/>
                </a:lnTo>
                <a:lnTo>
                  <a:pt x="1" y="3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65" name=""/>
          <p:cNvSpPr/>
          <p:nvPr/>
        </p:nvSpPr>
        <p:spPr>
          <a:xfrm>
            <a:off x="6870960" y="4740840"/>
            <a:ext cx="9000" cy="3960"/>
          </a:xfrm>
          <a:custGeom>
            <a:avLst/>
            <a:gdLst/>
            <a:ahLst/>
            <a:rect l="0" t="0" r="r" b="b"/>
            <a:pathLst>
              <a:path fill="none" w="25" h="11">
                <a:moveTo>
                  <a:pt x="25" y="10"/>
                </a:moveTo>
                <a:lnTo>
                  <a:pt x="21" y="11"/>
                </a:lnTo>
                <a:lnTo>
                  <a:pt x="19" y="10"/>
                </a:lnTo>
                <a:lnTo>
                  <a:pt x="15" y="8"/>
                </a:lnTo>
                <a:lnTo>
                  <a:pt x="11" y="7"/>
                </a:lnTo>
                <a:lnTo>
                  <a:pt x="8" y="6"/>
                </a:lnTo>
                <a:lnTo>
                  <a:pt x="4" y="5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66" name=""/>
          <p:cNvSpPr/>
          <p:nvPr/>
        </p:nvSpPr>
        <p:spPr>
          <a:xfrm>
            <a:off x="6840000" y="4742280"/>
            <a:ext cx="1800" cy="2520"/>
          </a:xfrm>
          <a:custGeom>
            <a:avLst/>
            <a:gdLst/>
            <a:ahLst/>
            <a:rect l="0" t="0" r="r" b="b"/>
            <a:pathLst>
              <a:path fill="none" w="5" h="7">
                <a:moveTo>
                  <a:pt x="5" y="0"/>
                </a:moveTo>
                <a:lnTo>
                  <a:pt x="5" y="3"/>
                </a:lnTo>
                <a:lnTo>
                  <a:pt x="5" y="4"/>
                </a:lnTo>
                <a:lnTo>
                  <a:pt x="3" y="7"/>
                </a:lnTo>
                <a:lnTo>
                  <a:pt x="0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67" name=""/>
          <p:cNvSpPr/>
          <p:nvPr/>
        </p:nvSpPr>
        <p:spPr>
          <a:xfrm>
            <a:off x="6826680" y="474696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0" y="2"/>
                </a:lnTo>
                <a:lnTo>
                  <a:pt x="1" y="3"/>
                </a:lnTo>
                <a:lnTo>
                  <a:pt x="3" y="2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68" name=""/>
          <p:cNvSpPr/>
          <p:nvPr/>
        </p:nvSpPr>
        <p:spPr>
          <a:xfrm>
            <a:off x="6824520" y="47473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0" y="3"/>
                </a:moveTo>
                <a:lnTo>
                  <a:pt x="1" y="1"/>
                </a:lnTo>
                <a:lnTo>
                  <a:pt x="3" y="1"/>
                </a:lnTo>
                <a:lnTo>
                  <a:pt x="4" y="0"/>
                </a:ln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69" name=""/>
          <p:cNvSpPr/>
          <p:nvPr/>
        </p:nvSpPr>
        <p:spPr>
          <a:xfrm>
            <a:off x="6824160" y="4748040"/>
            <a:ext cx="720" cy="2160"/>
          </a:xfrm>
          <a:custGeom>
            <a:avLst/>
            <a:gdLst/>
            <a:ahLst/>
            <a:rect l="0" t="0" r="r" b="b"/>
            <a:pathLst>
              <a:path fill="none" w="2" h="6">
                <a:moveTo>
                  <a:pt x="0" y="2"/>
                </a:moveTo>
                <a:lnTo>
                  <a:pt x="0" y="3"/>
                </a:lnTo>
                <a:lnTo>
                  <a:pt x="0" y="4"/>
                </a:lnTo>
                <a:lnTo>
                  <a:pt x="0" y="6"/>
                </a:lnTo>
                <a:lnTo>
                  <a:pt x="2" y="6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70" name=""/>
          <p:cNvSpPr/>
          <p:nvPr/>
        </p:nvSpPr>
        <p:spPr>
          <a:xfrm>
            <a:off x="6824880" y="47498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71" name=""/>
          <p:cNvSpPr/>
          <p:nvPr/>
        </p:nvSpPr>
        <p:spPr>
          <a:xfrm>
            <a:off x="6825960" y="47494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1" y="4"/>
                </a:lnTo>
                <a:lnTo>
                  <a:pt x="3" y="4"/>
                </a:lnTo>
                <a:lnTo>
                  <a:pt x="3" y="3"/>
                </a:lnTo>
                <a:lnTo>
                  <a:pt x="3" y="1"/>
                </a:lnTo>
                <a:lnTo>
                  <a:pt x="4" y="1"/>
                </a:lnTo>
                <a:lnTo>
                  <a:pt x="3" y="0"/>
                </a:lnTo>
                <a:lnTo>
                  <a:pt x="1" y="1"/>
                </a:lnTo>
                <a:lnTo>
                  <a:pt x="0" y="1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72" name=""/>
          <p:cNvSpPr/>
          <p:nvPr/>
        </p:nvSpPr>
        <p:spPr>
          <a:xfrm>
            <a:off x="6787440" y="47516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73" name=""/>
          <p:cNvSpPr/>
          <p:nvPr/>
        </p:nvSpPr>
        <p:spPr>
          <a:xfrm flipH="1">
            <a:off x="6782040" y="47527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74" name=""/>
          <p:cNvSpPr/>
          <p:nvPr/>
        </p:nvSpPr>
        <p:spPr>
          <a:xfrm>
            <a:off x="6782040" y="4752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75" name=""/>
          <p:cNvSpPr/>
          <p:nvPr/>
        </p:nvSpPr>
        <p:spPr>
          <a:xfrm>
            <a:off x="6784200" y="4752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76" name=""/>
          <p:cNvSpPr/>
          <p:nvPr/>
        </p:nvSpPr>
        <p:spPr>
          <a:xfrm>
            <a:off x="6780600" y="47530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77" name=""/>
          <p:cNvSpPr/>
          <p:nvPr/>
        </p:nvSpPr>
        <p:spPr>
          <a:xfrm>
            <a:off x="6784200" y="47527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0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78" name=""/>
          <p:cNvSpPr/>
          <p:nvPr/>
        </p:nvSpPr>
        <p:spPr>
          <a:xfrm>
            <a:off x="6780240" y="4752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2" y="4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79" name=""/>
          <p:cNvSpPr/>
          <p:nvPr/>
        </p:nvSpPr>
        <p:spPr>
          <a:xfrm>
            <a:off x="6792120" y="47538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80" name=""/>
          <p:cNvSpPr/>
          <p:nvPr/>
        </p:nvSpPr>
        <p:spPr>
          <a:xfrm>
            <a:off x="6791400" y="47530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1"/>
                </a:moveTo>
                <a:lnTo>
                  <a:pt x="4" y="0"/>
                </a:lnTo>
                <a:lnTo>
                  <a:pt x="3" y="1"/>
                </a:lnTo>
                <a:lnTo>
                  <a:pt x="2" y="3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81" name=""/>
          <p:cNvSpPr/>
          <p:nvPr/>
        </p:nvSpPr>
        <p:spPr>
          <a:xfrm flipV="1">
            <a:off x="6792120" y="47541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82" name=""/>
          <p:cNvSpPr/>
          <p:nvPr/>
        </p:nvSpPr>
        <p:spPr>
          <a:xfrm>
            <a:off x="6848640" y="4752360"/>
            <a:ext cx="3600" cy="2520"/>
          </a:xfrm>
          <a:custGeom>
            <a:avLst/>
            <a:gdLst/>
            <a:ahLst/>
            <a:rect l="0" t="0" r="r" b="b"/>
            <a:pathLst>
              <a:path fill="none" w="10" h="7">
                <a:moveTo>
                  <a:pt x="0" y="7"/>
                </a:moveTo>
                <a:lnTo>
                  <a:pt x="1" y="6"/>
                </a:lnTo>
                <a:lnTo>
                  <a:pt x="2" y="4"/>
                </a:lnTo>
                <a:lnTo>
                  <a:pt x="4" y="1"/>
                </a:lnTo>
                <a:lnTo>
                  <a:pt x="6" y="1"/>
                </a:lnTo>
                <a:lnTo>
                  <a:pt x="9" y="0"/>
                </a:lnTo>
                <a:lnTo>
                  <a:pt x="1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83" name=""/>
          <p:cNvSpPr/>
          <p:nvPr/>
        </p:nvSpPr>
        <p:spPr>
          <a:xfrm>
            <a:off x="6791760" y="4754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84" name=""/>
          <p:cNvSpPr/>
          <p:nvPr/>
        </p:nvSpPr>
        <p:spPr>
          <a:xfrm>
            <a:off x="6791400" y="4754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85" name=""/>
          <p:cNvSpPr/>
          <p:nvPr/>
        </p:nvSpPr>
        <p:spPr>
          <a:xfrm>
            <a:off x="6791400" y="47552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86" name=""/>
          <p:cNvSpPr/>
          <p:nvPr/>
        </p:nvSpPr>
        <p:spPr>
          <a:xfrm>
            <a:off x="6849000" y="4754880"/>
            <a:ext cx="3960" cy="2160"/>
          </a:xfrm>
          <a:custGeom>
            <a:avLst/>
            <a:gdLst/>
            <a:ahLst/>
            <a:rect l="0" t="0" r="r" b="b"/>
            <a:pathLst>
              <a:path fill="none" w="11" h="6">
                <a:moveTo>
                  <a:pt x="11" y="0"/>
                </a:moveTo>
                <a:lnTo>
                  <a:pt x="9" y="1"/>
                </a:lnTo>
                <a:lnTo>
                  <a:pt x="9" y="4"/>
                </a:lnTo>
                <a:lnTo>
                  <a:pt x="7" y="6"/>
                </a:lnTo>
                <a:lnTo>
                  <a:pt x="4" y="6"/>
                </a:lnTo>
                <a:lnTo>
                  <a:pt x="2" y="6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87" name=""/>
          <p:cNvSpPr/>
          <p:nvPr/>
        </p:nvSpPr>
        <p:spPr>
          <a:xfrm>
            <a:off x="6756120" y="47577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0"/>
                </a:move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88" name=""/>
          <p:cNvSpPr/>
          <p:nvPr/>
        </p:nvSpPr>
        <p:spPr>
          <a:xfrm>
            <a:off x="6813360" y="47577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2" y="4"/>
                </a:ln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89" name=""/>
          <p:cNvSpPr/>
          <p:nvPr/>
        </p:nvSpPr>
        <p:spPr>
          <a:xfrm flipV="1">
            <a:off x="6776280" y="47592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90" name=""/>
          <p:cNvSpPr/>
          <p:nvPr/>
        </p:nvSpPr>
        <p:spPr>
          <a:xfrm>
            <a:off x="6775920" y="47592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91" name=""/>
          <p:cNvSpPr/>
          <p:nvPr/>
        </p:nvSpPr>
        <p:spPr>
          <a:xfrm flipH="1">
            <a:off x="6810840" y="47599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92" name=""/>
          <p:cNvSpPr/>
          <p:nvPr/>
        </p:nvSpPr>
        <p:spPr>
          <a:xfrm>
            <a:off x="6780600" y="4759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93" name=""/>
          <p:cNvSpPr/>
          <p:nvPr/>
        </p:nvSpPr>
        <p:spPr>
          <a:xfrm>
            <a:off x="6780600" y="47602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94" name=""/>
          <p:cNvSpPr/>
          <p:nvPr/>
        </p:nvSpPr>
        <p:spPr>
          <a:xfrm>
            <a:off x="6811200" y="4759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95" name=""/>
          <p:cNvSpPr/>
          <p:nvPr/>
        </p:nvSpPr>
        <p:spPr>
          <a:xfrm>
            <a:off x="6780240" y="4760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96" name=""/>
          <p:cNvSpPr/>
          <p:nvPr/>
        </p:nvSpPr>
        <p:spPr>
          <a:xfrm>
            <a:off x="6811560" y="47606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97" name=""/>
          <p:cNvSpPr/>
          <p:nvPr/>
        </p:nvSpPr>
        <p:spPr>
          <a:xfrm>
            <a:off x="6811560" y="475992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1" y="5"/>
                </a:moveTo>
                <a:lnTo>
                  <a:pt x="1" y="3"/>
                </a:ln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98" name=""/>
          <p:cNvSpPr/>
          <p:nvPr/>
        </p:nvSpPr>
        <p:spPr>
          <a:xfrm>
            <a:off x="6811200" y="47602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99" name=""/>
          <p:cNvSpPr/>
          <p:nvPr/>
        </p:nvSpPr>
        <p:spPr>
          <a:xfrm>
            <a:off x="6777000" y="47610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00" name=""/>
          <p:cNvSpPr/>
          <p:nvPr/>
        </p:nvSpPr>
        <p:spPr>
          <a:xfrm>
            <a:off x="6810840" y="476028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0" y="1"/>
                </a:lnTo>
                <a:lnTo>
                  <a:pt x="0" y="3"/>
                </a:lnTo>
                <a:lnTo>
                  <a:pt x="1" y="3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01" name=""/>
          <p:cNvSpPr/>
          <p:nvPr/>
        </p:nvSpPr>
        <p:spPr>
          <a:xfrm>
            <a:off x="6837480" y="476208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3"/>
                </a:moveTo>
                <a:lnTo>
                  <a:pt x="3" y="2"/>
                </a:ln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02" name=""/>
          <p:cNvSpPr/>
          <p:nvPr/>
        </p:nvSpPr>
        <p:spPr>
          <a:xfrm>
            <a:off x="6877800" y="4761720"/>
            <a:ext cx="1440" cy="2880"/>
          </a:xfrm>
          <a:custGeom>
            <a:avLst/>
            <a:gdLst/>
            <a:ahLst/>
            <a:rect l="0" t="0" r="r" b="b"/>
            <a:pathLst>
              <a:path fill="none" w="4" h="8">
                <a:moveTo>
                  <a:pt x="0" y="0"/>
                </a:moveTo>
                <a:lnTo>
                  <a:pt x="2" y="1"/>
                </a:lnTo>
                <a:lnTo>
                  <a:pt x="4" y="2"/>
                </a:lnTo>
                <a:lnTo>
                  <a:pt x="4" y="4"/>
                </a:lnTo>
                <a:lnTo>
                  <a:pt x="4" y="7"/>
                </a:lnTo>
                <a:lnTo>
                  <a:pt x="4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03" name=""/>
          <p:cNvSpPr/>
          <p:nvPr/>
        </p:nvSpPr>
        <p:spPr>
          <a:xfrm>
            <a:off x="6876720" y="4762080"/>
            <a:ext cx="1080" cy="2520"/>
          </a:xfrm>
          <a:custGeom>
            <a:avLst/>
            <a:gdLst/>
            <a:ahLst/>
            <a:rect l="0" t="0" r="r" b="b"/>
            <a:pathLst>
              <a:path fill="none" w="3" h="7">
                <a:moveTo>
                  <a:pt x="3" y="7"/>
                </a:moveTo>
                <a:lnTo>
                  <a:pt x="2" y="7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04" name=""/>
          <p:cNvSpPr/>
          <p:nvPr/>
        </p:nvSpPr>
        <p:spPr>
          <a:xfrm>
            <a:off x="6769800" y="476604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05" name=""/>
          <p:cNvSpPr/>
          <p:nvPr/>
        </p:nvSpPr>
        <p:spPr>
          <a:xfrm>
            <a:off x="6769800" y="47664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0"/>
                </a:move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06" name=""/>
          <p:cNvSpPr/>
          <p:nvPr/>
        </p:nvSpPr>
        <p:spPr>
          <a:xfrm>
            <a:off x="6763680" y="4763160"/>
            <a:ext cx="1800" cy="5040"/>
          </a:xfrm>
          <a:custGeom>
            <a:avLst/>
            <a:gdLst/>
            <a:ahLst/>
            <a:rect l="0" t="0" r="r" b="b"/>
            <a:pathLst>
              <a:path fill="none" w="5" h="14">
                <a:moveTo>
                  <a:pt x="1" y="13"/>
                </a:moveTo>
                <a:lnTo>
                  <a:pt x="1" y="12"/>
                </a:lnTo>
                <a:lnTo>
                  <a:pt x="1" y="11"/>
                </a:lnTo>
                <a:lnTo>
                  <a:pt x="1" y="8"/>
                </a:lnTo>
                <a:lnTo>
                  <a:pt x="2" y="6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5" y="4"/>
                </a:lnTo>
                <a:lnTo>
                  <a:pt x="5" y="5"/>
                </a:lnTo>
                <a:lnTo>
                  <a:pt x="5" y="7"/>
                </a:lnTo>
                <a:lnTo>
                  <a:pt x="5" y="9"/>
                </a:lnTo>
                <a:lnTo>
                  <a:pt x="4" y="11"/>
                </a:lnTo>
                <a:lnTo>
                  <a:pt x="4" y="12"/>
                </a:lnTo>
                <a:lnTo>
                  <a:pt x="4" y="14"/>
                </a:lnTo>
                <a:lnTo>
                  <a:pt x="2" y="14"/>
                </a:lnTo>
                <a:lnTo>
                  <a:pt x="1" y="14"/>
                </a:lnTo>
                <a:lnTo>
                  <a:pt x="0" y="1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0" rIns="504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07" name=""/>
          <p:cNvSpPr/>
          <p:nvPr/>
        </p:nvSpPr>
        <p:spPr>
          <a:xfrm flipV="1">
            <a:off x="6789240" y="476820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08" name=""/>
          <p:cNvSpPr/>
          <p:nvPr/>
        </p:nvSpPr>
        <p:spPr>
          <a:xfrm>
            <a:off x="6788160" y="476784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0"/>
                </a:moveTo>
                <a:lnTo>
                  <a:pt x="4" y="0"/>
                </a:lnTo>
                <a:lnTo>
                  <a:pt x="3" y="0"/>
                </a:lnTo>
                <a:lnTo>
                  <a:pt x="2" y="2"/>
                </a:lnTo>
                <a:lnTo>
                  <a:pt x="0" y="4"/>
                </a:lnTo>
                <a:lnTo>
                  <a:pt x="2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09" name=""/>
          <p:cNvSpPr/>
          <p:nvPr/>
        </p:nvSpPr>
        <p:spPr>
          <a:xfrm>
            <a:off x="6788520" y="47685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10" name=""/>
          <p:cNvSpPr/>
          <p:nvPr/>
        </p:nvSpPr>
        <p:spPr>
          <a:xfrm>
            <a:off x="6789600" y="47674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4" y="3"/>
                </a:lnTo>
                <a:lnTo>
                  <a:pt x="4" y="2"/>
                </a:lnTo>
                <a:lnTo>
                  <a:pt x="4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11" name=""/>
          <p:cNvSpPr/>
          <p:nvPr/>
        </p:nvSpPr>
        <p:spPr>
          <a:xfrm>
            <a:off x="6787440" y="47685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12" name=""/>
          <p:cNvSpPr/>
          <p:nvPr/>
        </p:nvSpPr>
        <p:spPr>
          <a:xfrm>
            <a:off x="6786720" y="47689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3" y="4"/>
                </a:lnTo>
                <a:lnTo>
                  <a:pt x="3" y="2"/>
                </a:lnTo>
                <a:lnTo>
                  <a:pt x="3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13" name=""/>
          <p:cNvSpPr/>
          <p:nvPr/>
        </p:nvSpPr>
        <p:spPr>
          <a:xfrm>
            <a:off x="6789240" y="4768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2" y="4"/>
                </a:lnTo>
                <a:lnTo>
                  <a:pt x="4" y="3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14" name=""/>
          <p:cNvSpPr/>
          <p:nvPr/>
        </p:nvSpPr>
        <p:spPr>
          <a:xfrm>
            <a:off x="6817680" y="477072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15" name=""/>
          <p:cNvSpPr/>
          <p:nvPr/>
        </p:nvSpPr>
        <p:spPr>
          <a:xfrm>
            <a:off x="6818760" y="477072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16" name=""/>
          <p:cNvSpPr/>
          <p:nvPr/>
        </p:nvSpPr>
        <p:spPr>
          <a:xfrm>
            <a:off x="6785280" y="477000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0"/>
                </a:move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17" name=""/>
          <p:cNvSpPr/>
          <p:nvPr/>
        </p:nvSpPr>
        <p:spPr>
          <a:xfrm>
            <a:off x="6817680" y="477108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18" name=""/>
          <p:cNvSpPr/>
          <p:nvPr/>
        </p:nvSpPr>
        <p:spPr>
          <a:xfrm>
            <a:off x="6818760" y="47710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19" name=""/>
          <p:cNvSpPr/>
          <p:nvPr/>
        </p:nvSpPr>
        <p:spPr>
          <a:xfrm>
            <a:off x="6819480" y="47707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20" name=""/>
          <p:cNvSpPr/>
          <p:nvPr/>
        </p:nvSpPr>
        <p:spPr>
          <a:xfrm>
            <a:off x="6784200" y="47703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lnTo>
                  <a:pt x="0" y="3"/>
                </a:lnTo>
                <a:lnTo>
                  <a:pt x="2" y="4"/>
                </a:lnTo>
                <a:lnTo>
                  <a:pt x="4" y="4"/>
                </a:lnTo>
                <a:lnTo>
                  <a:pt x="4" y="3"/>
                </a:lnTo>
                <a:lnTo>
                  <a:pt x="4" y="1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21" name=""/>
          <p:cNvSpPr/>
          <p:nvPr/>
        </p:nvSpPr>
        <p:spPr>
          <a:xfrm>
            <a:off x="6817320" y="477072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1" y="0"/>
                </a:move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22" name=""/>
          <p:cNvSpPr/>
          <p:nvPr/>
        </p:nvSpPr>
        <p:spPr>
          <a:xfrm>
            <a:off x="6786720" y="4771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23" name=""/>
          <p:cNvSpPr/>
          <p:nvPr/>
        </p:nvSpPr>
        <p:spPr>
          <a:xfrm>
            <a:off x="6817680" y="477108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24" name=""/>
          <p:cNvSpPr/>
          <p:nvPr/>
        </p:nvSpPr>
        <p:spPr>
          <a:xfrm>
            <a:off x="6779520" y="47710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25" name=""/>
          <p:cNvSpPr/>
          <p:nvPr/>
        </p:nvSpPr>
        <p:spPr>
          <a:xfrm>
            <a:off x="6783120" y="47710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0" y="1"/>
                </a:moveTo>
                <a:lnTo>
                  <a:pt x="0" y="3"/>
                </a:lnTo>
                <a:lnTo>
                  <a:pt x="1" y="3"/>
                </a:lnTo>
                <a:lnTo>
                  <a:pt x="2" y="3"/>
                </a:lnTo>
                <a:lnTo>
                  <a:pt x="4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26" name=""/>
          <p:cNvSpPr/>
          <p:nvPr/>
        </p:nvSpPr>
        <p:spPr>
          <a:xfrm>
            <a:off x="6787800" y="47710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27" name=""/>
          <p:cNvSpPr/>
          <p:nvPr/>
        </p:nvSpPr>
        <p:spPr>
          <a:xfrm>
            <a:off x="6786360" y="47710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0"/>
                </a:moveTo>
                <a:lnTo>
                  <a:pt x="0" y="1"/>
                </a:lnTo>
                <a:lnTo>
                  <a:pt x="1" y="3"/>
                </a:lnTo>
                <a:lnTo>
                  <a:pt x="3" y="4"/>
                </a:lnTo>
                <a:lnTo>
                  <a:pt x="3" y="3"/>
                </a:lnTo>
                <a:lnTo>
                  <a:pt x="3" y="1"/>
                </a:ln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28" name=""/>
          <p:cNvSpPr/>
          <p:nvPr/>
        </p:nvSpPr>
        <p:spPr>
          <a:xfrm>
            <a:off x="6779520" y="4771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29" name=""/>
          <p:cNvSpPr/>
          <p:nvPr/>
        </p:nvSpPr>
        <p:spPr>
          <a:xfrm>
            <a:off x="6819480" y="4771080"/>
            <a:ext cx="0" cy="1080"/>
          </a:xfrm>
          <a:custGeom>
            <a:avLst/>
            <a:gdLst/>
            <a:ahLst/>
            <a:rect l="0" t="0" r="r" b="b"/>
            <a:pathLst>
              <a:path fill="none" w="0" h="3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30" name=""/>
          <p:cNvSpPr/>
          <p:nvPr/>
        </p:nvSpPr>
        <p:spPr>
          <a:xfrm>
            <a:off x="6780960" y="47714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31" name=""/>
          <p:cNvSpPr/>
          <p:nvPr/>
        </p:nvSpPr>
        <p:spPr>
          <a:xfrm>
            <a:off x="6819840" y="477144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32" name=""/>
          <p:cNvSpPr/>
          <p:nvPr/>
        </p:nvSpPr>
        <p:spPr>
          <a:xfrm>
            <a:off x="6818760" y="47721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33" name=""/>
          <p:cNvSpPr/>
          <p:nvPr/>
        </p:nvSpPr>
        <p:spPr>
          <a:xfrm flipH="1">
            <a:off x="6818040" y="4772520"/>
            <a:ext cx="72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34" name=""/>
          <p:cNvSpPr/>
          <p:nvPr/>
        </p:nvSpPr>
        <p:spPr>
          <a:xfrm>
            <a:off x="6785640" y="47718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2"/>
                </a:moveTo>
                <a:lnTo>
                  <a:pt x="2" y="2"/>
                </a:lnTo>
                <a:lnTo>
                  <a:pt x="2" y="4"/>
                </a:lnTo>
                <a:lnTo>
                  <a:pt x="4" y="4"/>
                </a:lnTo>
                <a:lnTo>
                  <a:pt x="4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35" name=""/>
          <p:cNvSpPr/>
          <p:nvPr/>
        </p:nvSpPr>
        <p:spPr>
          <a:xfrm>
            <a:off x="6778800" y="477144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2"/>
                </a:moveTo>
                <a:lnTo>
                  <a:pt x="2" y="0"/>
                </a:ln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2" y="5"/>
                </a:lnTo>
                <a:lnTo>
                  <a:pt x="3" y="5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36" name=""/>
          <p:cNvSpPr/>
          <p:nvPr/>
        </p:nvSpPr>
        <p:spPr>
          <a:xfrm>
            <a:off x="6817680" y="47718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37" name=""/>
          <p:cNvSpPr/>
          <p:nvPr/>
        </p:nvSpPr>
        <p:spPr>
          <a:xfrm>
            <a:off x="6817320" y="47718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38" name=""/>
          <p:cNvSpPr/>
          <p:nvPr/>
        </p:nvSpPr>
        <p:spPr>
          <a:xfrm>
            <a:off x="6778080" y="47718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0"/>
                </a:ln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39" name=""/>
          <p:cNvSpPr/>
          <p:nvPr/>
        </p:nvSpPr>
        <p:spPr>
          <a:xfrm>
            <a:off x="6818760" y="47725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0"/>
                </a:move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40" name=""/>
          <p:cNvSpPr/>
          <p:nvPr/>
        </p:nvSpPr>
        <p:spPr>
          <a:xfrm>
            <a:off x="6817680" y="47725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0"/>
                </a:moveTo>
                <a:lnTo>
                  <a:pt x="1" y="0"/>
                </a:lnTo>
                <a:lnTo>
                  <a:pt x="2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41" name=""/>
          <p:cNvSpPr/>
          <p:nvPr/>
        </p:nvSpPr>
        <p:spPr>
          <a:xfrm>
            <a:off x="6777360" y="47725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42" name=""/>
          <p:cNvSpPr/>
          <p:nvPr/>
        </p:nvSpPr>
        <p:spPr>
          <a:xfrm>
            <a:off x="6784560" y="47725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0"/>
                </a:moveTo>
                <a:lnTo>
                  <a:pt x="2" y="1"/>
                </a:lnTo>
                <a:lnTo>
                  <a:pt x="0" y="1"/>
                </a:lnTo>
                <a:lnTo>
                  <a:pt x="2" y="3"/>
                </a:lnTo>
                <a:lnTo>
                  <a:pt x="3" y="4"/>
                </a:lnTo>
                <a:lnTo>
                  <a:pt x="3" y="3"/>
                </a:lnTo>
                <a:lnTo>
                  <a:pt x="5" y="3"/>
                </a:lnTo>
                <a:lnTo>
                  <a:pt x="5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43" name=""/>
          <p:cNvSpPr/>
          <p:nvPr/>
        </p:nvSpPr>
        <p:spPr>
          <a:xfrm>
            <a:off x="6777000" y="47728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0"/>
                </a:moveTo>
                <a:lnTo>
                  <a:pt x="2" y="2"/>
                </a:lnTo>
                <a:lnTo>
                  <a:pt x="0" y="3"/>
                </a:lnTo>
                <a:lnTo>
                  <a:pt x="2" y="5"/>
                </a:lnTo>
                <a:lnTo>
                  <a:pt x="4" y="3"/>
                </a:lnTo>
                <a:lnTo>
                  <a:pt x="4" y="2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44" name=""/>
          <p:cNvSpPr/>
          <p:nvPr/>
        </p:nvSpPr>
        <p:spPr>
          <a:xfrm>
            <a:off x="6784200" y="47732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45" name=""/>
          <p:cNvSpPr/>
          <p:nvPr/>
        </p:nvSpPr>
        <p:spPr>
          <a:xfrm>
            <a:off x="6783480" y="47739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0"/>
                </a:move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46" name=""/>
          <p:cNvSpPr/>
          <p:nvPr/>
        </p:nvSpPr>
        <p:spPr>
          <a:xfrm>
            <a:off x="6848640" y="47739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47" name=""/>
          <p:cNvSpPr/>
          <p:nvPr/>
        </p:nvSpPr>
        <p:spPr>
          <a:xfrm>
            <a:off x="6847200" y="47743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1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48" name=""/>
          <p:cNvSpPr/>
          <p:nvPr/>
        </p:nvSpPr>
        <p:spPr>
          <a:xfrm>
            <a:off x="6781320" y="47750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49" name=""/>
          <p:cNvSpPr/>
          <p:nvPr/>
        </p:nvSpPr>
        <p:spPr>
          <a:xfrm>
            <a:off x="6851160" y="47757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50" name=""/>
          <p:cNvSpPr/>
          <p:nvPr/>
        </p:nvSpPr>
        <p:spPr>
          <a:xfrm>
            <a:off x="6850800" y="477612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51" name=""/>
          <p:cNvSpPr/>
          <p:nvPr/>
        </p:nvSpPr>
        <p:spPr>
          <a:xfrm>
            <a:off x="6779880" y="47757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2"/>
                </a:move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52" name=""/>
          <p:cNvSpPr/>
          <p:nvPr/>
        </p:nvSpPr>
        <p:spPr>
          <a:xfrm>
            <a:off x="6851880" y="47761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53" name=""/>
          <p:cNvSpPr/>
          <p:nvPr/>
        </p:nvSpPr>
        <p:spPr>
          <a:xfrm>
            <a:off x="6776640" y="47764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0" y="2"/>
                </a:lnTo>
                <a:lnTo>
                  <a:pt x="2" y="3"/>
                </a:lnTo>
                <a:lnTo>
                  <a:pt x="4" y="3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54" name=""/>
          <p:cNvSpPr/>
          <p:nvPr/>
        </p:nvSpPr>
        <p:spPr>
          <a:xfrm>
            <a:off x="6853320" y="477684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55" name=""/>
          <p:cNvSpPr/>
          <p:nvPr/>
        </p:nvSpPr>
        <p:spPr>
          <a:xfrm>
            <a:off x="6828840" y="4774680"/>
            <a:ext cx="2160" cy="3240"/>
          </a:xfrm>
          <a:custGeom>
            <a:avLst/>
            <a:gdLst/>
            <a:ahLst/>
            <a:rect l="0" t="0" r="r" b="b"/>
            <a:pathLst>
              <a:path fill="none" w="6" h="9">
                <a:moveTo>
                  <a:pt x="0" y="9"/>
                </a:moveTo>
                <a:lnTo>
                  <a:pt x="0" y="7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6" y="0"/>
                </a:lnTo>
                <a:lnTo>
                  <a:pt x="6" y="2"/>
                </a:lnTo>
                <a:lnTo>
                  <a:pt x="5" y="4"/>
                </a:lnTo>
                <a:lnTo>
                  <a:pt x="5" y="5"/>
                </a:lnTo>
                <a:lnTo>
                  <a:pt x="5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56" name=""/>
          <p:cNvSpPr/>
          <p:nvPr/>
        </p:nvSpPr>
        <p:spPr>
          <a:xfrm>
            <a:off x="6852960" y="477720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57" name=""/>
          <p:cNvSpPr/>
          <p:nvPr/>
        </p:nvSpPr>
        <p:spPr>
          <a:xfrm>
            <a:off x="6829560" y="4775400"/>
            <a:ext cx="1080" cy="3240"/>
          </a:xfrm>
          <a:custGeom>
            <a:avLst/>
            <a:gdLst/>
            <a:ahLst/>
            <a:rect l="0" t="0" r="r" b="b"/>
            <a:pathLst>
              <a:path fill="none" w="3" h="9">
                <a:moveTo>
                  <a:pt x="0" y="6"/>
                </a:moveTo>
                <a:lnTo>
                  <a:pt x="0" y="4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1"/>
                </a:lnTo>
                <a:lnTo>
                  <a:pt x="1" y="1"/>
                </a:lnTo>
                <a:lnTo>
                  <a:pt x="1" y="2"/>
                </a:lnTo>
                <a:lnTo>
                  <a:pt x="1" y="4"/>
                </a:lnTo>
                <a:lnTo>
                  <a:pt x="1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1" y="9"/>
                </a:ln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58" name=""/>
          <p:cNvSpPr/>
          <p:nvPr/>
        </p:nvSpPr>
        <p:spPr>
          <a:xfrm>
            <a:off x="6777360" y="477792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0" y="0"/>
                </a:moveTo>
                <a:lnTo>
                  <a:pt x="0" y="1"/>
                </a:lnTo>
                <a:lnTo>
                  <a:pt x="0" y="4"/>
                </a:lnTo>
                <a:lnTo>
                  <a:pt x="2" y="4"/>
                </a:lnTo>
                <a:lnTo>
                  <a:pt x="2" y="5"/>
                </a:lnTo>
                <a:lnTo>
                  <a:pt x="3" y="5"/>
                </a:lnTo>
                <a:lnTo>
                  <a:pt x="5" y="4"/>
                </a:lnTo>
                <a:lnTo>
                  <a:pt x="5" y="3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59" name=""/>
          <p:cNvSpPr/>
          <p:nvPr/>
        </p:nvSpPr>
        <p:spPr>
          <a:xfrm>
            <a:off x="6828840" y="4777200"/>
            <a:ext cx="1800" cy="2520"/>
          </a:xfrm>
          <a:custGeom>
            <a:avLst/>
            <a:gdLst/>
            <a:ahLst/>
            <a:rect l="0" t="0" r="r" b="b"/>
            <a:pathLst>
              <a:path fill="none" w="5" h="7">
                <a:moveTo>
                  <a:pt x="5" y="0"/>
                </a:moveTo>
                <a:lnTo>
                  <a:pt x="5" y="1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4" y="7"/>
                </a:lnTo>
                <a:lnTo>
                  <a:pt x="3" y="7"/>
                </a:lnTo>
                <a:lnTo>
                  <a:pt x="1" y="7"/>
                </a:lnTo>
                <a:lnTo>
                  <a:pt x="1" y="6"/>
                </a:lnTo>
                <a:lnTo>
                  <a:pt x="1" y="4"/>
                </a:lnTo>
                <a:lnTo>
                  <a:pt x="1" y="3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60" name=""/>
          <p:cNvSpPr/>
          <p:nvPr/>
        </p:nvSpPr>
        <p:spPr>
          <a:xfrm>
            <a:off x="6737040" y="477900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61" name=""/>
          <p:cNvSpPr/>
          <p:nvPr/>
        </p:nvSpPr>
        <p:spPr>
          <a:xfrm>
            <a:off x="6735600" y="47793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62" name=""/>
          <p:cNvSpPr/>
          <p:nvPr/>
        </p:nvSpPr>
        <p:spPr>
          <a:xfrm>
            <a:off x="6736320" y="47793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1"/>
                </a:move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63" name=""/>
          <p:cNvSpPr/>
          <p:nvPr/>
        </p:nvSpPr>
        <p:spPr>
          <a:xfrm>
            <a:off x="6737040" y="4779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64" name=""/>
          <p:cNvSpPr/>
          <p:nvPr/>
        </p:nvSpPr>
        <p:spPr>
          <a:xfrm>
            <a:off x="6734160" y="4780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65" name=""/>
          <p:cNvSpPr/>
          <p:nvPr/>
        </p:nvSpPr>
        <p:spPr>
          <a:xfrm>
            <a:off x="6734880" y="47800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66" name=""/>
          <p:cNvSpPr/>
          <p:nvPr/>
        </p:nvSpPr>
        <p:spPr>
          <a:xfrm>
            <a:off x="6734160" y="47808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67" name=""/>
          <p:cNvSpPr/>
          <p:nvPr/>
        </p:nvSpPr>
        <p:spPr>
          <a:xfrm>
            <a:off x="6734160" y="4780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68" name=""/>
          <p:cNvSpPr/>
          <p:nvPr/>
        </p:nvSpPr>
        <p:spPr>
          <a:xfrm>
            <a:off x="6838920" y="47818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69" name=""/>
          <p:cNvSpPr/>
          <p:nvPr/>
        </p:nvSpPr>
        <p:spPr>
          <a:xfrm>
            <a:off x="6732360" y="4782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70" name=""/>
          <p:cNvSpPr/>
          <p:nvPr/>
        </p:nvSpPr>
        <p:spPr>
          <a:xfrm>
            <a:off x="6732360" y="4782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71" name=""/>
          <p:cNvSpPr/>
          <p:nvPr/>
        </p:nvSpPr>
        <p:spPr>
          <a:xfrm>
            <a:off x="6732720" y="47822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0"/>
                </a:moveTo>
                <a:lnTo>
                  <a:pt x="4" y="2"/>
                </a:lnTo>
                <a:lnTo>
                  <a:pt x="2" y="3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72" name=""/>
          <p:cNvSpPr/>
          <p:nvPr/>
        </p:nvSpPr>
        <p:spPr>
          <a:xfrm>
            <a:off x="6732360" y="47836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73" name=""/>
          <p:cNvSpPr/>
          <p:nvPr/>
        </p:nvSpPr>
        <p:spPr>
          <a:xfrm>
            <a:off x="6731640" y="4783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3"/>
                </a:move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74" name=""/>
          <p:cNvSpPr/>
          <p:nvPr/>
        </p:nvSpPr>
        <p:spPr>
          <a:xfrm>
            <a:off x="6863400" y="478728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1" y="5"/>
                </a:lnTo>
                <a:lnTo>
                  <a:pt x="0" y="3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75" name=""/>
          <p:cNvSpPr/>
          <p:nvPr/>
        </p:nvSpPr>
        <p:spPr>
          <a:xfrm>
            <a:off x="6815160" y="47898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1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76" name=""/>
          <p:cNvSpPr/>
          <p:nvPr/>
        </p:nvSpPr>
        <p:spPr>
          <a:xfrm>
            <a:off x="6814800" y="4788720"/>
            <a:ext cx="1800" cy="2880"/>
          </a:xfrm>
          <a:custGeom>
            <a:avLst/>
            <a:gdLst/>
            <a:ahLst/>
            <a:rect l="0" t="0" r="r" b="b"/>
            <a:pathLst>
              <a:path fill="none" w="5" h="8">
                <a:moveTo>
                  <a:pt x="1" y="0"/>
                </a:moveTo>
                <a:lnTo>
                  <a:pt x="1" y="1"/>
                </a:lnTo>
                <a:lnTo>
                  <a:pt x="0" y="2"/>
                </a:lnTo>
                <a:lnTo>
                  <a:pt x="0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3" y="7"/>
                </a:lnTo>
                <a:lnTo>
                  <a:pt x="4" y="8"/>
                </a:lnTo>
                <a:lnTo>
                  <a:pt x="5" y="8"/>
                </a:lnTo>
                <a:lnTo>
                  <a:pt x="5" y="7"/>
                </a:lnTo>
                <a:lnTo>
                  <a:pt x="5" y="6"/>
                </a:lnTo>
                <a:lnTo>
                  <a:pt x="4" y="5"/>
                </a:lnTo>
                <a:lnTo>
                  <a:pt x="4" y="2"/>
                </a:lnTo>
                <a:lnTo>
                  <a:pt x="3" y="2"/>
                </a:lnTo>
                <a:lnTo>
                  <a:pt x="3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77" name=""/>
          <p:cNvSpPr/>
          <p:nvPr/>
        </p:nvSpPr>
        <p:spPr>
          <a:xfrm>
            <a:off x="6831720" y="47916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78" name=""/>
          <p:cNvSpPr/>
          <p:nvPr/>
        </p:nvSpPr>
        <p:spPr>
          <a:xfrm>
            <a:off x="6831720" y="47919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79" name=""/>
          <p:cNvSpPr/>
          <p:nvPr/>
        </p:nvSpPr>
        <p:spPr>
          <a:xfrm>
            <a:off x="6831000" y="4791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80" name=""/>
          <p:cNvSpPr/>
          <p:nvPr/>
        </p:nvSpPr>
        <p:spPr>
          <a:xfrm>
            <a:off x="6831360" y="47919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81" name=""/>
          <p:cNvSpPr/>
          <p:nvPr/>
        </p:nvSpPr>
        <p:spPr>
          <a:xfrm flipH="1">
            <a:off x="6832080" y="47919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82" name=""/>
          <p:cNvSpPr/>
          <p:nvPr/>
        </p:nvSpPr>
        <p:spPr>
          <a:xfrm>
            <a:off x="6831720" y="479232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83" name=""/>
          <p:cNvSpPr/>
          <p:nvPr/>
        </p:nvSpPr>
        <p:spPr>
          <a:xfrm>
            <a:off x="6831360" y="479160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4" y="0"/>
                </a:moveTo>
                <a:lnTo>
                  <a:pt x="5" y="0"/>
                </a:lnTo>
                <a:lnTo>
                  <a:pt x="5" y="2"/>
                </a:lnTo>
                <a:lnTo>
                  <a:pt x="4" y="3"/>
                </a:lnTo>
                <a:lnTo>
                  <a:pt x="3" y="3"/>
                </a:lnTo>
                <a:lnTo>
                  <a:pt x="0" y="3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84" name=""/>
          <p:cNvSpPr/>
          <p:nvPr/>
        </p:nvSpPr>
        <p:spPr>
          <a:xfrm>
            <a:off x="6848640" y="4797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85" name=""/>
          <p:cNvSpPr/>
          <p:nvPr/>
        </p:nvSpPr>
        <p:spPr>
          <a:xfrm>
            <a:off x="6848280" y="47973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3" y="0"/>
                </a:moveTo>
                <a:lnTo>
                  <a:pt x="4" y="0"/>
                </a:lnTo>
                <a:lnTo>
                  <a:pt x="4" y="2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86" name=""/>
          <p:cNvSpPr/>
          <p:nvPr/>
        </p:nvSpPr>
        <p:spPr>
          <a:xfrm>
            <a:off x="6856560" y="4801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87" name=""/>
          <p:cNvSpPr/>
          <p:nvPr/>
        </p:nvSpPr>
        <p:spPr>
          <a:xfrm>
            <a:off x="6856200" y="48016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4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88" name=""/>
          <p:cNvSpPr/>
          <p:nvPr/>
        </p:nvSpPr>
        <p:spPr>
          <a:xfrm>
            <a:off x="6759360" y="4803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89" name=""/>
          <p:cNvSpPr/>
          <p:nvPr/>
        </p:nvSpPr>
        <p:spPr>
          <a:xfrm>
            <a:off x="6757200" y="4803120"/>
            <a:ext cx="3240" cy="2880"/>
          </a:xfrm>
          <a:custGeom>
            <a:avLst/>
            <a:gdLst/>
            <a:ahLst/>
            <a:rect l="0" t="0" r="r" b="b"/>
            <a:pathLst>
              <a:path fill="none" w="9" h="8">
                <a:moveTo>
                  <a:pt x="7" y="2"/>
                </a:moveTo>
                <a:lnTo>
                  <a:pt x="6" y="2"/>
                </a:lnTo>
                <a:lnTo>
                  <a:pt x="4" y="3"/>
                </a:lnTo>
                <a:lnTo>
                  <a:pt x="3" y="3"/>
                </a:lnTo>
                <a:lnTo>
                  <a:pt x="1" y="4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8"/>
                </a:lnTo>
                <a:lnTo>
                  <a:pt x="1" y="8"/>
                </a:lnTo>
                <a:lnTo>
                  <a:pt x="3" y="6"/>
                </a:lnTo>
                <a:lnTo>
                  <a:pt x="4" y="6"/>
                </a:lnTo>
                <a:lnTo>
                  <a:pt x="5" y="6"/>
                </a:lnTo>
                <a:lnTo>
                  <a:pt x="5" y="5"/>
                </a:lnTo>
                <a:lnTo>
                  <a:pt x="6" y="4"/>
                </a:lnTo>
                <a:lnTo>
                  <a:pt x="7" y="4"/>
                </a:lnTo>
                <a:lnTo>
                  <a:pt x="8" y="3"/>
                </a:lnTo>
                <a:lnTo>
                  <a:pt x="9" y="3"/>
                </a:lnTo>
                <a:lnTo>
                  <a:pt x="9" y="2"/>
                </a:lnTo>
                <a:lnTo>
                  <a:pt x="8" y="0"/>
                </a:lnTo>
                <a:lnTo>
                  <a:pt x="7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90" name=""/>
          <p:cNvSpPr/>
          <p:nvPr/>
        </p:nvSpPr>
        <p:spPr>
          <a:xfrm>
            <a:off x="6715800" y="48060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91" name=""/>
          <p:cNvSpPr/>
          <p:nvPr/>
        </p:nvSpPr>
        <p:spPr>
          <a:xfrm>
            <a:off x="6731280" y="48070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92" name=""/>
          <p:cNvSpPr/>
          <p:nvPr/>
        </p:nvSpPr>
        <p:spPr>
          <a:xfrm>
            <a:off x="6842520" y="48070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93" name=""/>
          <p:cNvSpPr/>
          <p:nvPr/>
        </p:nvSpPr>
        <p:spPr>
          <a:xfrm>
            <a:off x="6732000" y="48070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94" name=""/>
          <p:cNvSpPr/>
          <p:nvPr/>
        </p:nvSpPr>
        <p:spPr>
          <a:xfrm>
            <a:off x="6842880" y="480708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2" y="0"/>
                </a:move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95" name=""/>
          <p:cNvSpPr/>
          <p:nvPr/>
        </p:nvSpPr>
        <p:spPr>
          <a:xfrm flipV="1">
            <a:off x="6842520" y="480744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96" name=""/>
          <p:cNvSpPr/>
          <p:nvPr/>
        </p:nvSpPr>
        <p:spPr>
          <a:xfrm>
            <a:off x="6711840" y="4807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97" name=""/>
          <p:cNvSpPr/>
          <p:nvPr/>
        </p:nvSpPr>
        <p:spPr>
          <a:xfrm>
            <a:off x="6730560" y="480672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0" y="0"/>
                </a:moveTo>
                <a:lnTo>
                  <a:pt x="1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  <a:lnTo>
                  <a:pt x="7" y="2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1" y="2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98" name=""/>
          <p:cNvSpPr/>
          <p:nvPr/>
        </p:nvSpPr>
        <p:spPr>
          <a:xfrm>
            <a:off x="6842520" y="48078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99" name=""/>
          <p:cNvSpPr/>
          <p:nvPr/>
        </p:nvSpPr>
        <p:spPr>
          <a:xfrm>
            <a:off x="6712200" y="4808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00" name=""/>
          <p:cNvSpPr/>
          <p:nvPr/>
        </p:nvSpPr>
        <p:spPr>
          <a:xfrm>
            <a:off x="6711840" y="480816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3"/>
                </a:move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01" name=""/>
          <p:cNvSpPr/>
          <p:nvPr/>
        </p:nvSpPr>
        <p:spPr>
          <a:xfrm>
            <a:off x="6789240" y="48085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02" name=""/>
          <p:cNvSpPr/>
          <p:nvPr/>
        </p:nvSpPr>
        <p:spPr>
          <a:xfrm>
            <a:off x="6710040" y="480780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0" y="4"/>
                </a:moveTo>
                <a:lnTo>
                  <a:pt x="0" y="2"/>
                </a:lnTo>
                <a:lnTo>
                  <a:pt x="1" y="1"/>
                </a:lnTo>
                <a:lnTo>
                  <a:pt x="3" y="0"/>
                </a:lnTo>
                <a:lnTo>
                  <a:pt x="3" y="1"/>
                </a:lnTo>
                <a:lnTo>
                  <a:pt x="3" y="2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03" name=""/>
          <p:cNvSpPr/>
          <p:nvPr/>
        </p:nvSpPr>
        <p:spPr>
          <a:xfrm>
            <a:off x="6768360" y="480816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3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04" name=""/>
          <p:cNvSpPr/>
          <p:nvPr/>
        </p:nvSpPr>
        <p:spPr>
          <a:xfrm>
            <a:off x="6765840" y="48085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0" y="2"/>
                </a:lnTo>
                <a:lnTo>
                  <a:pt x="0" y="3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05" name=""/>
          <p:cNvSpPr/>
          <p:nvPr/>
        </p:nvSpPr>
        <p:spPr>
          <a:xfrm>
            <a:off x="6721560" y="48096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06" name=""/>
          <p:cNvSpPr/>
          <p:nvPr/>
        </p:nvSpPr>
        <p:spPr>
          <a:xfrm>
            <a:off x="6767640" y="48092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07" name=""/>
          <p:cNvSpPr/>
          <p:nvPr/>
        </p:nvSpPr>
        <p:spPr>
          <a:xfrm>
            <a:off x="6710400" y="480924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2" y="0"/>
                </a:move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08" name=""/>
          <p:cNvSpPr/>
          <p:nvPr/>
        </p:nvSpPr>
        <p:spPr>
          <a:xfrm>
            <a:off x="6768000" y="4809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09" name=""/>
          <p:cNvSpPr/>
          <p:nvPr/>
        </p:nvSpPr>
        <p:spPr>
          <a:xfrm>
            <a:off x="6788520" y="4808160"/>
            <a:ext cx="2880" cy="2520"/>
          </a:xfrm>
          <a:custGeom>
            <a:avLst/>
            <a:gdLst/>
            <a:ahLst/>
            <a:rect l="0" t="0" r="r" b="b"/>
            <a:pathLst>
              <a:path fill="none" w="8" h="7">
                <a:moveTo>
                  <a:pt x="0" y="6"/>
                </a:moveTo>
                <a:lnTo>
                  <a:pt x="0" y="5"/>
                </a:lnTo>
                <a:lnTo>
                  <a:pt x="2" y="4"/>
                </a:lnTo>
                <a:lnTo>
                  <a:pt x="3" y="3"/>
                </a:lnTo>
                <a:lnTo>
                  <a:pt x="4" y="1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8" y="3"/>
                </a:lnTo>
                <a:lnTo>
                  <a:pt x="6" y="4"/>
                </a:lnTo>
                <a:lnTo>
                  <a:pt x="5" y="5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2" y="6"/>
                </a:lnTo>
                <a:lnTo>
                  <a:pt x="0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10" name=""/>
          <p:cNvSpPr/>
          <p:nvPr/>
        </p:nvSpPr>
        <p:spPr>
          <a:xfrm>
            <a:off x="6768360" y="48096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11" name=""/>
          <p:cNvSpPr/>
          <p:nvPr/>
        </p:nvSpPr>
        <p:spPr>
          <a:xfrm>
            <a:off x="6724440" y="4809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12" name=""/>
          <p:cNvSpPr/>
          <p:nvPr/>
        </p:nvSpPr>
        <p:spPr>
          <a:xfrm>
            <a:off x="6722280" y="481032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13" name=""/>
          <p:cNvSpPr/>
          <p:nvPr/>
        </p:nvSpPr>
        <p:spPr>
          <a:xfrm>
            <a:off x="6722640" y="481032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14" name=""/>
          <p:cNvSpPr/>
          <p:nvPr/>
        </p:nvSpPr>
        <p:spPr>
          <a:xfrm>
            <a:off x="6721560" y="4808880"/>
            <a:ext cx="3600" cy="2160"/>
          </a:xfrm>
          <a:custGeom>
            <a:avLst/>
            <a:gdLst/>
            <a:ahLst/>
            <a:rect l="0" t="0" r="r" b="b"/>
            <a:pathLst>
              <a:path fill="none" w="10" h="6">
                <a:moveTo>
                  <a:pt x="0" y="1"/>
                </a:move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5" y="0"/>
                </a:lnTo>
                <a:lnTo>
                  <a:pt x="5" y="1"/>
                </a:lnTo>
                <a:lnTo>
                  <a:pt x="6" y="2"/>
                </a:lnTo>
                <a:lnTo>
                  <a:pt x="7" y="2"/>
                </a:lnTo>
                <a:lnTo>
                  <a:pt x="8" y="2"/>
                </a:lnTo>
                <a:lnTo>
                  <a:pt x="8" y="3"/>
                </a:lnTo>
                <a:lnTo>
                  <a:pt x="10" y="3"/>
                </a:lnTo>
                <a:lnTo>
                  <a:pt x="10" y="5"/>
                </a:lnTo>
                <a:lnTo>
                  <a:pt x="8" y="6"/>
                </a:lnTo>
                <a:lnTo>
                  <a:pt x="6" y="6"/>
                </a:lnTo>
                <a:lnTo>
                  <a:pt x="5" y="6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15" name=""/>
          <p:cNvSpPr/>
          <p:nvPr/>
        </p:nvSpPr>
        <p:spPr>
          <a:xfrm>
            <a:off x="6768720" y="4810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16" name=""/>
          <p:cNvSpPr/>
          <p:nvPr/>
        </p:nvSpPr>
        <p:spPr>
          <a:xfrm>
            <a:off x="6769080" y="48106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17" name=""/>
          <p:cNvSpPr/>
          <p:nvPr/>
        </p:nvSpPr>
        <p:spPr>
          <a:xfrm>
            <a:off x="6769080" y="4808520"/>
            <a:ext cx="2520" cy="3960"/>
          </a:xfrm>
          <a:custGeom>
            <a:avLst/>
            <a:gdLst/>
            <a:ahLst/>
            <a:rect l="0" t="0" r="r" b="b"/>
            <a:pathLst>
              <a:path fill="none" w="7" h="11">
                <a:moveTo>
                  <a:pt x="0" y="3"/>
                </a:moveTo>
                <a:lnTo>
                  <a:pt x="1" y="5"/>
                </a:lnTo>
                <a:lnTo>
                  <a:pt x="1" y="6"/>
                </a:lnTo>
                <a:lnTo>
                  <a:pt x="2" y="7"/>
                </a:lnTo>
                <a:lnTo>
                  <a:pt x="3" y="8"/>
                </a:lnTo>
                <a:lnTo>
                  <a:pt x="3" y="9"/>
                </a:lnTo>
                <a:lnTo>
                  <a:pt x="2" y="9"/>
                </a:lnTo>
                <a:lnTo>
                  <a:pt x="1" y="9"/>
                </a:lnTo>
                <a:lnTo>
                  <a:pt x="1" y="10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6" y="10"/>
                </a:lnTo>
                <a:lnTo>
                  <a:pt x="7" y="9"/>
                </a:lnTo>
                <a:lnTo>
                  <a:pt x="6" y="7"/>
                </a:lnTo>
                <a:lnTo>
                  <a:pt x="6" y="6"/>
                </a:lnTo>
                <a:lnTo>
                  <a:pt x="4" y="5"/>
                </a:lnTo>
                <a:lnTo>
                  <a:pt x="3" y="3"/>
                </a:lnTo>
                <a:lnTo>
                  <a:pt x="2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18" name=""/>
          <p:cNvSpPr/>
          <p:nvPr/>
        </p:nvSpPr>
        <p:spPr>
          <a:xfrm>
            <a:off x="6775200" y="4812120"/>
            <a:ext cx="2160" cy="3240"/>
          </a:xfrm>
          <a:custGeom>
            <a:avLst/>
            <a:gdLst/>
            <a:ahLst/>
            <a:rect l="0" t="0" r="r" b="b"/>
            <a:pathLst>
              <a:path fill="none" w="6" h="9">
                <a:moveTo>
                  <a:pt x="4" y="9"/>
                </a:moveTo>
                <a:lnTo>
                  <a:pt x="3" y="9"/>
                </a:lnTo>
                <a:lnTo>
                  <a:pt x="3" y="8"/>
                </a:lnTo>
                <a:lnTo>
                  <a:pt x="1" y="7"/>
                </a:lnTo>
                <a:lnTo>
                  <a:pt x="1" y="6"/>
                </a:lnTo>
                <a:lnTo>
                  <a:pt x="1" y="4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  <a:lnTo>
                  <a:pt x="5" y="2"/>
                </a:lnTo>
                <a:lnTo>
                  <a:pt x="6" y="3"/>
                </a:lnTo>
                <a:lnTo>
                  <a:pt x="6" y="6"/>
                </a:lnTo>
                <a:lnTo>
                  <a:pt x="6" y="7"/>
                </a:lnTo>
                <a:lnTo>
                  <a:pt x="5" y="8"/>
                </a:lnTo>
                <a:lnTo>
                  <a:pt x="5" y="7"/>
                </a:lnTo>
                <a:lnTo>
                  <a:pt x="5" y="6"/>
                </a:lnTo>
                <a:lnTo>
                  <a:pt x="4" y="4"/>
                </a:lnTo>
                <a:lnTo>
                  <a:pt x="4" y="3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4" y="6"/>
                </a:lnTo>
                <a:lnTo>
                  <a:pt x="4" y="7"/>
                </a:lnTo>
                <a:lnTo>
                  <a:pt x="4" y="8"/>
                </a:lnTo>
                <a:lnTo>
                  <a:pt x="4" y="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19" name=""/>
          <p:cNvSpPr/>
          <p:nvPr/>
        </p:nvSpPr>
        <p:spPr>
          <a:xfrm flipH="1">
            <a:off x="6701040" y="481680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20" name=""/>
          <p:cNvSpPr/>
          <p:nvPr/>
        </p:nvSpPr>
        <p:spPr>
          <a:xfrm>
            <a:off x="6692400" y="48160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4"/>
                </a:moveTo>
                <a:lnTo>
                  <a:pt x="0" y="3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3" y="3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21" name=""/>
          <p:cNvSpPr/>
          <p:nvPr/>
        </p:nvSpPr>
        <p:spPr>
          <a:xfrm>
            <a:off x="6701400" y="4817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22" name=""/>
          <p:cNvSpPr/>
          <p:nvPr/>
        </p:nvSpPr>
        <p:spPr>
          <a:xfrm flipV="1">
            <a:off x="6701760" y="48171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23" name=""/>
          <p:cNvSpPr/>
          <p:nvPr/>
        </p:nvSpPr>
        <p:spPr>
          <a:xfrm>
            <a:off x="6701040" y="48171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0"/>
                </a:moveTo>
                <a:lnTo>
                  <a:pt x="0" y="1"/>
                </a:lnTo>
                <a:lnTo>
                  <a:pt x="1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24" name=""/>
          <p:cNvSpPr/>
          <p:nvPr/>
        </p:nvSpPr>
        <p:spPr>
          <a:xfrm>
            <a:off x="6807240" y="4827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25" name=""/>
          <p:cNvSpPr/>
          <p:nvPr/>
        </p:nvSpPr>
        <p:spPr>
          <a:xfrm>
            <a:off x="6807960" y="482724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1" y="0"/>
                </a:move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6" y="2"/>
                </a:lnTo>
                <a:lnTo>
                  <a:pt x="7" y="2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26" name=""/>
          <p:cNvSpPr/>
          <p:nvPr/>
        </p:nvSpPr>
        <p:spPr>
          <a:xfrm>
            <a:off x="6806160" y="4826520"/>
            <a:ext cx="4680" cy="2160"/>
          </a:xfrm>
          <a:custGeom>
            <a:avLst/>
            <a:gdLst/>
            <a:ahLst/>
            <a:rect l="0" t="0" r="r" b="b"/>
            <a:pathLst>
              <a:path fill="none" w="13" h="6">
                <a:moveTo>
                  <a:pt x="0" y="1"/>
                </a:move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1"/>
                </a:lnTo>
                <a:lnTo>
                  <a:pt x="6" y="1"/>
                </a:lnTo>
                <a:lnTo>
                  <a:pt x="7" y="2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3" y="2"/>
                </a:lnTo>
                <a:lnTo>
                  <a:pt x="13" y="4"/>
                </a:lnTo>
                <a:lnTo>
                  <a:pt x="13" y="5"/>
                </a:lnTo>
                <a:lnTo>
                  <a:pt x="11" y="6"/>
                </a:lnTo>
                <a:lnTo>
                  <a:pt x="9" y="6"/>
                </a:lnTo>
                <a:lnTo>
                  <a:pt x="8" y="6"/>
                </a:lnTo>
                <a:lnTo>
                  <a:pt x="7" y="5"/>
                </a:lnTo>
                <a:lnTo>
                  <a:pt x="6" y="5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1" y="2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27" name=""/>
          <p:cNvSpPr/>
          <p:nvPr/>
        </p:nvSpPr>
        <p:spPr>
          <a:xfrm>
            <a:off x="6643440" y="4828320"/>
            <a:ext cx="2160" cy="1080"/>
          </a:xfrm>
          <a:custGeom>
            <a:avLst/>
            <a:gdLst/>
            <a:ahLst/>
            <a:rect l="0" t="0" r="r" b="b"/>
            <a:pathLst>
              <a:path fill="none" w="6" h="3">
                <a:moveTo>
                  <a:pt x="0" y="3"/>
                </a:moveTo>
                <a:lnTo>
                  <a:pt x="0" y="2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28" name=""/>
          <p:cNvSpPr/>
          <p:nvPr/>
        </p:nvSpPr>
        <p:spPr>
          <a:xfrm>
            <a:off x="6748200" y="4829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29" name=""/>
          <p:cNvSpPr/>
          <p:nvPr/>
        </p:nvSpPr>
        <p:spPr>
          <a:xfrm>
            <a:off x="6748560" y="48297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30" name=""/>
          <p:cNvSpPr/>
          <p:nvPr/>
        </p:nvSpPr>
        <p:spPr>
          <a:xfrm>
            <a:off x="6643440" y="4829040"/>
            <a:ext cx="2880" cy="1440"/>
          </a:xfrm>
          <a:custGeom>
            <a:avLst/>
            <a:gdLst/>
            <a:ahLst/>
            <a:rect l="0" t="0" r="r" b="b"/>
            <a:pathLst>
              <a:path fill="none" w="8" h="4">
                <a:moveTo>
                  <a:pt x="8" y="0"/>
                </a:moveTo>
                <a:lnTo>
                  <a:pt x="8" y="2"/>
                </a:lnTo>
                <a:lnTo>
                  <a:pt x="6" y="4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31" name=""/>
          <p:cNvSpPr/>
          <p:nvPr/>
        </p:nvSpPr>
        <p:spPr>
          <a:xfrm>
            <a:off x="6748200" y="48315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32" name=""/>
          <p:cNvSpPr/>
          <p:nvPr/>
        </p:nvSpPr>
        <p:spPr>
          <a:xfrm>
            <a:off x="6791400" y="48326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33" name=""/>
          <p:cNvSpPr/>
          <p:nvPr/>
        </p:nvSpPr>
        <p:spPr>
          <a:xfrm>
            <a:off x="6791040" y="483300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0" y="0"/>
                </a:moveTo>
                <a:lnTo>
                  <a:pt x="1" y="2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34" name=""/>
          <p:cNvSpPr/>
          <p:nvPr/>
        </p:nvSpPr>
        <p:spPr>
          <a:xfrm>
            <a:off x="6747480" y="48340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35" name=""/>
          <p:cNvSpPr/>
          <p:nvPr/>
        </p:nvSpPr>
        <p:spPr>
          <a:xfrm>
            <a:off x="6747120" y="48344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36" name=""/>
          <p:cNvSpPr/>
          <p:nvPr/>
        </p:nvSpPr>
        <p:spPr>
          <a:xfrm>
            <a:off x="6653880" y="4833720"/>
            <a:ext cx="5400" cy="1800"/>
          </a:xfrm>
          <a:custGeom>
            <a:avLst/>
            <a:gdLst/>
            <a:ahLst/>
            <a:rect l="0" t="0" r="r" b="b"/>
            <a:pathLst>
              <a:path fill="none" w="15" h="5">
                <a:moveTo>
                  <a:pt x="0" y="5"/>
                </a:moveTo>
                <a:lnTo>
                  <a:pt x="1" y="4"/>
                </a:lnTo>
                <a:lnTo>
                  <a:pt x="2" y="2"/>
                </a:lnTo>
                <a:lnTo>
                  <a:pt x="4" y="1"/>
                </a:lnTo>
                <a:lnTo>
                  <a:pt x="7" y="0"/>
                </a:lnTo>
                <a:lnTo>
                  <a:pt x="11" y="0"/>
                </a:lnTo>
                <a:lnTo>
                  <a:pt x="14" y="1"/>
                </a:lnTo>
                <a:lnTo>
                  <a:pt x="15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37" name=""/>
          <p:cNvSpPr/>
          <p:nvPr/>
        </p:nvSpPr>
        <p:spPr>
          <a:xfrm>
            <a:off x="6787440" y="483516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38" name=""/>
          <p:cNvSpPr/>
          <p:nvPr/>
        </p:nvSpPr>
        <p:spPr>
          <a:xfrm>
            <a:off x="6786000" y="4835520"/>
            <a:ext cx="1080" cy="0"/>
          </a:xfrm>
          <a:custGeom>
            <a:avLst/>
            <a:gdLst/>
            <a:ahLst/>
            <a:rect l="0" t="0" r="r" b="b"/>
            <a:pathLst>
              <a:path fill="none" w="3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39" name=""/>
          <p:cNvSpPr/>
          <p:nvPr/>
        </p:nvSpPr>
        <p:spPr>
          <a:xfrm>
            <a:off x="6788160" y="483480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2" y="0"/>
                </a:moveTo>
                <a:lnTo>
                  <a:pt x="3" y="0"/>
                </a:lnTo>
                <a:lnTo>
                  <a:pt x="3" y="2"/>
                </a:lnTo>
                <a:lnTo>
                  <a:pt x="2" y="3"/>
                </a:lnTo>
                <a:lnTo>
                  <a:pt x="0" y="3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40" name=""/>
          <p:cNvSpPr/>
          <p:nvPr/>
        </p:nvSpPr>
        <p:spPr>
          <a:xfrm>
            <a:off x="6746400" y="48355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41" name=""/>
          <p:cNvSpPr/>
          <p:nvPr/>
        </p:nvSpPr>
        <p:spPr>
          <a:xfrm>
            <a:off x="6746040" y="48358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42" name=""/>
          <p:cNvSpPr/>
          <p:nvPr/>
        </p:nvSpPr>
        <p:spPr>
          <a:xfrm>
            <a:off x="6784920" y="48358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43" name=""/>
          <p:cNvSpPr/>
          <p:nvPr/>
        </p:nvSpPr>
        <p:spPr>
          <a:xfrm>
            <a:off x="6786000" y="4835880"/>
            <a:ext cx="2160" cy="720"/>
          </a:xfrm>
          <a:custGeom>
            <a:avLst/>
            <a:gdLst/>
            <a:ahLst/>
            <a:rect l="0" t="0" r="r" b="b"/>
            <a:pathLst>
              <a:path fill="none" w="6" h="2">
                <a:moveTo>
                  <a:pt x="6" y="0"/>
                </a:moveTo>
                <a:lnTo>
                  <a:pt x="5" y="0"/>
                </a:lnTo>
                <a:lnTo>
                  <a:pt x="3" y="0"/>
                </a:ln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44" name=""/>
          <p:cNvSpPr/>
          <p:nvPr/>
        </p:nvSpPr>
        <p:spPr>
          <a:xfrm>
            <a:off x="6744960" y="4829400"/>
            <a:ext cx="4320" cy="7560"/>
          </a:xfrm>
          <a:custGeom>
            <a:avLst/>
            <a:gdLst/>
            <a:ahLst/>
            <a:rect l="0" t="0" r="r" b="b"/>
            <a:pathLst>
              <a:path fill="none" w="12" h="21">
                <a:moveTo>
                  <a:pt x="2" y="18"/>
                </a:moveTo>
                <a:lnTo>
                  <a:pt x="2" y="17"/>
                </a:lnTo>
                <a:lnTo>
                  <a:pt x="3" y="16"/>
                </a:lnTo>
                <a:lnTo>
                  <a:pt x="3" y="14"/>
                </a:lnTo>
                <a:lnTo>
                  <a:pt x="4" y="13"/>
                </a:lnTo>
                <a:lnTo>
                  <a:pt x="5" y="13"/>
                </a:lnTo>
                <a:lnTo>
                  <a:pt x="6" y="12"/>
                </a:lnTo>
                <a:lnTo>
                  <a:pt x="6" y="11"/>
                </a:lnTo>
                <a:lnTo>
                  <a:pt x="7" y="11"/>
                </a:lnTo>
                <a:lnTo>
                  <a:pt x="7" y="12"/>
                </a:lnTo>
                <a:lnTo>
                  <a:pt x="6" y="13"/>
                </a:lnTo>
                <a:lnTo>
                  <a:pt x="6" y="14"/>
                </a:lnTo>
                <a:lnTo>
                  <a:pt x="5" y="17"/>
                </a:lnTo>
                <a:lnTo>
                  <a:pt x="4" y="18"/>
                </a:lnTo>
                <a:lnTo>
                  <a:pt x="3" y="19"/>
                </a:lnTo>
                <a:lnTo>
                  <a:pt x="2" y="20"/>
                </a:lnTo>
                <a:lnTo>
                  <a:pt x="2" y="21"/>
                </a:lnTo>
                <a:lnTo>
                  <a:pt x="3" y="20"/>
                </a:lnTo>
                <a:lnTo>
                  <a:pt x="4" y="20"/>
                </a:lnTo>
                <a:lnTo>
                  <a:pt x="5" y="19"/>
                </a:lnTo>
                <a:lnTo>
                  <a:pt x="5" y="18"/>
                </a:lnTo>
                <a:lnTo>
                  <a:pt x="6" y="17"/>
                </a:lnTo>
                <a:lnTo>
                  <a:pt x="7" y="16"/>
                </a:lnTo>
                <a:lnTo>
                  <a:pt x="8" y="14"/>
                </a:lnTo>
                <a:lnTo>
                  <a:pt x="8" y="13"/>
                </a:lnTo>
                <a:lnTo>
                  <a:pt x="10" y="11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4"/>
                </a:lnTo>
                <a:lnTo>
                  <a:pt x="12" y="3"/>
                </a:lnTo>
                <a:lnTo>
                  <a:pt x="12" y="1"/>
                </a:lnTo>
                <a:lnTo>
                  <a:pt x="11" y="1"/>
                </a:lnTo>
                <a:lnTo>
                  <a:pt x="11" y="0"/>
                </a:lnTo>
                <a:lnTo>
                  <a:pt x="10" y="0"/>
                </a:lnTo>
                <a:lnTo>
                  <a:pt x="8" y="0"/>
                </a:lnTo>
                <a:lnTo>
                  <a:pt x="8" y="1"/>
                </a:lnTo>
                <a:lnTo>
                  <a:pt x="8" y="2"/>
                </a:lnTo>
                <a:lnTo>
                  <a:pt x="8" y="3"/>
                </a:lnTo>
                <a:lnTo>
                  <a:pt x="8" y="4"/>
                </a:lnTo>
                <a:lnTo>
                  <a:pt x="8" y="6"/>
                </a:lnTo>
                <a:lnTo>
                  <a:pt x="8" y="7"/>
                </a:lnTo>
                <a:lnTo>
                  <a:pt x="8" y="8"/>
                </a:lnTo>
                <a:lnTo>
                  <a:pt x="7" y="8"/>
                </a:lnTo>
                <a:lnTo>
                  <a:pt x="6" y="9"/>
                </a:lnTo>
                <a:lnTo>
                  <a:pt x="5" y="11"/>
                </a:lnTo>
                <a:lnTo>
                  <a:pt x="4" y="12"/>
                </a:lnTo>
                <a:lnTo>
                  <a:pt x="3" y="13"/>
                </a:lnTo>
                <a:lnTo>
                  <a:pt x="2" y="14"/>
                </a:lnTo>
                <a:lnTo>
                  <a:pt x="2" y="16"/>
                </a:lnTo>
                <a:lnTo>
                  <a:pt x="1" y="17"/>
                </a:lnTo>
                <a:lnTo>
                  <a:pt x="1" y="18"/>
                </a:lnTo>
                <a:lnTo>
                  <a:pt x="0" y="19"/>
                </a:lnTo>
                <a:lnTo>
                  <a:pt x="1" y="20"/>
                </a:lnTo>
                <a:lnTo>
                  <a:pt x="1" y="19"/>
                </a:lnTo>
                <a:lnTo>
                  <a:pt x="2" y="1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2520" rIns="504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45" name=""/>
          <p:cNvSpPr/>
          <p:nvPr/>
        </p:nvSpPr>
        <p:spPr>
          <a:xfrm>
            <a:off x="6784920" y="483624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0" y="1"/>
                </a:moveTo>
                <a:lnTo>
                  <a:pt x="2" y="1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46" name=""/>
          <p:cNvSpPr/>
          <p:nvPr/>
        </p:nvSpPr>
        <p:spPr>
          <a:xfrm>
            <a:off x="6744600" y="48362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47" name=""/>
          <p:cNvSpPr/>
          <p:nvPr/>
        </p:nvSpPr>
        <p:spPr>
          <a:xfrm>
            <a:off x="6794280" y="483480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1" y="0"/>
                </a:moveTo>
                <a:lnTo>
                  <a:pt x="3" y="1"/>
                </a:lnTo>
                <a:lnTo>
                  <a:pt x="4" y="2"/>
                </a:lnTo>
                <a:lnTo>
                  <a:pt x="4" y="4"/>
                </a:ln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0" y="6"/>
                </a:lnTo>
                <a:lnTo>
                  <a:pt x="0" y="5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48" name=""/>
          <p:cNvSpPr/>
          <p:nvPr/>
        </p:nvSpPr>
        <p:spPr>
          <a:xfrm>
            <a:off x="6745320" y="48366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49" name=""/>
          <p:cNvSpPr/>
          <p:nvPr/>
        </p:nvSpPr>
        <p:spPr>
          <a:xfrm>
            <a:off x="6772320" y="483624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2" y="0"/>
                </a:moveTo>
                <a:lnTo>
                  <a:pt x="0" y="2"/>
                </a:lnTo>
                <a:lnTo>
                  <a:pt x="2" y="3"/>
                </a:lnTo>
                <a:lnTo>
                  <a:pt x="2" y="5"/>
                </a:lnTo>
                <a:lnTo>
                  <a:pt x="3" y="3"/>
                </a:lnTo>
                <a:lnTo>
                  <a:pt x="5" y="2"/>
                </a:lnTo>
                <a:lnTo>
                  <a:pt x="3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50" name=""/>
          <p:cNvSpPr/>
          <p:nvPr/>
        </p:nvSpPr>
        <p:spPr>
          <a:xfrm>
            <a:off x="6653520" y="4835160"/>
            <a:ext cx="5760" cy="2880"/>
          </a:xfrm>
          <a:custGeom>
            <a:avLst/>
            <a:gdLst/>
            <a:ahLst/>
            <a:rect l="0" t="0" r="r" b="b"/>
            <a:pathLst>
              <a:path fill="none" w="16" h="8">
                <a:moveTo>
                  <a:pt x="16" y="0"/>
                </a:moveTo>
                <a:lnTo>
                  <a:pt x="15" y="1"/>
                </a:lnTo>
                <a:lnTo>
                  <a:pt x="15" y="2"/>
                </a:lnTo>
                <a:lnTo>
                  <a:pt x="14" y="3"/>
                </a:lnTo>
                <a:lnTo>
                  <a:pt x="13" y="5"/>
                </a:lnTo>
                <a:lnTo>
                  <a:pt x="12" y="7"/>
                </a:lnTo>
                <a:lnTo>
                  <a:pt x="10" y="8"/>
                </a:lnTo>
                <a:lnTo>
                  <a:pt x="7" y="8"/>
                </a:lnTo>
                <a:lnTo>
                  <a:pt x="3" y="8"/>
                </a:lnTo>
                <a:lnTo>
                  <a:pt x="0" y="8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51" name=""/>
          <p:cNvSpPr/>
          <p:nvPr/>
        </p:nvSpPr>
        <p:spPr>
          <a:xfrm>
            <a:off x="6743880" y="48376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52" name=""/>
          <p:cNvSpPr/>
          <p:nvPr/>
        </p:nvSpPr>
        <p:spPr>
          <a:xfrm>
            <a:off x="6743520" y="4836240"/>
            <a:ext cx="2880" cy="2520"/>
          </a:xfrm>
          <a:custGeom>
            <a:avLst/>
            <a:gdLst/>
            <a:ahLst/>
            <a:rect l="0" t="0" r="r" b="b"/>
            <a:pathLst>
              <a:path fill="none" w="8" h="7">
                <a:moveTo>
                  <a:pt x="4" y="1"/>
                </a:moveTo>
                <a:lnTo>
                  <a:pt x="4" y="2"/>
                </a:lnTo>
                <a:lnTo>
                  <a:pt x="3" y="2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lnTo>
                  <a:pt x="0" y="6"/>
                </a:lnTo>
                <a:lnTo>
                  <a:pt x="2" y="7"/>
                </a:lnTo>
                <a:lnTo>
                  <a:pt x="3" y="7"/>
                </a:lnTo>
                <a:lnTo>
                  <a:pt x="3" y="6"/>
                </a:lnTo>
                <a:lnTo>
                  <a:pt x="5" y="3"/>
                </a:lnTo>
                <a:lnTo>
                  <a:pt x="6" y="3"/>
                </a:lnTo>
                <a:lnTo>
                  <a:pt x="6" y="2"/>
                </a:lnTo>
                <a:lnTo>
                  <a:pt x="8" y="2"/>
                </a:lnTo>
                <a:lnTo>
                  <a:pt x="8" y="1"/>
                </a:lnTo>
                <a:lnTo>
                  <a:pt x="8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53" name=""/>
          <p:cNvSpPr/>
          <p:nvPr/>
        </p:nvSpPr>
        <p:spPr>
          <a:xfrm>
            <a:off x="6765480" y="483984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0" y="5"/>
                </a:move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5" y="2"/>
                </a:lnTo>
                <a:lnTo>
                  <a:pt x="5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54" name=""/>
          <p:cNvSpPr/>
          <p:nvPr/>
        </p:nvSpPr>
        <p:spPr>
          <a:xfrm>
            <a:off x="6766560" y="48412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55" name=""/>
          <p:cNvSpPr/>
          <p:nvPr/>
        </p:nvSpPr>
        <p:spPr>
          <a:xfrm>
            <a:off x="6658200" y="4838760"/>
            <a:ext cx="1440" cy="3600"/>
          </a:xfrm>
          <a:custGeom>
            <a:avLst/>
            <a:gdLst/>
            <a:ahLst/>
            <a:rect l="0" t="0" r="r" b="b"/>
            <a:pathLst>
              <a:path fill="none" w="4" h="10">
                <a:moveTo>
                  <a:pt x="4" y="10"/>
                </a:moveTo>
                <a:lnTo>
                  <a:pt x="2" y="9"/>
                </a:lnTo>
                <a:lnTo>
                  <a:pt x="0" y="6"/>
                </a:lnTo>
                <a:lnTo>
                  <a:pt x="2" y="4"/>
                </a:lnTo>
                <a:lnTo>
                  <a:pt x="2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56" name=""/>
          <p:cNvSpPr/>
          <p:nvPr/>
        </p:nvSpPr>
        <p:spPr>
          <a:xfrm>
            <a:off x="6658920" y="4838040"/>
            <a:ext cx="1440" cy="4320"/>
          </a:xfrm>
          <a:custGeom>
            <a:avLst/>
            <a:gdLst/>
            <a:ahLst/>
            <a:rect l="0" t="0" r="r" b="b"/>
            <a:pathLst>
              <a:path fill="none" w="4" h="12">
                <a:moveTo>
                  <a:pt x="0" y="0"/>
                </a:moveTo>
                <a:lnTo>
                  <a:pt x="1" y="1"/>
                </a:lnTo>
                <a:lnTo>
                  <a:pt x="3" y="2"/>
                </a:lnTo>
                <a:lnTo>
                  <a:pt x="4" y="4"/>
                </a:lnTo>
                <a:lnTo>
                  <a:pt x="4" y="9"/>
                </a:lnTo>
                <a:lnTo>
                  <a:pt x="3" y="11"/>
                </a:lnTo>
                <a:lnTo>
                  <a:pt x="3" y="1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720" rIns="504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57" name=""/>
          <p:cNvSpPr/>
          <p:nvPr/>
        </p:nvSpPr>
        <p:spPr>
          <a:xfrm>
            <a:off x="6765480" y="484092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4" y="0"/>
                </a:moveTo>
                <a:lnTo>
                  <a:pt x="6" y="2"/>
                </a:lnTo>
                <a:lnTo>
                  <a:pt x="6" y="3"/>
                </a:lnTo>
                <a:lnTo>
                  <a:pt x="7" y="4"/>
                </a:lnTo>
                <a:lnTo>
                  <a:pt x="7" y="5"/>
                </a:lnTo>
                <a:lnTo>
                  <a:pt x="7" y="6"/>
                </a:lnTo>
                <a:lnTo>
                  <a:pt x="6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2" y="3"/>
                </a:lnTo>
                <a:lnTo>
                  <a:pt x="2" y="2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58" name=""/>
          <p:cNvSpPr/>
          <p:nvPr/>
        </p:nvSpPr>
        <p:spPr>
          <a:xfrm>
            <a:off x="6636600" y="4842000"/>
            <a:ext cx="2880" cy="2520"/>
          </a:xfrm>
          <a:custGeom>
            <a:avLst/>
            <a:gdLst/>
            <a:ahLst/>
            <a:rect l="0" t="0" r="r" b="b"/>
            <a:pathLst>
              <a:path fill="none" w="8" h="7">
                <a:moveTo>
                  <a:pt x="0" y="7"/>
                </a:moveTo>
                <a:lnTo>
                  <a:pt x="1" y="4"/>
                </a:lnTo>
                <a:lnTo>
                  <a:pt x="2" y="2"/>
                </a:lnTo>
                <a:lnTo>
                  <a:pt x="3" y="1"/>
                </a:lnTo>
                <a:lnTo>
                  <a:pt x="6" y="0"/>
                </a:lnTo>
                <a:lnTo>
                  <a:pt x="8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59" name=""/>
          <p:cNvSpPr/>
          <p:nvPr/>
        </p:nvSpPr>
        <p:spPr>
          <a:xfrm>
            <a:off x="6692400" y="4842720"/>
            <a:ext cx="3240" cy="1800"/>
          </a:xfrm>
          <a:custGeom>
            <a:avLst/>
            <a:gdLst/>
            <a:ahLst/>
            <a:rect l="0" t="0" r="r" b="b"/>
            <a:pathLst>
              <a:path fill="none" w="9" h="5">
                <a:moveTo>
                  <a:pt x="0" y="1"/>
                </a:move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7" y="0"/>
                </a:lnTo>
                <a:lnTo>
                  <a:pt x="8" y="1"/>
                </a:lnTo>
                <a:lnTo>
                  <a:pt x="8" y="3"/>
                </a:lnTo>
                <a:lnTo>
                  <a:pt x="9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60" name=""/>
          <p:cNvSpPr/>
          <p:nvPr/>
        </p:nvSpPr>
        <p:spPr>
          <a:xfrm>
            <a:off x="6692400" y="4844160"/>
            <a:ext cx="3240" cy="1080"/>
          </a:xfrm>
          <a:custGeom>
            <a:avLst/>
            <a:gdLst/>
            <a:ahLst/>
            <a:rect l="0" t="0" r="r" b="b"/>
            <a:pathLst>
              <a:path fill="none" w="9" h="3">
                <a:moveTo>
                  <a:pt x="9" y="3"/>
                </a:moveTo>
                <a:lnTo>
                  <a:pt x="7" y="2"/>
                </a:lnTo>
                <a:lnTo>
                  <a:pt x="6" y="0"/>
                </a:lnTo>
                <a:lnTo>
                  <a:pt x="5" y="0"/>
                </a:lnTo>
                <a:lnTo>
                  <a:pt x="3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61" name=""/>
          <p:cNvSpPr/>
          <p:nvPr/>
        </p:nvSpPr>
        <p:spPr>
          <a:xfrm>
            <a:off x="6636960" y="4842360"/>
            <a:ext cx="3600" cy="3240"/>
          </a:xfrm>
          <a:custGeom>
            <a:avLst/>
            <a:gdLst/>
            <a:ahLst/>
            <a:rect l="0" t="0" r="r" b="b"/>
            <a:pathLst>
              <a:path fill="none" w="10" h="9">
                <a:moveTo>
                  <a:pt x="10" y="0"/>
                </a:moveTo>
                <a:lnTo>
                  <a:pt x="10" y="4"/>
                </a:lnTo>
                <a:lnTo>
                  <a:pt x="9" y="6"/>
                </a:lnTo>
                <a:lnTo>
                  <a:pt x="7" y="7"/>
                </a:lnTo>
                <a:lnTo>
                  <a:pt x="5" y="9"/>
                </a:lnTo>
                <a:lnTo>
                  <a:pt x="3" y="9"/>
                </a:lnTo>
                <a:lnTo>
                  <a:pt x="0" y="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62" name=""/>
          <p:cNvSpPr/>
          <p:nvPr/>
        </p:nvSpPr>
        <p:spPr>
          <a:xfrm>
            <a:off x="6733440" y="48456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63" name=""/>
          <p:cNvSpPr/>
          <p:nvPr/>
        </p:nvSpPr>
        <p:spPr>
          <a:xfrm>
            <a:off x="6733080" y="48456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64" name=""/>
          <p:cNvSpPr/>
          <p:nvPr/>
        </p:nvSpPr>
        <p:spPr>
          <a:xfrm>
            <a:off x="6653160" y="4847040"/>
            <a:ext cx="3600" cy="2160"/>
          </a:xfrm>
          <a:custGeom>
            <a:avLst/>
            <a:gdLst/>
            <a:ahLst/>
            <a:rect l="0" t="0" r="r" b="b"/>
            <a:pathLst>
              <a:path fill="none" w="10" h="6">
                <a:moveTo>
                  <a:pt x="0" y="6"/>
                </a:moveTo>
                <a:lnTo>
                  <a:pt x="1" y="5"/>
                </a:lnTo>
                <a:lnTo>
                  <a:pt x="4" y="3"/>
                </a:lnTo>
                <a:lnTo>
                  <a:pt x="5" y="0"/>
                </a:lnTo>
                <a:lnTo>
                  <a:pt x="7" y="0"/>
                </a:lnTo>
                <a:lnTo>
                  <a:pt x="9" y="0"/>
                </a:lnTo>
                <a:lnTo>
                  <a:pt x="1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65" name=""/>
          <p:cNvSpPr/>
          <p:nvPr/>
        </p:nvSpPr>
        <p:spPr>
          <a:xfrm>
            <a:off x="6653520" y="4848120"/>
            <a:ext cx="3240" cy="2880"/>
          </a:xfrm>
          <a:custGeom>
            <a:avLst/>
            <a:gdLst/>
            <a:ahLst/>
            <a:rect l="0" t="0" r="r" b="b"/>
            <a:pathLst>
              <a:path fill="none" w="9" h="8">
                <a:moveTo>
                  <a:pt x="9" y="0"/>
                </a:moveTo>
                <a:lnTo>
                  <a:pt x="8" y="3"/>
                </a:lnTo>
                <a:lnTo>
                  <a:pt x="7" y="4"/>
                </a:lnTo>
                <a:lnTo>
                  <a:pt x="6" y="5"/>
                </a:lnTo>
                <a:lnTo>
                  <a:pt x="4" y="6"/>
                </a:lnTo>
                <a:lnTo>
                  <a:pt x="1" y="8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66" name=""/>
          <p:cNvSpPr/>
          <p:nvPr/>
        </p:nvSpPr>
        <p:spPr>
          <a:xfrm>
            <a:off x="6693840" y="4850640"/>
            <a:ext cx="2160" cy="2880"/>
          </a:xfrm>
          <a:custGeom>
            <a:avLst/>
            <a:gdLst/>
            <a:ahLst/>
            <a:rect l="0" t="0" r="r" b="b"/>
            <a:pathLst>
              <a:path fill="none" w="6" h="8">
                <a:moveTo>
                  <a:pt x="0" y="8"/>
                </a:moveTo>
                <a:lnTo>
                  <a:pt x="0" y="7"/>
                </a:lnTo>
                <a:lnTo>
                  <a:pt x="0" y="6"/>
                </a:lnTo>
                <a:lnTo>
                  <a:pt x="0" y="4"/>
                </a:lnTo>
                <a:lnTo>
                  <a:pt x="1" y="3"/>
                </a:lnTo>
                <a:lnTo>
                  <a:pt x="3" y="1"/>
                </a:lnTo>
                <a:lnTo>
                  <a:pt x="5" y="0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67" name=""/>
          <p:cNvSpPr/>
          <p:nvPr/>
        </p:nvSpPr>
        <p:spPr>
          <a:xfrm>
            <a:off x="6693840" y="4851360"/>
            <a:ext cx="2880" cy="2880"/>
          </a:xfrm>
          <a:custGeom>
            <a:avLst/>
            <a:gdLst/>
            <a:ahLst/>
            <a:rect l="0" t="0" r="r" b="b"/>
            <a:pathLst>
              <a:path fill="none" w="8" h="8">
                <a:moveTo>
                  <a:pt x="8" y="0"/>
                </a:moveTo>
                <a:lnTo>
                  <a:pt x="8" y="1"/>
                </a:lnTo>
                <a:lnTo>
                  <a:pt x="7" y="2"/>
                </a:lnTo>
                <a:lnTo>
                  <a:pt x="6" y="5"/>
                </a:lnTo>
                <a:lnTo>
                  <a:pt x="5" y="5"/>
                </a:lnTo>
                <a:lnTo>
                  <a:pt x="2" y="6"/>
                </a:lnTo>
                <a:lnTo>
                  <a:pt x="1" y="7"/>
                </a:lnTo>
                <a:lnTo>
                  <a:pt x="0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68" name=""/>
          <p:cNvSpPr/>
          <p:nvPr/>
        </p:nvSpPr>
        <p:spPr>
          <a:xfrm>
            <a:off x="6761160" y="48538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69" name=""/>
          <p:cNvSpPr/>
          <p:nvPr/>
        </p:nvSpPr>
        <p:spPr>
          <a:xfrm>
            <a:off x="6761160" y="4853520"/>
            <a:ext cx="2880" cy="1080"/>
          </a:xfrm>
          <a:custGeom>
            <a:avLst/>
            <a:gdLst/>
            <a:ahLst/>
            <a:rect l="0" t="0" r="r" b="b"/>
            <a:pathLst>
              <a:path fill="none" w="8" h="3">
                <a:moveTo>
                  <a:pt x="0" y="3"/>
                </a:moveTo>
                <a:lnTo>
                  <a:pt x="1" y="3"/>
                </a:lnTo>
                <a:lnTo>
                  <a:pt x="3" y="3"/>
                </a:lnTo>
                <a:lnTo>
                  <a:pt x="4" y="3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6" y="3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7" y="2"/>
                </a:lnTo>
                <a:lnTo>
                  <a:pt x="6" y="0"/>
                </a:lnTo>
                <a:lnTo>
                  <a:pt x="5" y="0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70" name=""/>
          <p:cNvSpPr/>
          <p:nvPr/>
        </p:nvSpPr>
        <p:spPr>
          <a:xfrm>
            <a:off x="6761160" y="4854240"/>
            <a:ext cx="1440" cy="360"/>
          </a:xfrm>
          <a:custGeom>
            <a:avLst/>
            <a:gdLst/>
            <a:ahLst/>
            <a:rect l="0" t="0" r="r" b="b"/>
            <a:pathLst>
              <a:path fill="none" w="4" h="1">
                <a:moveTo>
                  <a:pt x="4" y="0"/>
                </a:moveTo>
                <a:lnTo>
                  <a:pt x="3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71" name=""/>
          <p:cNvSpPr/>
          <p:nvPr/>
        </p:nvSpPr>
        <p:spPr>
          <a:xfrm>
            <a:off x="6760800" y="4854600"/>
            <a:ext cx="1800" cy="360"/>
          </a:xfrm>
          <a:custGeom>
            <a:avLst/>
            <a:gdLst/>
            <a:ahLst/>
            <a:rect l="0" t="0" r="r" b="b"/>
            <a:pathLst>
              <a:path fill="none" w="5" h="1">
                <a:moveTo>
                  <a:pt x="5" y="0"/>
                </a:move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72" name=""/>
          <p:cNvSpPr/>
          <p:nvPr/>
        </p:nvSpPr>
        <p:spPr>
          <a:xfrm>
            <a:off x="6766200" y="48538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3"/>
                </a:moveTo>
                <a:lnTo>
                  <a:pt x="0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5" y="1"/>
                </a:ln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73" name=""/>
          <p:cNvSpPr/>
          <p:nvPr/>
        </p:nvSpPr>
        <p:spPr>
          <a:xfrm>
            <a:off x="6627960" y="4856760"/>
            <a:ext cx="2880" cy="1080"/>
          </a:xfrm>
          <a:custGeom>
            <a:avLst/>
            <a:gdLst/>
            <a:ahLst/>
            <a:rect l="0" t="0" r="r" b="b"/>
            <a:pathLst>
              <a:path fill="none" w="8" h="3">
                <a:moveTo>
                  <a:pt x="0" y="3"/>
                </a:moveTo>
                <a:lnTo>
                  <a:pt x="1" y="3"/>
                </a:lnTo>
                <a:lnTo>
                  <a:pt x="2" y="0"/>
                </a:lnTo>
                <a:lnTo>
                  <a:pt x="4" y="0"/>
                </a:lnTo>
                <a:lnTo>
                  <a:pt x="8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74" name=""/>
          <p:cNvSpPr/>
          <p:nvPr/>
        </p:nvSpPr>
        <p:spPr>
          <a:xfrm>
            <a:off x="6633000" y="4856760"/>
            <a:ext cx="4680" cy="2160"/>
          </a:xfrm>
          <a:custGeom>
            <a:avLst/>
            <a:gdLst/>
            <a:ahLst/>
            <a:rect l="0" t="0" r="r" b="b"/>
            <a:pathLst>
              <a:path fill="none" w="13" h="6">
                <a:moveTo>
                  <a:pt x="0" y="0"/>
                </a:moveTo>
                <a:lnTo>
                  <a:pt x="2" y="0"/>
                </a:lnTo>
                <a:lnTo>
                  <a:pt x="4" y="1"/>
                </a:lnTo>
                <a:lnTo>
                  <a:pt x="7" y="2"/>
                </a:lnTo>
                <a:lnTo>
                  <a:pt x="9" y="2"/>
                </a:lnTo>
                <a:lnTo>
                  <a:pt x="10" y="2"/>
                </a:lnTo>
                <a:lnTo>
                  <a:pt x="12" y="4"/>
                </a:lnTo>
                <a:lnTo>
                  <a:pt x="12" y="5"/>
                </a:lnTo>
                <a:lnTo>
                  <a:pt x="13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75" name=""/>
          <p:cNvSpPr/>
          <p:nvPr/>
        </p:nvSpPr>
        <p:spPr>
          <a:xfrm>
            <a:off x="6688800" y="4854960"/>
            <a:ext cx="1440" cy="4320"/>
          </a:xfrm>
          <a:custGeom>
            <a:avLst/>
            <a:gdLst/>
            <a:ahLst/>
            <a:rect l="0" t="0" r="r" b="b"/>
            <a:pathLst>
              <a:path fill="none" w="4" h="12">
                <a:moveTo>
                  <a:pt x="0" y="12"/>
                </a:move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  <a:lnTo>
                  <a:pt x="0" y="5"/>
                </a:lnTo>
                <a:lnTo>
                  <a:pt x="2" y="3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720" rIns="504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76" name=""/>
          <p:cNvSpPr/>
          <p:nvPr/>
        </p:nvSpPr>
        <p:spPr>
          <a:xfrm>
            <a:off x="6689520" y="4855320"/>
            <a:ext cx="1800" cy="3600"/>
          </a:xfrm>
          <a:custGeom>
            <a:avLst/>
            <a:gdLst/>
            <a:ahLst/>
            <a:rect l="0" t="0" r="r" b="b"/>
            <a:pathLst>
              <a:path fill="none" w="5" h="10">
                <a:moveTo>
                  <a:pt x="3" y="0"/>
                </a:moveTo>
                <a:lnTo>
                  <a:pt x="5" y="1"/>
                </a:lnTo>
                <a:lnTo>
                  <a:pt x="5" y="3"/>
                </a:lnTo>
                <a:lnTo>
                  <a:pt x="3" y="4"/>
                </a:lnTo>
                <a:lnTo>
                  <a:pt x="3" y="7"/>
                </a:lnTo>
                <a:lnTo>
                  <a:pt x="2" y="8"/>
                </a:lnTo>
                <a:lnTo>
                  <a:pt x="2" y="10"/>
                </a:lnTo>
                <a:lnTo>
                  <a:pt x="0" y="1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77" name=""/>
          <p:cNvSpPr/>
          <p:nvPr/>
        </p:nvSpPr>
        <p:spPr>
          <a:xfrm>
            <a:off x="6629040" y="4858920"/>
            <a:ext cx="2520" cy="720"/>
          </a:xfrm>
          <a:custGeom>
            <a:avLst/>
            <a:gdLst/>
            <a:ahLst/>
            <a:rect l="0" t="0" r="r" b="b"/>
            <a:pathLst>
              <a:path fill="none" w="7" h="2">
                <a:moveTo>
                  <a:pt x="7" y="0"/>
                </a:moveTo>
                <a:lnTo>
                  <a:pt x="6" y="0"/>
                </a:lnTo>
                <a:lnTo>
                  <a:pt x="5" y="2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78" name=""/>
          <p:cNvSpPr/>
          <p:nvPr/>
        </p:nvSpPr>
        <p:spPr>
          <a:xfrm>
            <a:off x="6633360" y="4858920"/>
            <a:ext cx="4320" cy="1080"/>
          </a:xfrm>
          <a:custGeom>
            <a:avLst/>
            <a:gdLst/>
            <a:ahLst/>
            <a:rect l="0" t="0" r="r" b="b"/>
            <a:pathLst>
              <a:path fill="none" w="12" h="3">
                <a:moveTo>
                  <a:pt x="12" y="1"/>
                </a:moveTo>
                <a:lnTo>
                  <a:pt x="11" y="3"/>
                </a:lnTo>
                <a:lnTo>
                  <a:pt x="9" y="3"/>
                </a:lnTo>
                <a:lnTo>
                  <a:pt x="8" y="3"/>
                </a:lnTo>
                <a:lnTo>
                  <a:pt x="6" y="1"/>
                </a:lnTo>
                <a:lnTo>
                  <a:pt x="4" y="1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79" name=""/>
          <p:cNvSpPr/>
          <p:nvPr/>
        </p:nvSpPr>
        <p:spPr>
          <a:xfrm>
            <a:off x="6625440" y="4858200"/>
            <a:ext cx="1800" cy="2520"/>
          </a:xfrm>
          <a:custGeom>
            <a:avLst/>
            <a:gdLst/>
            <a:ahLst/>
            <a:rect l="0" t="0" r="r" b="b"/>
            <a:pathLst>
              <a:path fill="none" w="5" h="7">
                <a:moveTo>
                  <a:pt x="0" y="7"/>
                </a:moveTo>
                <a:lnTo>
                  <a:pt x="1" y="4"/>
                </a:lnTo>
                <a:lnTo>
                  <a:pt x="3" y="2"/>
                </a:lnTo>
                <a:lnTo>
                  <a:pt x="5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80" name=""/>
          <p:cNvSpPr/>
          <p:nvPr/>
        </p:nvSpPr>
        <p:spPr>
          <a:xfrm>
            <a:off x="6626160" y="485964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7" y="0"/>
                </a:moveTo>
                <a:lnTo>
                  <a:pt x="6" y="1"/>
                </a:lnTo>
                <a:lnTo>
                  <a:pt x="6" y="2"/>
                </a:lnTo>
                <a:lnTo>
                  <a:pt x="5" y="4"/>
                </a:lnTo>
                <a:lnTo>
                  <a:pt x="3" y="5"/>
                </a:lnTo>
                <a:lnTo>
                  <a:pt x="1" y="6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81" name=""/>
          <p:cNvSpPr/>
          <p:nvPr/>
        </p:nvSpPr>
        <p:spPr>
          <a:xfrm flipV="1">
            <a:off x="6763680" y="486252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82" name=""/>
          <p:cNvSpPr/>
          <p:nvPr/>
        </p:nvSpPr>
        <p:spPr>
          <a:xfrm>
            <a:off x="6763320" y="48628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83" name=""/>
          <p:cNvSpPr/>
          <p:nvPr/>
        </p:nvSpPr>
        <p:spPr>
          <a:xfrm>
            <a:off x="6761880" y="486252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0"/>
                </a:moveTo>
                <a:lnTo>
                  <a:pt x="5" y="0"/>
                </a:lnTo>
                <a:lnTo>
                  <a:pt x="2" y="0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84" name=""/>
          <p:cNvSpPr/>
          <p:nvPr/>
        </p:nvSpPr>
        <p:spPr>
          <a:xfrm>
            <a:off x="6761880" y="4863240"/>
            <a:ext cx="2160" cy="720"/>
          </a:xfrm>
          <a:custGeom>
            <a:avLst/>
            <a:gdLst/>
            <a:ahLst/>
            <a:rect l="0" t="0" r="r" b="b"/>
            <a:pathLst>
              <a:path fill="none" w="6" h="2">
                <a:moveTo>
                  <a:pt x="6" y="0"/>
                </a:moveTo>
                <a:lnTo>
                  <a:pt x="5" y="0"/>
                </a:lnTo>
                <a:lnTo>
                  <a:pt x="4" y="0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85" name=""/>
          <p:cNvSpPr/>
          <p:nvPr/>
        </p:nvSpPr>
        <p:spPr>
          <a:xfrm>
            <a:off x="6819120" y="4841280"/>
            <a:ext cx="23040" cy="30960"/>
          </a:xfrm>
          <a:custGeom>
            <a:avLst/>
            <a:gdLst/>
            <a:ahLst/>
            <a:rect l="0" t="0" r="r" b="b"/>
            <a:pathLst>
              <a:path fill="none" w="64" h="86">
                <a:moveTo>
                  <a:pt x="0" y="86"/>
                </a:moveTo>
                <a:lnTo>
                  <a:pt x="1" y="84"/>
                </a:lnTo>
                <a:lnTo>
                  <a:pt x="2" y="82"/>
                </a:lnTo>
                <a:lnTo>
                  <a:pt x="5" y="78"/>
                </a:lnTo>
                <a:lnTo>
                  <a:pt x="7" y="75"/>
                </a:lnTo>
                <a:lnTo>
                  <a:pt x="10" y="71"/>
                </a:lnTo>
                <a:lnTo>
                  <a:pt x="12" y="68"/>
                </a:lnTo>
                <a:lnTo>
                  <a:pt x="15" y="64"/>
                </a:lnTo>
                <a:lnTo>
                  <a:pt x="18" y="60"/>
                </a:lnTo>
                <a:lnTo>
                  <a:pt x="21" y="57"/>
                </a:lnTo>
                <a:lnTo>
                  <a:pt x="24" y="52"/>
                </a:lnTo>
                <a:lnTo>
                  <a:pt x="28" y="48"/>
                </a:lnTo>
                <a:lnTo>
                  <a:pt x="31" y="44"/>
                </a:lnTo>
                <a:lnTo>
                  <a:pt x="34" y="40"/>
                </a:lnTo>
                <a:lnTo>
                  <a:pt x="37" y="35"/>
                </a:lnTo>
                <a:lnTo>
                  <a:pt x="39" y="31"/>
                </a:lnTo>
                <a:lnTo>
                  <a:pt x="42" y="28"/>
                </a:lnTo>
                <a:lnTo>
                  <a:pt x="46" y="23"/>
                </a:lnTo>
                <a:lnTo>
                  <a:pt x="49" y="18"/>
                </a:lnTo>
                <a:lnTo>
                  <a:pt x="52" y="15"/>
                </a:lnTo>
                <a:lnTo>
                  <a:pt x="54" y="11"/>
                </a:lnTo>
                <a:lnTo>
                  <a:pt x="56" y="8"/>
                </a:lnTo>
                <a:lnTo>
                  <a:pt x="58" y="6"/>
                </a:lnTo>
                <a:lnTo>
                  <a:pt x="62" y="2"/>
                </a:lnTo>
                <a:lnTo>
                  <a:pt x="6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86" name=""/>
          <p:cNvSpPr/>
          <p:nvPr/>
        </p:nvSpPr>
        <p:spPr>
          <a:xfrm>
            <a:off x="6755760" y="48798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87" name=""/>
          <p:cNvSpPr/>
          <p:nvPr/>
        </p:nvSpPr>
        <p:spPr>
          <a:xfrm>
            <a:off x="6755400" y="48790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1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1" y="4"/>
                </a:lnTo>
                <a:lnTo>
                  <a:pt x="3" y="3"/>
                </a:lnTo>
                <a:lnTo>
                  <a:pt x="3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88" name=""/>
          <p:cNvSpPr/>
          <p:nvPr/>
        </p:nvSpPr>
        <p:spPr>
          <a:xfrm>
            <a:off x="6744600" y="49017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89" name=""/>
          <p:cNvSpPr/>
          <p:nvPr/>
        </p:nvSpPr>
        <p:spPr>
          <a:xfrm>
            <a:off x="6743880" y="4902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90" name=""/>
          <p:cNvSpPr/>
          <p:nvPr/>
        </p:nvSpPr>
        <p:spPr>
          <a:xfrm>
            <a:off x="6580800" y="4874760"/>
            <a:ext cx="3600" cy="39600"/>
          </a:xfrm>
          <a:custGeom>
            <a:avLst/>
            <a:gdLst/>
            <a:ahLst/>
            <a:rect l="0" t="0" r="r" b="b"/>
            <a:pathLst>
              <a:path fill="none" w="10" h="110">
                <a:moveTo>
                  <a:pt x="3" y="0"/>
                </a:moveTo>
                <a:lnTo>
                  <a:pt x="2" y="4"/>
                </a:lnTo>
                <a:lnTo>
                  <a:pt x="2" y="7"/>
                </a:lnTo>
                <a:lnTo>
                  <a:pt x="1" y="14"/>
                </a:lnTo>
                <a:lnTo>
                  <a:pt x="1" y="20"/>
                </a:lnTo>
                <a:lnTo>
                  <a:pt x="1" y="24"/>
                </a:lnTo>
                <a:lnTo>
                  <a:pt x="1" y="29"/>
                </a:lnTo>
                <a:lnTo>
                  <a:pt x="0" y="36"/>
                </a:lnTo>
                <a:lnTo>
                  <a:pt x="0" y="40"/>
                </a:lnTo>
                <a:lnTo>
                  <a:pt x="0" y="44"/>
                </a:lnTo>
                <a:lnTo>
                  <a:pt x="1" y="50"/>
                </a:lnTo>
                <a:lnTo>
                  <a:pt x="1" y="56"/>
                </a:lnTo>
                <a:lnTo>
                  <a:pt x="1" y="62"/>
                </a:lnTo>
                <a:lnTo>
                  <a:pt x="2" y="69"/>
                </a:lnTo>
                <a:lnTo>
                  <a:pt x="2" y="72"/>
                </a:lnTo>
                <a:lnTo>
                  <a:pt x="2" y="77"/>
                </a:lnTo>
                <a:lnTo>
                  <a:pt x="3" y="82"/>
                </a:lnTo>
                <a:lnTo>
                  <a:pt x="5" y="86"/>
                </a:lnTo>
                <a:lnTo>
                  <a:pt x="6" y="91"/>
                </a:lnTo>
                <a:lnTo>
                  <a:pt x="7" y="97"/>
                </a:lnTo>
                <a:lnTo>
                  <a:pt x="7" y="100"/>
                </a:lnTo>
                <a:lnTo>
                  <a:pt x="8" y="103"/>
                </a:lnTo>
                <a:lnTo>
                  <a:pt x="9" y="106"/>
                </a:lnTo>
                <a:lnTo>
                  <a:pt x="10" y="11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91" name=""/>
          <p:cNvSpPr/>
          <p:nvPr/>
        </p:nvSpPr>
        <p:spPr>
          <a:xfrm>
            <a:off x="6720480" y="4915080"/>
            <a:ext cx="720" cy="3600"/>
          </a:xfrm>
          <a:custGeom>
            <a:avLst/>
            <a:gdLst/>
            <a:ahLst/>
            <a:rect l="0" t="0" r="r" b="b"/>
            <a:pathLst>
              <a:path fill="none" w="2" h="10">
                <a:moveTo>
                  <a:pt x="0" y="10"/>
                </a:moveTo>
                <a:lnTo>
                  <a:pt x="0" y="8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92" name=""/>
          <p:cNvSpPr/>
          <p:nvPr/>
        </p:nvSpPr>
        <p:spPr>
          <a:xfrm>
            <a:off x="6721200" y="4915080"/>
            <a:ext cx="720" cy="3600"/>
          </a:xfrm>
          <a:custGeom>
            <a:avLst/>
            <a:gdLst/>
            <a:ahLst/>
            <a:rect l="0" t="0" r="r" b="b"/>
            <a:pathLst>
              <a:path fill="none" w="2" h="10">
                <a:moveTo>
                  <a:pt x="2" y="0"/>
                </a:moveTo>
                <a:lnTo>
                  <a:pt x="2" y="1"/>
                </a:lnTo>
                <a:lnTo>
                  <a:pt x="2" y="2"/>
                </a:lnTo>
                <a:lnTo>
                  <a:pt x="2" y="4"/>
                </a:lnTo>
                <a:lnTo>
                  <a:pt x="2" y="6"/>
                </a:lnTo>
                <a:lnTo>
                  <a:pt x="2" y="8"/>
                </a:lnTo>
                <a:lnTo>
                  <a:pt x="2" y="10"/>
                </a:lnTo>
                <a:lnTo>
                  <a:pt x="0" y="1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93" name=""/>
          <p:cNvSpPr/>
          <p:nvPr/>
        </p:nvSpPr>
        <p:spPr>
          <a:xfrm>
            <a:off x="6720120" y="492048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0" y="5"/>
                </a:moveTo>
                <a:lnTo>
                  <a:pt x="1" y="5"/>
                </a:lnTo>
                <a:lnTo>
                  <a:pt x="1" y="4"/>
                </a:lnTo>
                <a:lnTo>
                  <a:pt x="3" y="1"/>
                </a:lnTo>
                <a:lnTo>
                  <a:pt x="4" y="0"/>
                </a:lnTo>
                <a:lnTo>
                  <a:pt x="5" y="0"/>
                </a:lnTo>
                <a:lnTo>
                  <a:pt x="6" y="1"/>
                </a:lnTo>
                <a:lnTo>
                  <a:pt x="7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94" name=""/>
          <p:cNvSpPr/>
          <p:nvPr/>
        </p:nvSpPr>
        <p:spPr>
          <a:xfrm>
            <a:off x="6720480" y="492264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0"/>
                </a:moveTo>
                <a:lnTo>
                  <a:pt x="6" y="3"/>
                </a:lnTo>
                <a:lnTo>
                  <a:pt x="6" y="5"/>
                </a:lnTo>
                <a:lnTo>
                  <a:pt x="4" y="5"/>
                </a:lnTo>
                <a:lnTo>
                  <a:pt x="2" y="5"/>
                </a:lnTo>
                <a:lnTo>
                  <a:pt x="1" y="3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95" name=""/>
          <p:cNvSpPr/>
          <p:nvPr/>
        </p:nvSpPr>
        <p:spPr>
          <a:xfrm>
            <a:off x="6718680" y="4922640"/>
            <a:ext cx="720" cy="2520"/>
          </a:xfrm>
          <a:custGeom>
            <a:avLst/>
            <a:gdLst/>
            <a:ahLst/>
            <a:rect l="0" t="0" r="r" b="b"/>
            <a:pathLst>
              <a:path fill="none" w="2" h="7">
                <a:moveTo>
                  <a:pt x="2" y="7"/>
                </a:moveTo>
                <a:lnTo>
                  <a:pt x="0" y="7"/>
                </a:lnTo>
                <a:lnTo>
                  <a:pt x="0" y="5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96" name=""/>
          <p:cNvSpPr/>
          <p:nvPr/>
        </p:nvSpPr>
        <p:spPr>
          <a:xfrm>
            <a:off x="6717240" y="492516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1" y="7"/>
                </a:moveTo>
                <a:lnTo>
                  <a:pt x="0" y="5"/>
                </a:lnTo>
                <a:lnTo>
                  <a:pt x="0" y="3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5" y="2"/>
                </a:lnTo>
                <a:lnTo>
                  <a:pt x="6" y="3"/>
                </a:lnTo>
                <a:lnTo>
                  <a:pt x="6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97" name=""/>
          <p:cNvSpPr/>
          <p:nvPr/>
        </p:nvSpPr>
        <p:spPr>
          <a:xfrm>
            <a:off x="6714720" y="492804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2" y="5"/>
                </a:moveTo>
                <a:lnTo>
                  <a:pt x="0" y="3"/>
                </a:lnTo>
                <a:lnTo>
                  <a:pt x="2" y="2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8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98" name=""/>
          <p:cNvSpPr/>
          <p:nvPr/>
        </p:nvSpPr>
        <p:spPr>
          <a:xfrm>
            <a:off x="6721560" y="4925880"/>
            <a:ext cx="1440" cy="3960"/>
          </a:xfrm>
          <a:custGeom>
            <a:avLst/>
            <a:gdLst/>
            <a:ahLst/>
            <a:rect l="0" t="0" r="r" b="b"/>
            <a:pathLst>
              <a:path fill="none" w="4" h="11">
                <a:moveTo>
                  <a:pt x="2" y="0"/>
                </a:moveTo>
                <a:lnTo>
                  <a:pt x="2" y="1"/>
                </a:lnTo>
                <a:lnTo>
                  <a:pt x="2" y="3"/>
                </a:lnTo>
                <a:lnTo>
                  <a:pt x="4" y="6"/>
                </a:lnTo>
                <a:lnTo>
                  <a:pt x="4" y="7"/>
                </a:lnTo>
                <a:lnTo>
                  <a:pt x="4" y="8"/>
                </a:lnTo>
                <a:lnTo>
                  <a:pt x="2" y="9"/>
                </a:lnTo>
                <a:lnTo>
                  <a:pt x="0" y="1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99" name=""/>
          <p:cNvSpPr/>
          <p:nvPr/>
        </p:nvSpPr>
        <p:spPr>
          <a:xfrm>
            <a:off x="6718680" y="4932360"/>
            <a:ext cx="3240" cy="1440"/>
          </a:xfrm>
          <a:custGeom>
            <a:avLst/>
            <a:gdLst/>
            <a:ahLst/>
            <a:rect l="0" t="0" r="r" b="b"/>
            <a:pathLst>
              <a:path fill="none" w="9" h="4">
                <a:moveTo>
                  <a:pt x="0" y="1"/>
                </a:moveTo>
                <a:lnTo>
                  <a:pt x="2" y="0"/>
                </a:lnTo>
                <a:lnTo>
                  <a:pt x="4" y="0"/>
                </a:lnTo>
                <a:lnTo>
                  <a:pt x="7" y="1"/>
                </a:lnTo>
                <a:lnTo>
                  <a:pt x="9" y="3"/>
                </a:lnTo>
                <a:lnTo>
                  <a:pt x="9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00" name=""/>
          <p:cNvSpPr/>
          <p:nvPr/>
        </p:nvSpPr>
        <p:spPr>
          <a:xfrm>
            <a:off x="6718680" y="4933440"/>
            <a:ext cx="3240" cy="1440"/>
          </a:xfrm>
          <a:custGeom>
            <a:avLst/>
            <a:gdLst/>
            <a:ahLst/>
            <a:rect l="0" t="0" r="r" b="b"/>
            <a:pathLst>
              <a:path fill="none" w="9" h="4">
                <a:moveTo>
                  <a:pt x="9" y="3"/>
                </a:moveTo>
                <a:lnTo>
                  <a:pt x="8" y="4"/>
                </a:lnTo>
                <a:lnTo>
                  <a:pt x="7" y="4"/>
                </a:lnTo>
                <a:lnTo>
                  <a:pt x="4" y="4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01" name=""/>
          <p:cNvSpPr/>
          <p:nvPr/>
        </p:nvSpPr>
        <p:spPr>
          <a:xfrm>
            <a:off x="6724800" y="49370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02" name=""/>
          <p:cNvSpPr/>
          <p:nvPr/>
        </p:nvSpPr>
        <p:spPr>
          <a:xfrm>
            <a:off x="6712920" y="49885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1"/>
                </a:moveTo>
                <a:lnTo>
                  <a:pt x="0" y="0"/>
                </a:lnTo>
                <a:lnTo>
                  <a:pt x="0" y="1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03" name=""/>
          <p:cNvSpPr/>
          <p:nvPr/>
        </p:nvSpPr>
        <p:spPr>
          <a:xfrm>
            <a:off x="6712920" y="49921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04" name=""/>
          <p:cNvSpPr/>
          <p:nvPr/>
        </p:nvSpPr>
        <p:spPr>
          <a:xfrm>
            <a:off x="6705360" y="4992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2" y="4"/>
                </a:lnTo>
                <a:lnTo>
                  <a:pt x="4" y="4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05" name=""/>
          <p:cNvSpPr/>
          <p:nvPr/>
        </p:nvSpPr>
        <p:spPr>
          <a:xfrm>
            <a:off x="6697440" y="4997520"/>
            <a:ext cx="34560" cy="12600"/>
          </a:xfrm>
          <a:custGeom>
            <a:avLst/>
            <a:gdLst/>
            <a:ahLst/>
            <a:rect l="0" t="0" r="r" b="b"/>
            <a:pathLst>
              <a:path fill="none" w="96" h="35">
                <a:moveTo>
                  <a:pt x="0" y="35"/>
                </a:moveTo>
                <a:lnTo>
                  <a:pt x="6" y="34"/>
                </a:lnTo>
                <a:lnTo>
                  <a:pt x="12" y="32"/>
                </a:lnTo>
                <a:lnTo>
                  <a:pt x="17" y="31"/>
                </a:lnTo>
                <a:lnTo>
                  <a:pt x="24" y="29"/>
                </a:lnTo>
                <a:lnTo>
                  <a:pt x="28" y="28"/>
                </a:lnTo>
                <a:lnTo>
                  <a:pt x="33" y="26"/>
                </a:lnTo>
                <a:lnTo>
                  <a:pt x="40" y="25"/>
                </a:lnTo>
                <a:lnTo>
                  <a:pt x="45" y="23"/>
                </a:lnTo>
                <a:lnTo>
                  <a:pt x="51" y="21"/>
                </a:lnTo>
                <a:lnTo>
                  <a:pt x="57" y="19"/>
                </a:lnTo>
                <a:lnTo>
                  <a:pt x="63" y="17"/>
                </a:lnTo>
                <a:lnTo>
                  <a:pt x="69" y="15"/>
                </a:lnTo>
                <a:lnTo>
                  <a:pt x="72" y="14"/>
                </a:lnTo>
                <a:lnTo>
                  <a:pt x="76" y="12"/>
                </a:lnTo>
                <a:lnTo>
                  <a:pt x="81" y="9"/>
                </a:lnTo>
                <a:lnTo>
                  <a:pt x="84" y="6"/>
                </a:lnTo>
                <a:lnTo>
                  <a:pt x="89" y="4"/>
                </a:lnTo>
                <a:lnTo>
                  <a:pt x="93" y="2"/>
                </a:lnTo>
                <a:lnTo>
                  <a:pt x="9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06" name=""/>
          <p:cNvSpPr txBox="1"/>
          <p:nvPr/>
        </p:nvSpPr>
        <p:spPr>
          <a:xfrm>
            <a:off x="5536440" y="2647080"/>
            <a:ext cx="81864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404040"/>
                </a:solidFill>
                <a:effectLst/>
                <a:uFillTx/>
                <a:latin typeface="Arial"/>
                <a:ea typeface="Arial"/>
              </a:rPr>
              <a:t>0% within support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07" name=""/>
          <p:cNvSpPr txBox="1"/>
          <p:nvPr/>
        </p:nvSpPr>
        <p:spPr>
          <a:xfrm>
            <a:off x="5536440" y="4790160"/>
            <a:ext cx="81864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404040"/>
                </a:solidFill>
                <a:effectLst/>
                <a:uFillTx/>
                <a:latin typeface="Arial"/>
                <a:ea typeface="Arial"/>
              </a:rPr>
              <a:t>0% within support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08" name=""/>
          <p:cNvSpPr txBox="1"/>
          <p:nvPr/>
        </p:nvSpPr>
        <p:spPr>
          <a:xfrm>
            <a:off x="1636560" y="807480"/>
            <a:ext cx="25488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2030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09" name=""/>
          <p:cNvSpPr txBox="1"/>
          <p:nvPr/>
        </p:nvSpPr>
        <p:spPr>
          <a:xfrm>
            <a:off x="3977280" y="807480"/>
            <a:ext cx="25488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2050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10" name=""/>
          <p:cNvSpPr txBox="1"/>
          <p:nvPr/>
        </p:nvSpPr>
        <p:spPr>
          <a:xfrm>
            <a:off x="6317640" y="807480"/>
            <a:ext cx="25488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2080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11" name=""/>
          <p:cNvSpPr txBox="1"/>
          <p:nvPr/>
        </p:nvSpPr>
        <p:spPr>
          <a:xfrm>
            <a:off x="126360" y="1908000"/>
            <a:ext cx="48996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SSP2-4.5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12" name=""/>
          <p:cNvSpPr txBox="1"/>
          <p:nvPr/>
        </p:nvSpPr>
        <p:spPr>
          <a:xfrm>
            <a:off x="126360" y="4050720"/>
            <a:ext cx="48996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SSP5-8.5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13" name=""/>
          <p:cNvSpPr txBox="1"/>
          <p:nvPr/>
        </p:nvSpPr>
        <p:spPr>
          <a:xfrm>
            <a:off x="7658640" y="2340360"/>
            <a:ext cx="76932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Hazard relative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0814" name=""/>
          <p:cNvPicPr/>
          <p:nvPr/>
        </p:nvPicPr>
        <p:blipFill>
          <a:blip r:embed="rId1"/>
          <a:srcRect l="33339" r="33332" t="659" b="334"/>
          <a:stretch/>
        </p:blipFill>
        <p:spPr>
          <a:xfrm>
            <a:off x="7658595" y="2622448"/>
            <a:ext cx="113856" cy="1097255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15" name=""/>
          <p:cNvSpPr/>
          <p:nvPr/>
        </p:nvSpPr>
        <p:spPr>
          <a:xfrm>
            <a:off x="7728480" y="3509640"/>
            <a:ext cx="43920" cy="0"/>
          </a:xfrm>
          <a:prstGeom prst="line">
            <a:avLst/>
          </a:prstGeom>
          <a:ln cap="rnd" w="46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16" name=""/>
          <p:cNvSpPr/>
          <p:nvPr/>
        </p:nvSpPr>
        <p:spPr>
          <a:xfrm>
            <a:off x="7728480" y="3275640"/>
            <a:ext cx="43920" cy="0"/>
          </a:xfrm>
          <a:prstGeom prst="line">
            <a:avLst/>
          </a:prstGeom>
          <a:ln cap="rnd" w="46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17" name=""/>
          <p:cNvSpPr/>
          <p:nvPr/>
        </p:nvSpPr>
        <p:spPr>
          <a:xfrm>
            <a:off x="7728480" y="3041640"/>
            <a:ext cx="43920" cy="0"/>
          </a:xfrm>
          <a:prstGeom prst="line">
            <a:avLst/>
          </a:prstGeom>
          <a:ln cap="rnd" w="46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18" name=""/>
          <p:cNvSpPr/>
          <p:nvPr/>
        </p:nvSpPr>
        <p:spPr>
          <a:xfrm>
            <a:off x="7728480" y="2807640"/>
            <a:ext cx="43920" cy="0"/>
          </a:xfrm>
          <a:prstGeom prst="line">
            <a:avLst/>
          </a:prstGeom>
          <a:ln cap="rnd" w="46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19" name=""/>
          <p:cNvSpPr/>
          <p:nvPr/>
        </p:nvSpPr>
        <p:spPr>
          <a:xfrm flipH="1">
            <a:off x="7658280" y="3509640"/>
            <a:ext cx="43920" cy="0"/>
          </a:xfrm>
          <a:prstGeom prst="line">
            <a:avLst/>
          </a:prstGeom>
          <a:ln cap="rnd" w="46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20" name=""/>
          <p:cNvSpPr/>
          <p:nvPr/>
        </p:nvSpPr>
        <p:spPr>
          <a:xfrm flipH="1">
            <a:off x="7658280" y="3275640"/>
            <a:ext cx="43920" cy="0"/>
          </a:xfrm>
          <a:prstGeom prst="line">
            <a:avLst/>
          </a:prstGeom>
          <a:ln cap="rnd" w="46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21" name=""/>
          <p:cNvSpPr/>
          <p:nvPr/>
        </p:nvSpPr>
        <p:spPr>
          <a:xfrm flipH="1">
            <a:off x="7658280" y="3041640"/>
            <a:ext cx="43920" cy="0"/>
          </a:xfrm>
          <a:prstGeom prst="line">
            <a:avLst/>
          </a:prstGeom>
          <a:ln cap="rnd" w="46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22" name=""/>
          <p:cNvSpPr/>
          <p:nvPr/>
        </p:nvSpPr>
        <p:spPr>
          <a:xfrm flipH="1">
            <a:off x="7658280" y="2807640"/>
            <a:ext cx="43920" cy="0"/>
          </a:xfrm>
          <a:prstGeom prst="line">
            <a:avLst/>
          </a:prstGeom>
          <a:ln cap="rnd" w="46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23" name=""/>
          <p:cNvSpPr txBox="1"/>
          <p:nvPr/>
        </p:nvSpPr>
        <p:spPr>
          <a:xfrm>
            <a:off x="7658640" y="2463840"/>
            <a:ext cx="38196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to 2024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24" name=""/>
          <p:cNvSpPr txBox="1"/>
          <p:nvPr/>
        </p:nvSpPr>
        <p:spPr>
          <a:xfrm>
            <a:off x="7829280" y="3471480"/>
            <a:ext cx="22428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0.50x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25" name=""/>
          <p:cNvSpPr txBox="1"/>
          <p:nvPr/>
        </p:nvSpPr>
        <p:spPr>
          <a:xfrm>
            <a:off x="7829280" y="3237480"/>
            <a:ext cx="9720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1x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26" name=""/>
          <p:cNvSpPr txBox="1"/>
          <p:nvPr/>
        </p:nvSpPr>
        <p:spPr>
          <a:xfrm>
            <a:off x="7829280" y="3003480"/>
            <a:ext cx="9720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2x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27" name=""/>
          <p:cNvSpPr txBox="1"/>
          <p:nvPr/>
        </p:nvSpPr>
        <p:spPr>
          <a:xfrm>
            <a:off x="7829280" y="2769480"/>
            <a:ext cx="9720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4x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28" name=""/>
          <p:cNvSpPr txBox="1"/>
          <p:nvPr/>
        </p:nvSpPr>
        <p:spPr>
          <a:xfrm>
            <a:off x="621720" y="680760"/>
            <a:ext cx="5443920" cy="108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5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XGBoost on the same three predictors and identical future covariates; only rows inside the ﬁtted covariate support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29" name=""/>
          <p:cNvSpPr txBox="1"/>
          <p:nvPr/>
        </p:nvSpPr>
        <p:spPr>
          <a:xfrm>
            <a:off x="621720" y="471240"/>
            <a:ext cx="408276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Machine-learning projection of new-record generation hazard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30" name=""/>
          <p:cNvSpPr txBox="1"/>
          <p:nvPr/>
        </p:nvSpPr>
        <p:spPr>
          <a:xfrm>
            <a:off x="621720" y="5195160"/>
            <a:ext cx="634644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595959"/>
                </a:solidFill>
                <a:effectLst/>
                <a:uFillTx/>
                <a:latin typeface="Arial"/>
                <a:ea typeface="Arial"/>
              </a:rPr>
              <a:t>Latent generation hazard relative to the 2024 baseline (log2 colour scale); province-by-year shocks set to expectation and reporting completeness set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31" name=""/>
          <p:cNvSpPr txBox="1"/>
          <p:nvPr/>
        </p:nvSpPr>
        <p:spPr>
          <a:xfrm>
            <a:off x="621720" y="5298120"/>
            <a:ext cx="617040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595959"/>
                </a:solidFill>
                <a:effectLst/>
                <a:uFillTx/>
                <a:latin typeface="Arial"/>
                <a:ea typeface="Arial"/>
              </a:rPr>
              <a:t>to 1. Base map GS(2019)1822. Pale grey: inside the analysis scope but no cell falls within the ﬁtted covariate range for that scenario and horizon.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32" name=""/>
          <p:cNvSpPr txBox="1"/>
          <p:nvPr/>
        </p:nvSpPr>
        <p:spPr>
          <a:xfrm>
            <a:off x="621720" y="5401080"/>
            <a:ext cx="624492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595959"/>
                </a:solidFill>
                <a:effectLst/>
                <a:uFillTx/>
                <a:latin typeface="Arial"/>
                <a:ea typeface="Arial"/>
              </a:rPr>
              <a:t>Mid grey: outside the analysis scope (Taiwan, Hong Kong, Macao and the jointly administered area, none of which have provincial effort coverage).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33" name=""/>
          <p:cNvSpPr txBox="1"/>
          <p:nvPr/>
        </p:nvSpPr>
        <p:spPr>
          <a:xfrm>
            <a:off x="621720" y="5504040"/>
            <a:ext cx="515628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595959"/>
                </a:solidFill>
                <a:effectLst/>
                <a:uFillTx/>
                <a:latin typeface="Arial"/>
                <a:ea typeface="Arial"/>
              </a:rPr>
              <a:t>Gradient boosting returns boundary leaf values outside the training range, so its surface ﬂattens rather than extrapolating.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/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Chenchen Ding</dc:creator>
  <dc:description/>
  <dc:language>zh-CN</dc:language>
  <cp:lastModifiedBy>Chenchen Ding</cp:lastModifiedBy>
  <cp:revision>0</cp:revision>
  <dc:subject/>
  <dc:title>FigM2_future_ml_v2</dc:title>
</cp:coreProperties>
</file>