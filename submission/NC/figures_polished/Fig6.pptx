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31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57680"/>
            <a:ext cx="5919840" cy="66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925920"/>
            <a:ext cx="5919840" cy="229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318200"/>
          </a:xfrm>
          <a:custGeom>
            <a:avLst/>
            <a:gdLst/>
            <a:ahLst/>
            <a:rect l="0" t="0" r="r" b="b"/>
            <a:pathLst>
              <a:path w="18274" h="11995">
                <a:moveTo>
                  <a:pt x="0" y="0"/>
                </a:moveTo>
                <a:lnTo>
                  <a:pt x="18274" y="0"/>
                </a:lnTo>
                <a:lnTo>
                  <a:pt x="18274" y="11995"/>
                </a:lnTo>
                <a:lnTo>
                  <a:pt x="0" y="119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318200"/>
          </a:xfrm>
          <a:custGeom>
            <a:avLst/>
            <a:gdLst/>
            <a:ahLst/>
            <a:rect l="0" t="0" r="r" b="b"/>
            <a:pathLst>
              <a:path w="18274" h="11995">
                <a:moveTo>
                  <a:pt x="0" y="0"/>
                </a:moveTo>
                <a:lnTo>
                  <a:pt x="18274" y="0"/>
                </a:lnTo>
                <a:lnTo>
                  <a:pt x="18274" y="11995"/>
                </a:lnTo>
                <a:lnTo>
                  <a:pt x="0" y="119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641400" cy="2135160"/>
          </a:xfrm>
          <a:custGeom>
            <a:avLst/>
            <a:gdLst/>
            <a:ahLst/>
            <a:rect l="0" t="0" r="r" b="b"/>
            <a:pathLst>
              <a:path w="10115" h="5931">
                <a:moveTo>
                  <a:pt x="0" y="0"/>
                </a:moveTo>
                <a:lnTo>
                  <a:pt x="10115" y="0"/>
                </a:lnTo>
                <a:lnTo>
                  <a:pt x="10115" y="5931"/>
                </a:lnTo>
                <a:lnTo>
                  <a:pt x="0" y="59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666240" y="25200"/>
            <a:ext cx="2887200" cy="2135160"/>
          </a:xfrm>
          <a:custGeom>
            <a:avLst/>
            <a:gdLst/>
            <a:ahLst/>
            <a:rect l="0" t="0" r="r" b="b"/>
            <a:pathLst>
              <a:path w="8020" h="5931">
                <a:moveTo>
                  <a:pt x="0" y="0"/>
                </a:moveTo>
                <a:lnTo>
                  <a:pt x="8020" y="0"/>
                </a:lnTo>
                <a:lnTo>
                  <a:pt x="8020" y="5931"/>
                </a:lnTo>
                <a:lnTo>
                  <a:pt x="0" y="59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160000"/>
            <a:ext cx="6528240" cy="2133000"/>
          </a:xfrm>
          <a:custGeom>
            <a:avLst/>
            <a:gdLst/>
            <a:ahLst/>
            <a:rect l="0" t="0" r="r" b="b"/>
            <a:pathLst>
              <a:path w="18134" h="5925">
                <a:moveTo>
                  <a:pt x="0" y="0"/>
                </a:moveTo>
                <a:lnTo>
                  <a:pt x="18134" y="0"/>
                </a:lnTo>
                <a:lnTo>
                  <a:pt x="18134" y="5925"/>
                </a:lnTo>
                <a:lnTo>
                  <a:pt x="0" y="5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830160" y="451080"/>
            <a:ext cx="2773080" cy="1311120"/>
          </a:xfrm>
          <a:custGeom>
            <a:avLst/>
            <a:gdLst/>
            <a:ahLst/>
            <a:rect l="0" t="0" r="r" b="b"/>
            <a:pathLst>
              <a:path w="7703" h="3642">
                <a:moveTo>
                  <a:pt x="0" y="0"/>
                </a:moveTo>
                <a:lnTo>
                  <a:pt x="7703" y="0"/>
                </a:lnTo>
                <a:lnTo>
                  <a:pt x="7703" y="3642"/>
                </a:lnTo>
                <a:lnTo>
                  <a:pt x="0" y="3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90988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843B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90988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21652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9641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21652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21652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B74C2B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90988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B94D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90988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52316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D2582F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5231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86C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5231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83016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F88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83016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3016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18F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83016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21652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DBDAC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5231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7E2DB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90988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1CEC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90988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3016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2D2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3016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5231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AEE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5231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90988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5DB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90988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21652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2D1C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21652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3016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7E3D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83016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233800" y="462600"/>
            <a:ext cx="659160" cy="305280"/>
          </a:xfrm>
          <a:custGeom>
            <a:avLst/>
            <a:gdLst/>
            <a:ahLst/>
            <a:rect l="0" t="0" r="r" b="b"/>
            <a:pathLst>
              <a:path w="1831" h="848">
                <a:moveTo>
                  <a:pt x="0" y="0"/>
                </a:moveTo>
                <a:lnTo>
                  <a:pt x="1831" y="0"/>
                </a:lnTo>
                <a:lnTo>
                  <a:pt x="1831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noFill/>
          <a:ln w="11880">
            <a:solidFill>
              <a:srgbClr val="1A1A1A"/>
            </a:solidFill>
            <a:miter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14856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1.40***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45520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1.36***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45520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14856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76220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1.25***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6220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1.21***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81440" y="57096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1.17**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81440" y="89856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1.16**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49336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80036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18672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0700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80036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18672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49336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0700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17160" y="155376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52280" y="1226160"/>
            <a:ext cx="686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5960" y="898560"/>
            <a:ext cx="754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17160" y="570960"/>
            <a:ext cx="517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57760" y="176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8320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5250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21840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13520" y="1893960"/>
            <a:ext cx="1150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rcRect l="1626" r="655" t="33323" b="33346"/>
          <a:stretch/>
        </p:blipFill>
        <p:spPr>
          <a:xfrm>
            <a:off x="2955176" y="228105"/>
            <a:ext cx="647992" cy="647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302796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3148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60180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302796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33148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360180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802960" y="215280"/>
            <a:ext cx="110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97720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26448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55140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89720" y="63360"/>
            <a:ext cx="1577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Signal is strongest for annual mean 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472840" y="2021040"/>
            <a:ext cx="10706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*P &lt; 0.05; **P &lt; 0.01; ***P &lt; 0.001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717000" y="451080"/>
            <a:ext cx="2773080" cy="1311120"/>
          </a:xfrm>
          <a:custGeom>
            <a:avLst/>
            <a:gdLst/>
            <a:ahLst/>
            <a:rect l="0" t="0" r="r" b="b"/>
            <a:pathLst>
              <a:path w="7703" h="3642">
                <a:moveTo>
                  <a:pt x="0" y="0"/>
                </a:moveTo>
                <a:lnTo>
                  <a:pt x="7703" y="0"/>
                </a:lnTo>
                <a:lnTo>
                  <a:pt x="7703" y="3642"/>
                </a:lnTo>
                <a:lnTo>
                  <a:pt x="0" y="3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79672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6161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79672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1033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51033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10336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8E8E8E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9672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79672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41000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41000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41000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71700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71700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71700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1033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CEC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1033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41000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79672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79672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71700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71700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41000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41000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79672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79672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1033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6F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1033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71700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6F6F6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120640" y="462600"/>
            <a:ext cx="658800" cy="305280"/>
          </a:xfrm>
          <a:custGeom>
            <a:avLst/>
            <a:gdLst/>
            <a:ahLst/>
            <a:rect l="0" t="0" r="r" b="b"/>
            <a:pathLst>
              <a:path w="1830" h="848">
                <a:moveTo>
                  <a:pt x="0" y="0"/>
                </a:moveTo>
                <a:lnTo>
                  <a:pt x="1830" y="0"/>
                </a:lnTo>
                <a:lnTo>
                  <a:pt x="1830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noFill/>
          <a:ln w="11880">
            <a:solidFill>
              <a:srgbClr val="1A1A1A"/>
            </a:solidFill>
            <a:miter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124320" y="570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430960" y="570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430960" y="8985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0524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71888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718880" y="5709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025520" y="5709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02552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1224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71888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10524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02552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71888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10524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41224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02552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044600" y="176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1888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4122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1052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500360" y="1893960"/>
            <a:ext cx="1150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/>
          <p:cNvPicPr/>
          <p:nvPr/>
        </p:nvPicPr>
        <p:blipFill>
          <a:blip r:embed="rId2"/>
          <a:srcRect l="329" r="1953" t="33323" b="33346"/>
          <a:stretch/>
        </p:blipFill>
        <p:spPr>
          <a:xfrm>
            <a:off x="5842051" y="228105"/>
            <a:ext cx="647992" cy="647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584280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0328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22296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4126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584280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 flipV="1">
            <a:off x="60328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622296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64126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613480" y="215280"/>
            <a:ext cx="178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ΔAIC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824080" y="3243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99508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18480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7488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830760" y="63360"/>
            <a:ext cx="997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mean T fits best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30160" y="2502360"/>
            <a:ext cx="2754360" cy="1468440"/>
          </a:xfrm>
          <a:custGeom>
            <a:avLst/>
            <a:gdLst/>
            <a:ahLst/>
            <a:rect l="0" t="0" r="r" b="b"/>
            <a:pathLst>
              <a:path w="7651" h="4079">
                <a:moveTo>
                  <a:pt x="0" y="0"/>
                </a:moveTo>
                <a:lnTo>
                  <a:pt x="7651" y="0"/>
                </a:lnTo>
                <a:lnTo>
                  <a:pt x="7651" y="4079"/>
                </a:lnTo>
                <a:lnTo>
                  <a:pt x="0" y="40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 flipV="1">
            <a:off x="96768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 flipV="1">
            <a:off x="165636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234468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303336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967680" y="2502360"/>
            <a:ext cx="0" cy="146808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712160" y="2600640"/>
            <a:ext cx="106056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733400" y="2782440"/>
            <a:ext cx="10558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723320" y="2691360"/>
            <a:ext cx="105048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679760" y="2963880"/>
            <a:ext cx="105984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695600" y="3145680"/>
            <a:ext cx="105264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686960" y="3054960"/>
            <a:ext cx="104760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739160" y="3327480"/>
            <a:ext cx="108684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765440" y="3508920"/>
            <a:ext cx="10864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751040" y="3418200"/>
            <a:ext cx="107928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623960" y="3690720"/>
            <a:ext cx="101232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646280" y="3872160"/>
            <a:ext cx="10054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630080" y="3781440"/>
            <a:ext cx="99648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192400" y="25801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192400" y="25801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11480" y="2761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211480" y="276192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198880" y="267084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198880" y="267084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159280" y="294336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159280" y="294336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171880" y="3125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171880" y="31251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161080" y="303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161080" y="3034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230920" y="3306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230920" y="3306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257200" y="34884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257200" y="34884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239560" y="339768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239560" y="339768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081520" y="3670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081520" y="36702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100960" y="38520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100960" y="385200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080800" y="37609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080800" y="37609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6853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814480" y="2562840"/>
            <a:ext cx="6591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Coverage gap (main)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830680" y="2744280"/>
            <a:ext cx="452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8C8C8C"/>
                </a:solidFill>
                <a:effectLst/>
                <a:uFillTx/>
                <a:latin typeface="Arial"/>
                <a:ea typeface="Arial"/>
              </a:rPr>
              <a:t>Zero-filled (v1)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735720" y="2502360"/>
            <a:ext cx="2754360" cy="1468440"/>
          </a:xfrm>
          <a:custGeom>
            <a:avLst/>
            <a:gdLst/>
            <a:ahLst/>
            <a:rect l="0" t="0" r="r" b="b"/>
            <a:pathLst>
              <a:path w="7651" h="4079">
                <a:moveTo>
                  <a:pt x="0" y="0"/>
                </a:moveTo>
                <a:lnTo>
                  <a:pt x="7651" y="0"/>
                </a:lnTo>
                <a:lnTo>
                  <a:pt x="7651" y="4079"/>
                </a:lnTo>
                <a:lnTo>
                  <a:pt x="0" y="40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387360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456192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525060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593892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3873600" y="2502360"/>
            <a:ext cx="0" cy="146808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717800" y="2600640"/>
            <a:ext cx="116136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854600" y="2782440"/>
            <a:ext cx="121104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800960" y="2691360"/>
            <a:ext cx="118332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826520" y="2963880"/>
            <a:ext cx="115524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4950000" y="3145680"/>
            <a:ext cx="11998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906080" y="3054960"/>
            <a:ext cx="117612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885200" y="3327480"/>
            <a:ext cx="124236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045040" y="3508920"/>
            <a:ext cx="131364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987440" y="3418200"/>
            <a:ext cx="127476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254840" y="3690720"/>
            <a:ext cx="102204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431600" y="3872160"/>
            <a:ext cx="10810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326840" y="3781440"/>
            <a:ext cx="103824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243400" y="25801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243400" y="25801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403240" y="276192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3"/>
                  <a:pt x="0" y="133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403240" y="276192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7"/>
                </a:moveTo>
                <a:cubicBezTo>
                  <a:pt x="114" y="133"/>
                  <a:pt x="0" y="133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336640" y="26708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336640" y="267084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349960" y="294336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349960" y="294336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494320" y="31251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494320" y="31251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439600" y="303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439600" y="3034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447880" y="3306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447880" y="3306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640120" y="34884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640120" y="34884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565240" y="339768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565240" y="339768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714920" y="3670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714920" y="36702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919400" y="3852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919400" y="3852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794840" y="376092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794840" y="376092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815200" y="2653560"/>
            <a:ext cx="6242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Bounded imputation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30160" y="2363040"/>
            <a:ext cx="943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30160" y="3970440"/>
            <a:ext cx="27540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 flipV="1">
            <a:off x="96768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 flipV="1">
            <a:off x="165636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 flipV="1">
            <a:off x="234468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 flipV="1">
            <a:off x="303336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736080" y="2363040"/>
            <a:ext cx="5461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91728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60560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29428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735720" y="3970440"/>
            <a:ext cx="27540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387360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456192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525060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593892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98260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82284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51152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19984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88852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34680" y="264708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Visits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69440" y="3010680"/>
            <a:ext cx="35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Observers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18680" y="337392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Birding days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45760" y="373716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037680" y="4127760"/>
            <a:ext cx="1228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89720" y="2198160"/>
            <a:ext cx="1866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Robust to effort proxy and missing-data rule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0400" y="21474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TJ_Fig_specification_robustness</dc:title>
</cp:coreProperties>
</file>