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2037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53000"/>
            <a:ext cx="5919840" cy="641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899280"/>
            <a:ext cx="5919840" cy="222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203720"/>
          </a:xfrm>
          <a:custGeom>
            <a:avLst/>
            <a:gdLst/>
            <a:ahLst/>
            <a:rect l="0" t="0" r="r" b="b"/>
            <a:pathLst>
              <a:path w="18274" h="11677">
                <a:moveTo>
                  <a:pt x="0" y="0"/>
                </a:moveTo>
                <a:lnTo>
                  <a:pt x="18274" y="0"/>
                </a:lnTo>
                <a:lnTo>
                  <a:pt x="18274" y="11677"/>
                </a:lnTo>
                <a:lnTo>
                  <a:pt x="0" y="116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203720"/>
          </a:xfrm>
          <a:custGeom>
            <a:avLst/>
            <a:gdLst/>
            <a:ahLst/>
            <a:rect l="0" t="0" r="r" b="b"/>
            <a:pathLst>
              <a:path w="18274" h="11677">
                <a:moveTo>
                  <a:pt x="0" y="0"/>
                </a:moveTo>
                <a:lnTo>
                  <a:pt x="18274" y="0"/>
                </a:lnTo>
                <a:lnTo>
                  <a:pt x="18274" y="11677"/>
                </a:lnTo>
                <a:lnTo>
                  <a:pt x="0" y="116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25200"/>
            <a:ext cx="2505240" cy="2654640"/>
          </a:xfrm>
          <a:custGeom>
            <a:avLst/>
            <a:gdLst/>
            <a:ahLst/>
            <a:rect l="0" t="0" r="r" b="b"/>
            <a:pathLst>
              <a:path w="6959" h="7374">
                <a:moveTo>
                  <a:pt x="0" y="0"/>
                </a:moveTo>
                <a:lnTo>
                  <a:pt x="6959" y="0"/>
                </a:lnTo>
                <a:lnTo>
                  <a:pt x="6959" y="7374"/>
                </a:lnTo>
                <a:lnTo>
                  <a:pt x="0" y="73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2530080" y="25200"/>
            <a:ext cx="4023360" cy="2654640"/>
          </a:xfrm>
          <a:custGeom>
            <a:avLst/>
            <a:gdLst/>
            <a:ahLst/>
            <a:rect l="0" t="0" r="r" b="b"/>
            <a:pathLst>
              <a:path w="11176" h="7374">
                <a:moveTo>
                  <a:pt x="0" y="0"/>
                </a:moveTo>
                <a:lnTo>
                  <a:pt x="11176" y="0"/>
                </a:lnTo>
                <a:lnTo>
                  <a:pt x="11176" y="7374"/>
                </a:lnTo>
                <a:lnTo>
                  <a:pt x="0" y="737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5200" y="2679480"/>
            <a:ext cx="6528240" cy="1499040"/>
          </a:xfrm>
          <a:custGeom>
            <a:avLst/>
            <a:gdLst/>
            <a:ahLst/>
            <a:rect l="0" t="0" r="r" b="b"/>
            <a:pathLst>
              <a:path w="18134" h="4164">
                <a:moveTo>
                  <a:pt x="0" y="0"/>
                </a:moveTo>
                <a:lnTo>
                  <a:pt x="18134" y="0"/>
                </a:lnTo>
                <a:lnTo>
                  <a:pt x="18134" y="4164"/>
                </a:lnTo>
                <a:lnTo>
                  <a:pt x="0" y="416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267480" y="227880"/>
            <a:ext cx="2008080" cy="2269440"/>
          </a:xfrm>
          <a:custGeom>
            <a:avLst/>
            <a:gdLst/>
            <a:ahLst/>
            <a:rect l="0" t="0" r="r" b="b"/>
            <a:pathLst>
              <a:path w="5578" h="6304">
                <a:moveTo>
                  <a:pt x="0" y="0"/>
                </a:moveTo>
                <a:lnTo>
                  <a:pt x="5578" y="0"/>
                </a:lnTo>
                <a:lnTo>
                  <a:pt x="5578" y="6304"/>
                </a:lnTo>
                <a:lnTo>
                  <a:pt x="0" y="63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070640" y="1292040"/>
            <a:ext cx="401760" cy="402120"/>
          </a:xfrm>
          <a:custGeom>
            <a:avLst/>
            <a:gdLst/>
            <a:ahLst/>
            <a:rect l="0" t="0" r="r" b="b"/>
            <a:pathLst>
              <a:path fill="none" w="1116" h="1117">
                <a:moveTo>
                  <a:pt x="557" y="0"/>
                </a:moveTo>
                <a:lnTo>
                  <a:pt x="572" y="0"/>
                </a:lnTo>
                <a:lnTo>
                  <a:pt x="587" y="1"/>
                </a:lnTo>
                <a:lnTo>
                  <a:pt x="601" y="2"/>
                </a:lnTo>
                <a:lnTo>
                  <a:pt x="616" y="3"/>
                </a:lnTo>
                <a:lnTo>
                  <a:pt x="630" y="5"/>
                </a:lnTo>
                <a:lnTo>
                  <a:pt x="645" y="7"/>
                </a:lnTo>
                <a:lnTo>
                  <a:pt x="659" y="10"/>
                </a:lnTo>
                <a:lnTo>
                  <a:pt x="673" y="12"/>
                </a:lnTo>
                <a:lnTo>
                  <a:pt x="688" y="16"/>
                </a:lnTo>
                <a:lnTo>
                  <a:pt x="702" y="19"/>
                </a:lnTo>
                <a:lnTo>
                  <a:pt x="716" y="23"/>
                </a:lnTo>
                <a:lnTo>
                  <a:pt x="730" y="27"/>
                </a:lnTo>
                <a:lnTo>
                  <a:pt x="744" y="32"/>
                </a:lnTo>
                <a:lnTo>
                  <a:pt x="757" y="37"/>
                </a:lnTo>
                <a:lnTo>
                  <a:pt x="771" y="43"/>
                </a:lnTo>
                <a:lnTo>
                  <a:pt x="784" y="48"/>
                </a:lnTo>
                <a:lnTo>
                  <a:pt x="798" y="54"/>
                </a:lnTo>
                <a:lnTo>
                  <a:pt x="811" y="61"/>
                </a:lnTo>
                <a:lnTo>
                  <a:pt x="824" y="68"/>
                </a:lnTo>
                <a:lnTo>
                  <a:pt x="836" y="75"/>
                </a:lnTo>
                <a:lnTo>
                  <a:pt x="849" y="82"/>
                </a:lnTo>
                <a:lnTo>
                  <a:pt x="861" y="90"/>
                </a:lnTo>
                <a:lnTo>
                  <a:pt x="873" y="98"/>
                </a:lnTo>
                <a:lnTo>
                  <a:pt x="885" y="107"/>
                </a:lnTo>
                <a:lnTo>
                  <a:pt x="897" y="115"/>
                </a:lnTo>
                <a:lnTo>
                  <a:pt x="908" y="124"/>
                </a:lnTo>
                <a:lnTo>
                  <a:pt x="920" y="134"/>
                </a:lnTo>
                <a:lnTo>
                  <a:pt x="932" y="143"/>
                </a:lnTo>
                <a:lnTo>
                  <a:pt x="942" y="153"/>
                </a:lnTo>
                <a:lnTo>
                  <a:pt x="953" y="163"/>
                </a:lnTo>
                <a:lnTo>
                  <a:pt x="963" y="174"/>
                </a:lnTo>
                <a:lnTo>
                  <a:pt x="973" y="185"/>
                </a:lnTo>
                <a:lnTo>
                  <a:pt x="983" y="196"/>
                </a:lnTo>
                <a:lnTo>
                  <a:pt x="992" y="207"/>
                </a:lnTo>
                <a:lnTo>
                  <a:pt x="1001" y="218"/>
                </a:lnTo>
                <a:lnTo>
                  <a:pt x="1010" y="230"/>
                </a:lnTo>
                <a:lnTo>
                  <a:pt x="1018" y="242"/>
                </a:lnTo>
                <a:lnTo>
                  <a:pt x="1026" y="254"/>
                </a:lnTo>
                <a:lnTo>
                  <a:pt x="1034" y="267"/>
                </a:lnTo>
                <a:lnTo>
                  <a:pt x="1041" y="279"/>
                </a:lnTo>
                <a:lnTo>
                  <a:pt x="1049" y="292"/>
                </a:lnTo>
                <a:lnTo>
                  <a:pt x="1055" y="305"/>
                </a:lnTo>
                <a:lnTo>
                  <a:pt x="1062" y="319"/>
                </a:lnTo>
                <a:lnTo>
                  <a:pt x="1068" y="332"/>
                </a:lnTo>
                <a:lnTo>
                  <a:pt x="1074" y="345"/>
                </a:lnTo>
                <a:lnTo>
                  <a:pt x="1079" y="359"/>
                </a:lnTo>
                <a:lnTo>
                  <a:pt x="1084" y="373"/>
                </a:lnTo>
                <a:lnTo>
                  <a:pt x="1089" y="387"/>
                </a:lnTo>
                <a:lnTo>
                  <a:pt x="1093" y="400"/>
                </a:lnTo>
                <a:lnTo>
                  <a:pt x="1097" y="415"/>
                </a:lnTo>
                <a:lnTo>
                  <a:pt x="1101" y="429"/>
                </a:lnTo>
                <a:lnTo>
                  <a:pt x="1104" y="443"/>
                </a:lnTo>
                <a:lnTo>
                  <a:pt x="1107" y="457"/>
                </a:lnTo>
                <a:lnTo>
                  <a:pt x="1109" y="472"/>
                </a:lnTo>
                <a:lnTo>
                  <a:pt x="1111" y="486"/>
                </a:lnTo>
                <a:lnTo>
                  <a:pt x="1113" y="501"/>
                </a:lnTo>
                <a:lnTo>
                  <a:pt x="1114" y="515"/>
                </a:lnTo>
                <a:lnTo>
                  <a:pt x="1115" y="530"/>
                </a:lnTo>
                <a:lnTo>
                  <a:pt x="1116" y="544"/>
                </a:lnTo>
                <a:lnTo>
                  <a:pt x="1116" y="559"/>
                </a:lnTo>
                <a:lnTo>
                  <a:pt x="1116" y="573"/>
                </a:lnTo>
                <a:lnTo>
                  <a:pt x="1115" y="588"/>
                </a:lnTo>
                <a:lnTo>
                  <a:pt x="1114" y="603"/>
                </a:lnTo>
                <a:lnTo>
                  <a:pt x="1113" y="617"/>
                </a:lnTo>
                <a:lnTo>
                  <a:pt x="1111" y="632"/>
                </a:lnTo>
                <a:lnTo>
                  <a:pt x="1109" y="646"/>
                </a:lnTo>
                <a:lnTo>
                  <a:pt x="1107" y="661"/>
                </a:lnTo>
                <a:lnTo>
                  <a:pt x="1104" y="675"/>
                </a:lnTo>
                <a:lnTo>
                  <a:pt x="1101" y="689"/>
                </a:lnTo>
                <a:lnTo>
                  <a:pt x="1097" y="703"/>
                </a:lnTo>
                <a:lnTo>
                  <a:pt x="1093" y="717"/>
                </a:lnTo>
                <a:lnTo>
                  <a:pt x="1089" y="731"/>
                </a:lnTo>
                <a:lnTo>
                  <a:pt x="1084" y="745"/>
                </a:lnTo>
                <a:lnTo>
                  <a:pt x="1079" y="759"/>
                </a:lnTo>
                <a:lnTo>
                  <a:pt x="1074" y="772"/>
                </a:lnTo>
                <a:lnTo>
                  <a:pt x="1068" y="786"/>
                </a:lnTo>
                <a:lnTo>
                  <a:pt x="1062" y="799"/>
                </a:lnTo>
                <a:lnTo>
                  <a:pt x="1055" y="812"/>
                </a:lnTo>
                <a:lnTo>
                  <a:pt x="1049" y="825"/>
                </a:lnTo>
                <a:lnTo>
                  <a:pt x="1041" y="838"/>
                </a:lnTo>
                <a:lnTo>
                  <a:pt x="1034" y="850"/>
                </a:lnTo>
                <a:lnTo>
                  <a:pt x="1026" y="863"/>
                </a:lnTo>
                <a:lnTo>
                  <a:pt x="1018" y="875"/>
                </a:lnTo>
                <a:lnTo>
                  <a:pt x="1010" y="887"/>
                </a:lnTo>
                <a:lnTo>
                  <a:pt x="1001" y="898"/>
                </a:lnTo>
                <a:lnTo>
                  <a:pt x="992" y="910"/>
                </a:lnTo>
                <a:lnTo>
                  <a:pt x="983" y="921"/>
                </a:lnTo>
                <a:lnTo>
                  <a:pt x="973" y="932"/>
                </a:lnTo>
                <a:lnTo>
                  <a:pt x="963" y="943"/>
                </a:lnTo>
                <a:lnTo>
                  <a:pt x="953" y="953"/>
                </a:lnTo>
                <a:lnTo>
                  <a:pt x="942" y="963"/>
                </a:lnTo>
                <a:lnTo>
                  <a:pt x="932" y="973"/>
                </a:lnTo>
                <a:lnTo>
                  <a:pt x="920" y="983"/>
                </a:lnTo>
                <a:lnTo>
                  <a:pt x="908" y="992"/>
                </a:lnTo>
                <a:lnTo>
                  <a:pt x="897" y="1001"/>
                </a:lnTo>
                <a:lnTo>
                  <a:pt x="885" y="1010"/>
                </a:lnTo>
                <a:lnTo>
                  <a:pt x="873" y="1019"/>
                </a:lnTo>
                <a:lnTo>
                  <a:pt x="861" y="1027"/>
                </a:lnTo>
                <a:lnTo>
                  <a:pt x="849" y="1034"/>
                </a:lnTo>
                <a:lnTo>
                  <a:pt x="836" y="1042"/>
                </a:lnTo>
                <a:lnTo>
                  <a:pt x="824" y="1049"/>
                </a:lnTo>
                <a:lnTo>
                  <a:pt x="811" y="1056"/>
                </a:lnTo>
                <a:lnTo>
                  <a:pt x="798" y="1062"/>
                </a:lnTo>
                <a:lnTo>
                  <a:pt x="784" y="1068"/>
                </a:lnTo>
                <a:lnTo>
                  <a:pt x="771" y="1074"/>
                </a:lnTo>
                <a:lnTo>
                  <a:pt x="757" y="1080"/>
                </a:lnTo>
                <a:lnTo>
                  <a:pt x="744" y="1085"/>
                </a:lnTo>
                <a:lnTo>
                  <a:pt x="730" y="1089"/>
                </a:lnTo>
                <a:lnTo>
                  <a:pt x="716" y="1094"/>
                </a:lnTo>
                <a:lnTo>
                  <a:pt x="702" y="1098"/>
                </a:lnTo>
                <a:lnTo>
                  <a:pt x="688" y="1101"/>
                </a:lnTo>
                <a:lnTo>
                  <a:pt x="673" y="1104"/>
                </a:lnTo>
                <a:lnTo>
                  <a:pt x="659" y="1107"/>
                </a:lnTo>
                <a:lnTo>
                  <a:pt x="645" y="1110"/>
                </a:lnTo>
                <a:lnTo>
                  <a:pt x="630" y="1112"/>
                </a:lnTo>
                <a:lnTo>
                  <a:pt x="616" y="1113"/>
                </a:lnTo>
                <a:lnTo>
                  <a:pt x="601" y="1115"/>
                </a:lnTo>
                <a:lnTo>
                  <a:pt x="587" y="1116"/>
                </a:lnTo>
                <a:lnTo>
                  <a:pt x="572" y="1116"/>
                </a:lnTo>
                <a:lnTo>
                  <a:pt x="557" y="1117"/>
                </a:lnTo>
                <a:lnTo>
                  <a:pt x="543" y="1116"/>
                </a:lnTo>
                <a:lnTo>
                  <a:pt x="528" y="1116"/>
                </a:lnTo>
                <a:lnTo>
                  <a:pt x="514" y="1115"/>
                </a:lnTo>
                <a:lnTo>
                  <a:pt x="499" y="1113"/>
                </a:lnTo>
                <a:lnTo>
                  <a:pt x="485" y="1112"/>
                </a:lnTo>
                <a:lnTo>
                  <a:pt x="470" y="1110"/>
                </a:lnTo>
                <a:lnTo>
                  <a:pt x="456" y="1107"/>
                </a:lnTo>
                <a:lnTo>
                  <a:pt x="442" y="1104"/>
                </a:lnTo>
                <a:lnTo>
                  <a:pt x="427" y="1101"/>
                </a:lnTo>
                <a:lnTo>
                  <a:pt x="413" y="1098"/>
                </a:lnTo>
                <a:lnTo>
                  <a:pt x="399" y="1094"/>
                </a:lnTo>
                <a:lnTo>
                  <a:pt x="385" y="1089"/>
                </a:lnTo>
                <a:lnTo>
                  <a:pt x="371" y="1085"/>
                </a:lnTo>
                <a:lnTo>
                  <a:pt x="358" y="1080"/>
                </a:lnTo>
                <a:lnTo>
                  <a:pt x="344" y="1074"/>
                </a:lnTo>
                <a:lnTo>
                  <a:pt x="331" y="1068"/>
                </a:lnTo>
                <a:lnTo>
                  <a:pt x="317" y="1062"/>
                </a:lnTo>
                <a:lnTo>
                  <a:pt x="304" y="1056"/>
                </a:lnTo>
                <a:lnTo>
                  <a:pt x="291" y="1049"/>
                </a:lnTo>
                <a:lnTo>
                  <a:pt x="279" y="1042"/>
                </a:lnTo>
                <a:lnTo>
                  <a:pt x="266" y="1034"/>
                </a:lnTo>
                <a:lnTo>
                  <a:pt x="254" y="1027"/>
                </a:lnTo>
                <a:lnTo>
                  <a:pt x="242" y="1019"/>
                </a:lnTo>
                <a:lnTo>
                  <a:pt x="230" y="1010"/>
                </a:lnTo>
                <a:lnTo>
                  <a:pt x="218" y="1001"/>
                </a:lnTo>
                <a:lnTo>
                  <a:pt x="206" y="992"/>
                </a:lnTo>
                <a:lnTo>
                  <a:pt x="195" y="983"/>
                </a:lnTo>
                <a:lnTo>
                  <a:pt x="184" y="973"/>
                </a:lnTo>
                <a:lnTo>
                  <a:pt x="173" y="963"/>
                </a:lnTo>
                <a:lnTo>
                  <a:pt x="163" y="953"/>
                </a:lnTo>
                <a:lnTo>
                  <a:pt x="153" y="943"/>
                </a:lnTo>
                <a:lnTo>
                  <a:pt x="143" y="932"/>
                </a:lnTo>
                <a:lnTo>
                  <a:pt x="133" y="921"/>
                </a:lnTo>
                <a:lnTo>
                  <a:pt x="124" y="910"/>
                </a:lnTo>
                <a:lnTo>
                  <a:pt x="115" y="898"/>
                </a:lnTo>
                <a:lnTo>
                  <a:pt x="106" y="887"/>
                </a:lnTo>
                <a:lnTo>
                  <a:pt x="98" y="875"/>
                </a:lnTo>
                <a:lnTo>
                  <a:pt x="90" y="863"/>
                </a:lnTo>
                <a:lnTo>
                  <a:pt x="82" y="850"/>
                </a:lnTo>
                <a:lnTo>
                  <a:pt x="74" y="838"/>
                </a:lnTo>
                <a:lnTo>
                  <a:pt x="67" y="825"/>
                </a:lnTo>
                <a:lnTo>
                  <a:pt x="60" y="812"/>
                </a:lnTo>
                <a:lnTo>
                  <a:pt x="54" y="799"/>
                </a:lnTo>
                <a:lnTo>
                  <a:pt x="48" y="786"/>
                </a:lnTo>
                <a:lnTo>
                  <a:pt x="42" y="772"/>
                </a:lnTo>
                <a:lnTo>
                  <a:pt x="37" y="759"/>
                </a:lnTo>
                <a:lnTo>
                  <a:pt x="32" y="745"/>
                </a:lnTo>
                <a:lnTo>
                  <a:pt x="27" y="731"/>
                </a:lnTo>
                <a:lnTo>
                  <a:pt x="23" y="717"/>
                </a:lnTo>
                <a:lnTo>
                  <a:pt x="19" y="703"/>
                </a:lnTo>
                <a:lnTo>
                  <a:pt x="15" y="689"/>
                </a:lnTo>
                <a:lnTo>
                  <a:pt x="12" y="675"/>
                </a:lnTo>
                <a:lnTo>
                  <a:pt x="9" y="661"/>
                </a:lnTo>
                <a:lnTo>
                  <a:pt x="7" y="646"/>
                </a:lnTo>
                <a:lnTo>
                  <a:pt x="5" y="632"/>
                </a:lnTo>
                <a:lnTo>
                  <a:pt x="3" y="617"/>
                </a:lnTo>
                <a:lnTo>
                  <a:pt x="1" y="603"/>
                </a:lnTo>
                <a:lnTo>
                  <a:pt x="1" y="588"/>
                </a:lnTo>
                <a:lnTo>
                  <a:pt x="0" y="573"/>
                </a:lnTo>
                <a:lnTo>
                  <a:pt x="0" y="559"/>
                </a:lnTo>
                <a:lnTo>
                  <a:pt x="0" y="544"/>
                </a:lnTo>
                <a:lnTo>
                  <a:pt x="1" y="530"/>
                </a:lnTo>
                <a:lnTo>
                  <a:pt x="1" y="515"/>
                </a:lnTo>
                <a:lnTo>
                  <a:pt x="3" y="501"/>
                </a:lnTo>
                <a:lnTo>
                  <a:pt x="5" y="486"/>
                </a:lnTo>
                <a:lnTo>
                  <a:pt x="7" y="472"/>
                </a:lnTo>
                <a:lnTo>
                  <a:pt x="9" y="457"/>
                </a:lnTo>
                <a:lnTo>
                  <a:pt x="12" y="443"/>
                </a:lnTo>
                <a:lnTo>
                  <a:pt x="15" y="429"/>
                </a:lnTo>
                <a:lnTo>
                  <a:pt x="19" y="415"/>
                </a:lnTo>
                <a:lnTo>
                  <a:pt x="23" y="400"/>
                </a:lnTo>
                <a:lnTo>
                  <a:pt x="27" y="387"/>
                </a:lnTo>
                <a:lnTo>
                  <a:pt x="32" y="373"/>
                </a:lnTo>
                <a:lnTo>
                  <a:pt x="37" y="359"/>
                </a:lnTo>
                <a:lnTo>
                  <a:pt x="42" y="345"/>
                </a:lnTo>
                <a:lnTo>
                  <a:pt x="48" y="332"/>
                </a:lnTo>
                <a:lnTo>
                  <a:pt x="54" y="319"/>
                </a:lnTo>
                <a:lnTo>
                  <a:pt x="60" y="305"/>
                </a:lnTo>
                <a:lnTo>
                  <a:pt x="67" y="292"/>
                </a:lnTo>
                <a:lnTo>
                  <a:pt x="74" y="279"/>
                </a:lnTo>
                <a:lnTo>
                  <a:pt x="82" y="267"/>
                </a:lnTo>
                <a:lnTo>
                  <a:pt x="90" y="254"/>
                </a:lnTo>
                <a:lnTo>
                  <a:pt x="98" y="242"/>
                </a:lnTo>
                <a:lnTo>
                  <a:pt x="106" y="230"/>
                </a:lnTo>
                <a:lnTo>
                  <a:pt x="115" y="218"/>
                </a:lnTo>
                <a:lnTo>
                  <a:pt x="124" y="207"/>
                </a:lnTo>
                <a:lnTo>
                  <a:pt x="133" y="196"/>
                </a:lnTo>
                <a:lnTo>
                  <a:pt x="143" y="185"/>
                </a:lnTo>
                <a:lnTo>
                  <a:pt x="153" y="174"/>
                </a:lnTo>
                <a:lnTo>
                  <a:pt x="163" y="163"/>
                </a:lnTo>
                <a:lnTo>
                  <a:pt x="173" y="153"/>
                </a:lnTo>
                <a:lnTo>
                  <a:pt x="184" y="143"/>
                </a:lnTo>
                <a:lnTo>
                  <a:pt x="195" y="134"/>
                </a:lnTo>
                <a:lnTo>
                  <a:pt x="206" y="124"/>
                </a:lnTo>
                <a:lnTo>
                  <a:pt x="218" y="115"/>
                </a:lnTo>
                <a:lnTo>
                  <a:pt x="230" y="107"/>
                </a:lnTo>
                <a:lnTo>
                  <a:pt x="242" y="98"/>
                </a:lnTo>
                <a:lnTo>
                  <a:pt x="254" y="90"/>
                </a:lnTo>
                <a:lnTo>
                  <a:pt x="266" y="82"/>
                </a:lnTo>
                <a:lnTo>
                  <a:pt x="279" y="75"/>
                </a:lnTo>
                <a:lnTo>
                  <a:pt x="291" y="68"/>
                </a:lnTo>
                <a:lnTo>
                  <a:pt x="304" y="61"/>
                </a:lnTo>
                <a:lnTo>
                  <a:pt x="317" y="54"/>
                </a:lnTo>
                <a:lnTo>
                  <a:pt x="331" y="48"/>
                </a:lnTo>
                <a:lnTo>
                  <a:pt x="344" y="43"/>
                </a:lnTo>
                <a:lnTo>
                  <a:pt x="358" y="37"/>
                </a:lnTo>
                <a:lnTo>
                  <a:pt x="371" y="32"/>
                </a:lnTo>
                <a:lnTo>
                  <a:pt x="385" y="27"/>
                </a:lnTo>
                <a:lnTo>
                  <a:pt x="399" y="23"/>
                </a:lnTo>
                <a:lnTo>
                  <a:pt x="413" y="19"/>
                </a:lnTo>
                <a:lnTo>
                  <a:pt x="427" y="16"/>
                </a:lnTo>
                <a:lnTo>
                  <a:pt x="442" y="12"/>
                </a:lnTo>
                <a:lnTo>
                  <a:pt x="456" y="10"/>
                </a:lnTo>
                <a:lnTo>
                  <a:pt x="470" y="7"/>
                </a:lnTo>
                <a:lnTo>
                  <a:pt x="485" y="5"/>
                </a:lnTo>
                <a:lnTo>
                  <a:pt x="499" y="3"/>
                </a:lnTo>
                <a:lnTo>
                  <a:pt x="514" y="2"/>
                </a:lnTo>
                <a:lnTo>
                  <a:pt x="528" y="1"/>
                </a:lnTo>
                <a:lnTo>
                  <a:pt x="543" y="0"/>
                </a:lnTo>
                <a:lnTo>
                  <a:pt x="557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869760" y="1091160"/>
            <a:ext cx="803520" cy="803520"/>
          </a:xfrm>
          <a:custGeom>
            <a:avLst/>
            <a:gdLst/>
            <a:ahLst/>
            <a:rect l="0" t="0" r="r" b="b"/>
            <a:pathLst>
              <a:path fill="none" w="2232" h="2232">
                <a:moveTo>
                  <a:pt x="1116" y="0"/>
                </a:moveTo>
                <a:lnTo>
                  <a:pt x="1146" y="1"/>
                </a:lnTo>
                <a:lnTo>
                  <a:pt x="1175" y="2"/>
                </a:lnTo>
                <a:lnTo>
                  <a:pt x="1204" y="4"/>
                </a:lnTo>
                <a:lnTo>
                  <a:pt x="1233" y="7"/>
                </a:lnTo>
                <a:lnTo>
                  <a:pt x="1262" y="10"/>
                </a:lnTo>
                <a:lnTo>
                  <a:pt x="1291" y="14"/>
                </a:lnTo>
                <a:lnTo>
                  <a:pt x="1320" y="19"/>
                </a:lnTo>
                <a:lnTo>
                  <a:pt x="1348" y="25"/>
                </a:lnTo>
                <a:lnTo>
                  <a:pt x="1377" y="31"/>
                </a:lnTo>
                <a:lnTo>
                  <a:pt x="1405" y="38"/>
                </a:lnTo>
                <a:lnTo>
                  <a:pt x="1433" y="46"/>
                </a:lnTo>
                <a:lnTo>
                  <a:pt x="1461" y="55"/>
                </a:lnTo>
                <a:lnTo>
                  <a:pt x="1489" y="64"/>
                </a:lnTo>
                <a:lnTo>
                  <a:pt x="1516" y="74"/>
                </a:lnTo>
                <a:lnTo>
                  <a:pt x="1543" y="85"/>
                </a:lnTo>
                <a:lnTo>
                  <a:pt x="1570" y="97"/>
                </a:lnTo>
                <a:lnTo>
                  <a:pt x="1597" y="109"/>
                </a:lnTo>
                <a:lnTo>
                  <a:pt x="1623" y="122"/>
                </a:lnTo>
                <a:lnTo>
                  <a:pt x="1649" y="136"/>
                </a:lnTo>
                <a:lnTo>
                  <a:pt x="1674" y="150"/>
                </a:lnTo>
                <a:lnTo>
                  <a:pt x="1699" y="165"/>
                </a:lnTo>
                <a:lnTo>
                  <a:pt x="1724" y="180"/>
                </a:lnTo>
                <a:lnTo>
                  <a:pt x="1748" y="197"/>
                </a:lnTo>
                <a:lnTo>
                  <a:pt x="1772" y="213"/>
                </a:lnTo>
                <a:lnTo>
                  <a:pt x="1796" y="231"/>
                </a:lnTo>
                <a:lnTo>
                  <a:pt x="1818" y="249"/>
                </a:lnTo>
                <a:lnTo>
                  <a:pt x="1841" y="268"/>
                </a:lnTo>
                <a:lnTo>
                  <a:pt x="1863" y="287"/>
                </a:lnTo>
                <a:lnTo>
                  <a:pt x="1884" y="307"/>
                </a:lnTo>
                <a:lnTo>
                  <a:pt x="1905" y="328"/>
                </a:lnTo>
                <a:lnTo>
                  <a:pt x="1926" y="349"/>
                </a:lnTo>
                <a:lnTo>
                  <a:pt x="1945" y="370"/>
                </a:lnTo>
                <a:lnTo>
                  <a:pt x="1965" y="392"/>
                </a:lnTo>
                <a:lnTo>
                  <a:pt x="1983" y="415"/>
                </a:lnTo>
                <a:lnTo>
                  <a:pt x="2001" y="438"/>
                </a:lnTo>
                <a:lnTo>
                  <a:pt x="2019" y="461"/>
                </a:lnTo>
                <a:lnTo>
                  <a:pt x="2036" y="485"/>
                </a:lnTo>
                <a:lnTo>
                  <a:pt x="2052" y="509"/>
                </a:lnTo>
                <a:lnTo>
                  <a:pt x="2068" y="534"/>
                </a:lnTo>
                <a:lnTo>
                  <a:pt x="2082" y="559"/>
                </a:lnTo>
                <a:lnTo>
                  <a:pt x="2097" y="585"/>
                </a:lnTo>
                <a:lnTo>
                  <a:pt x="2110" y="610"/>
                </a:lnTo>
                <a:lnTo>
                  <a:pt x="2123" y="637"/>
                </a:lnTo>
                <a:lnTo>
                  <a:pt x="2135" y="663"/>
                </a:lnTo>
                <a:lnTo>
                  <a:pt x="2147" y="690"/>
                </a:lnTo>
                <a:lnTo>
                  <a:pt x="2158" y="717"/>
                </a:lnTo>
                <a:lnTo>
                  <a:pt x="2168" y="745"/>
                </a:lnTo>
                <a:lnTo>
                  <a:pt x="2177" y="772"/>
                </a:lnTo>
                <a:lnTo>
                  <a:pt x="2186" y="800"/>
                </a:lnTo>
                <a:lnTo>
                  <a:pt x="2194" y="828"/>
                </a:lnTo>
                <a:lnTo>
                  <a:pt x="2201" y="857"/>
                </a:lnTo>
                <a:lnTo>
                  <a:pt x="2208" y="885"/>
                </a:lnTo>
                <a:lnTo>
                  <a:pt x="2213" y="914"/>
                </a:lnTo>
                <a:lnTo>
                  <a:pt x="2218" y="942"/>
                </a:lnTo>
                <a:lnTo>
                  <a:pt x="2222" y="971"/>
                </a:lnTo>
                <a:lnTo>
                  <a:pt x="2226" y="1000"/>
                </a:lnTo>
                <a:lnTo>
                  <a:pt x="2229" y="1029"/>
                </a:lnTo>
                <a:lnTo>
                  <a:pt x="2230" y="1059"/>
                </a:lnTo>
                <a:lnTo>
                  <a:pt x="2232" y="1088"/>
                </a:lnTo>
                <a:lnTo>
                  <a:pt x="2232" y="1117"/>
                </a:lnTo>
                <a:lnTo>
                  <a:pt x="2232" y="1146"/>
                </a:lnTo>
                <a:lnTo>
                  <a:pt x="2230" y="1175"/>
                </a:lnTo>
                <a:lnTo>
                  <a:pt x="2229" y="1204"/>
                </a:lnTo>
                <a:lnTo>
                  <a:pt x="2226" y="1233"/>
                </a:lnTo>
                <a:lnTo>
                  <a:pt x="2222" y="1262"/>
                </a:lnTo>
                <a:lnTo>
                  <a:pt x="2218" y="1291"/>
                </a:lnTo>
                <a:lnTo>
                  <a:pt x="2213" y="1320"/>
                </a:lnTo>
                <a:lnTo>
                  <a:pt x="2208" y="1349"/>
                </a:lnTo>
                <a:lnTo>
                  <a:pt x="2201" y="1377"/>
                </a:lnTo>
                <a:lnTo>
                  <a:pt x="2194" y="1406"/>
                </a:lnTo>
                <a:lnTo>
                  <a:pt x="2186" y="1434"/>
                </a:lnTo>
                <a:lnTo>
                  <a:pt x="2177" y="1462"/>
                </a:lnTo>
                <a:lnTo>
                  <a:pt x="2168" y="1489"/>
                </a:lnTo>
                <a:lnTo>
                  <a:pt x="2158" y="1517"/>
                </a:lnTo>
                <a:lnTo>
                  <a:pt x="2147" y="1544"/>
                </a:lnTo>
                <a:lnTo>
                  <a:pt x="2135" y="1571"/>
                </a:lnTo>
                <a:lnTo>
                  <a:pt x="2123" y="1597"/>
                </a:lnTo>
                <a:lnTo>
                  <a:pt x="2110" y="1623"/>
                </a:lnTo>
                <a:lnTo>
                  <a:pt x="2097" y="1649"/>
                </a:lnTo>
                <a:lnTo>
                  <a:pt x="2082" y="1675"/>
                </a:lnTo>
                <a:lnTo>
                  <a:pt x="2068" y="1700"/>
                </a:lnTo>
                <a:lnTo>
                  <a:pt x="2052" y="1724"/>
                </a:lnTo>
                <a:lnTo>
                  <a:pt x="2036" y="1749"/>
                </a:lnTo>
                <a:lnTo>
                  <a:pt x="2019" y="1772"/>
                </a:lnTo>
                <a:lnTo>
                  <a:pt x="2001" y="1796"/>
                </a:lnTo>
                <a:lnTo>
                  <a:pt x="1983" y="1819"/>
                </a:lnTo>
                <a:lnTo>
                  <a:pt x="1965" y="1841"/>
                </a:lnTo>
                <a:lnTo>
                  <a:pt x="1945" y="1863"/>
                </a:lnTo>
                <a:lnTo>
                  <a:pt x="1926" y="1885"/>
                </a:lnTo>
                <a:lnTo>
                  <a:pt x="1905" y="1906"/>
                </a:lnTo>
                <a:lnTo>
                  <a:pt x="1884" y="1926"/>
                </a:lnTo>
                <a:lnTo>
                  <a:pt x="1863" y="1946"/>
                </a:lnTo>
                <a:lnTo>
                  <a:pt x="1841" y="1965"/>
                </a:lnTo>
                <a:lnTo>
                  <a:pt x="1818" y="1984"/>
                </a:lnTo>
                <a:lnTo>
                  <a:pt x="1796" y="2002"/>
                </a:lnTo>
                <a:lnTo>
                  <a:pt x="1772" y="2019"/>
                </a:lnTo>
                <a:lnTo>
                  <a:pt x="1748" y="2036"/>
                </a:lnTo>
                <a:lnTo>
                  <a:pt x="1724" y="2052"/>
                </a:lnTo>
                <a:lnTo>
                  <a:pt x="1699" y="2068"/>
                </a:lnTo>
                <a:lnTo>
                  <a:pt x="1674" y="2083"/>
                </a:lnTo>
                <a:lnTo>
                  <a:pt x="1649" y="2097"/>
                </a:lnTo>
                <a:lnTo>
                  <a:pt x="1623" y="2111"/>
                </a:lnTo>
                <a:lnTo>
                  <a:pt x="1597" y="2124"/>
                </a:lnTo>
                <a:lnTo>
                  <a:pt x="1570" y="2136"/>
                </a:lnTo>
                <a:lnTo>
                  <a:pt x="1543" y="2147"/>
                </a:lnTo>
                <a:lnTo>
                  <a:pt x="1516" y="2158"/>
                </a:lnTo>
                <a:lnTo>
                  <a:pt x="1489" y="2168"/>
                </a:lnTo>
                <a:lnTo>
                  <a:pt x="1461" y="2178"/>
                </a:lnTo>
                <a:lnTo>
                  <a:pt x="1433" y="2186"/>
                </a:lnTo>
                <a:lnTo>
                  <a:pt x="1405" y="2194"/>
                </a:lnTo>
                <a:lnTo>
                  <a:pt x="1377" y="2202"/>
                </a:lnTo>
                <a:lnTo>
                  <a:pt x="1348" y="2208"/>
                </a:lnTo>
                <a:lnTo>
                  <a:pt x="1320" y="2214"/>
                </a:lnTo>
                <a:lnTo>
                  <a:pt x="1291" y="2219"/>
                </a:lnTo>
                <a:lnTo>
                  <a:pt x="1262" y="2223"/>
                </a:lnTo>
                <a:lnTo>
                  <a:pt x="1233" y="2226"/>
                </a:lnTo>
                <a:lnTo>
                  <a:pt x="1204" y="2229"/>
                </a:lnTo>
                <a:lnTo>
                  <a:pt x="1175" y="2231"/>
                </a:lnTo>
                <a:lnTo>
                  <a:pt x="1146" y="2232"/>
                </a:lnTo>
                <a:lnTo>
                  <a:pt x="1116" y="2232"/>
                </a:lnTo>
                <a:lnTo>
                  <a:pt x="1087" y="2232"/>
                </a:lnTo>
                <a:lnTo>
                  <a:pt x="1058" y="2231"/>
                </a:lnTo>
                <a:lnTo>
                  <a:pt x="1029" y="2229"/>
                </a:lnTo>
                <a:lnTo>
                  <a:pt x="1000" y="2226"/>
                </a:lnTo>
                <a:lnTo>
                  <a:pt x="971" y="2223"/>
                </a:lnTo>
                <a:lnTo>
                  <a:pt x="942" y="2219"/>
                </a:lnTo>
                <a:lnTo>
                  <a:pt x="912" y="2214"/>
                </a:lnTo>
                <a:lnTo>
                  <a:pt x="883" y="2208"/>
                </a:lnTo>
                <a:lnTo>
                  <a:pt x="855" y="2202"/>
                </a:lnTo>
                <a:lnTo>
                  <a:pt x="827" y="2194"/>
                </a:lnTo>
                <a:lnTo>
                  <a:pt x="799" y="2186"/>
                </a:lnTo>
                <a:lnTo>
                  <a:pt x="771" y="2178"/>
                </a:lnTo>
                <a:lnTo>
                  <a:pt x="743" y="2168"/>
                </a:lnTo>
                <a:lnTo>
                  <a:pt x="716" y="2158"/>
                </a:lnTo>
                <a:lnTo>
                  <a:pt x="689" y="2147"/>
                </a:lnTo>
                <a:lnTo>
                  <a:pt x="662" y="2136"/>
                </a:lnTo>
                <a:lnTo>
                  <a:pt x="635" y="2124"/>
                </a:lnTo>
                <a:lnTo>
                  <a:pt x="609" y="2111"/>
                </a:lnTo>
                <a:lnTo>
                  <a:pt x="583" y="2097"/>
                </a:lnTo>
                <a:lnTo>
                  <a:pt x="558" y="2083"/>
                </a:lnTo>
                <a:lnTo>
                  <a:pt x="533" y="2068"/>
                </a:lnTo>
                <a:lnTo>
                  <a:pt x="508" y="2052"/>
                </a:lnTo>
                <a:lnTo>
                  <a:pt x="484" y="2036"/>
                </a:lnTo>
                <a:lnTo>
                  <a:pt x="460" y="2019"/>
                </a:lnTo>
                <a:lnTo>
                  <a:pt x="436" y="2002"/>
                </a:lnTo>
                <a:lnTo>
                  <a:pt x="413" y="1984"/>
                </a:lnTo>
                <a:lnTo>
                  <a:pt x="391" y="1965"/>
                </a:lnTo>
                <a:lnTo>
                  <a:pt x="369" y="1946"/>
                </a:lnTo>
                <a:lnTo>
                  <a:pt x="348" y="1926"/>
                </a:lnTo>
                <a:lnTo>
                  <a:pt x="327" y="1906"/>
                </a:lnTo>
                <a:lnTo>
                  <a:pt x="306" y="1885"/>
                </a:lnTo>
                <a:lnTo>
                  <a:pt x="287" y="1863"/>
                </a:lnTo>
                <a:lnTo>
                  <a:pt x="267" y="1841"/>
                </a:lnTo>
                <a:lnTo>
                  <a:pt x="249" y="1819"/>
                </a:lnTo>
                <a:lnTo>
                  <a:pt x="231" y="1796"/>
                </a:lnTo>
                <a:lnTo>
                  <a:pt x="213" y="1772"/>
                </a:lnTo>
                <a:lnTo>
                  <a:pt x="196" y="1749"/>
                </a:lnTo>
                <a:lnTo>
                  <a:pt x="180" y="1724"/>
                </a:lnTo>
                <a:lnTo>
                  <a:pt x="164" y="1700"/>
                </a:lnTo>
                <a:lnTo>
                  <a:pt x="149" y="1675"/>
                </a:lnTo>
                <a:lnTo>
                  <a:pt x="135" y="1649"/>
                </a:lnTo>
                <a:lnTo>
                  <a:pt x="122" y="1623"/>
                </a:lnTo>
                <a:lnTo>
                  <a:pt x="109" y="1597"/>
                </a:lnTo>
                <a:lnTo>
                  <a:pt x="96" y="1571"/>
                </a:lnTo>
                <a:lnTo>
                  <a:pt x="85" y="1544"/>
                </a:lnTo>
                <a:lnTo>
                  <a:pt x="74" y="1517"/>
                </a:lnTo>
                <a:lnTo>
                  <a:pt x="64" y="1489"/>
                </a:lnTo>
                <a:lnTo>
                  <a:pt x="55" y="1462"/>
                </a:lnTo>
                <a:lnTo>
                  <a:pt x="46" y="1434"/>
                </a:lnTo>
                <a:lnTo>
                  <a:pt x="38" y="1406"/>
                </a:lnTo>
                <a:lnTo>
                  <a:pt x="31" y="1377"/>
                </a:lnTo>
                <a:lnTo>
                  <a:pt x="24" y="1349"/>
                </a:lnTo>
                <a:lnTo>
                  <a:pt x="19" y="1320"/>
                </a:lnTo>
                <a:lnTo>
                  <a:pt x="14" y="1291"/>
                </a:lnTo>
                <a:lnTo>
                  <a:pt x="10" y="1262"/>
                </a:lnTo>
                <a:lnTo>
                  <a:pt x="6" y="1233"/>
                </a:lnTo>
                <a:lnTo>
                  <a:pt x="3" y="1204"/>
                </a:lnTo>
                <a:lnTo>
                  <a:pt x="2" y="1175"/>
                </a:lnTo>
                <a:lnTo>
                  <a:pt x="0" y="1146"/>
                </a:lnTo>
                <a:lnTo>
                  <a:pt x="0" y="1117"/>
                </a:lnTo>
                <a:lnTo>
                  <a:pt x="0" y="1088"/>
                </a:lnTo>
                <a:lnTo>
                  <a:pt x="2" y="1059"/>
                </a:lnTo>
                <a:lnTo>
                  <a:pt x="3" y="1029"/>
                </a:lnTo>
                <a:lnTo>
                  <a:pt x="6" y="1000"/>
                </a:lnTo>
                <a:lnTo>
                  <a:pt x="10" y="971"/>
                </a:lnTo>
                <a:lnTo>
                  <a:pt x="14" y="942"/>
                </a:lnTo>
                <a:lnTo>
                  <a:pt x="19" y="914"/>
                </a:lnTo>
                <a:lnTo>
                  <a:pt x="24" y="885"/>
                </a:lnTo>
                <a:lnTo>
                  <a:pt x="31" y="857"/>
                </a:lnTo>
                <a:lnTo>
                  <a:pt x="38" y="828"/>
                </a:lnTo>
                <a:lnTo>
                  <a:pt x="46" y="800"/>
                </a:lnTo>
                <a:lnTo>
                  <a:pt x="55" y="772"/>
                </a:lnTo>
                <a:lnTo>
                  <a:pt x="64" y="745"/>
                </a:lnTo>
                <a:lnTo>
                  <a:pt x="74" y="717"/>
                </a:lnTo>
                <a:lnTo>
                  <a:pt x="85" y="690"/>
                </a:lnTo>
                <a:lnTo>
                  <a:pt x="96" y="663"/>
                </a:lnTo>
                <a:lnTo>
                  <a:pt x="109" y="637"/>
                </a:lnTo>
                <a:lnTo>
                  <a:pt x="122" y="610"/>
                </a:lnTo>
                <a:lnTo>
                  <a:pt x="135" y="585"/>
                </a:lnTo>
                <a:lnTo>
                  <a:pt x="149" y="559"/>
                </a:lnTo>
                <a:lnTo>
                  <a:pt x="164" y="534"/>
                </a:lnTo>
                <a:lnTo>
                  <a:pt x="180" y="509"/>
                </a:lnTo>
                <a:lnTo>
                  <a:pt x="196" y="485"/>
                </a:lnTo>
                <a:lnTo>
                  <a:pt x="213" y="461"/>
                </a:lnTo>
                <a:lnTo>
                  <a:pt x="231" y="438"/>
                </a:lnTo>
                <a:lnTo>
                  <a:pt x="249" y="415"/>
                </a:lnTo>
                <a:lnTo>
                  <a:pt x="267" y="392"/>
                </a:lnTo>
                <a:lnTo>
                  <a:pt x="287" y="370"/>
                </a:lnTo>
                <a:lnTo>
                  <a:pt x="306" y="349"/>
                </a:lnTo>
                <a:lnTo>
                  <a:pt x="327" y="328"/>
                </a:lnTo>
                <a:lnTo>
                  <a:pt x="348" y="307"/>
                </a:lnTo>
                <a:lnTo>
                  <a:pt x="369" y="287"/>
                </a:lnTo>
                <a:lnTo>
                  <a:pt x="391" y="268"/>
                </a:lnTo>
                <a:lnTo>
                  <a:pt x="413" y="249"/>
                </a:lnTo>
                <a:lnTo>
                  <a:pt x="436" y="231"/>
                </a:lnTo>
                <a:lnTo>
                  <a:pt x="460" y="213"/>
                </a:lnTo>
                <a:lnTo>
                  <a:pt x="484" y="197"/>
                </a:lnTo>
                <a:lnTo>
                  <a:pt x="508" y="180"/>
                </a:lnTo>
                <a:lnTo>
                  <a:pt x="533" y="165"/>
                </a:lnTo>
                <a:lnTo>
                  <a:pt x="558" y="150"/>
                </a:lnTo>
                <a:lnTo>
                  <a:pt x="583" y="136"/>
                </a:lnTo>
                <a:lnTo>
                  <a:pt x="609" y="122"/>
                </a:lnTo>
                <a:lnTo>
                  <a:pt x="635" y="109"/>
                </a:lnTo>
                <a:lnTo>
                  <a:pt x="662" y="97"/>
                </a:lnTo>
                <a:lnTo>
                  <a:pt x="689" y="85"/>
                </a:lnTo>
                <a:lnTo>
                  <a:pt x="716" y="74"/>
                </a:lnTo>
                <a:lnTo>
                  <a:pt x="743" y="64"/>
                </a:lnTo>
                <a:lnTo>
                  <a:pt x="771" y="55"/>
                </a:lnTo>
                <a:lnTo>
                  <a:pt x="799" y="46"/>
                </a:lnTo>
                <a:lnTo>
                  <a:pt x="827" y="38"/>
                </a:lnTo>
                <a:lnTo>
                  <a:pt x="855" y="31"/>
                </a:lnTo>
                <a:lnTo>
                  <a:pt x="883" y="25"/>
                </a:lnTo>
                <a:lnTo>
                  <a:pt x="912" y="19"/>
                </a:lnTo>
                <a:lnTo>
                  <a:pt x="942" y="14"/>
                </a:lnTo>
                <a:lnTo>
                  <a:pt x="971" y="10"/>
                </a:lnTo>
                <a:lnTo>
                  <a:pt x="1000" y="7"/>
                </a:lnTo>
                <a:lnTo>
                  <a:pt x="1029" y="4"/>
                </a:lnTo>
                <a:lnTo>
                  <a:pt x="1058" y="2"/>
                </a:lnTo>
                <a:lnTo>
                  <a:pt x="1087" y="1"/>
                </a:lnTo>
                <a:lnTo>
                  <a:pt x="1116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68880" y="890640"/>
            <a:ext cx="1205280" cy="1204920"/>
          </a:xfrm>
          <a:custGeom>
            <a:avLst/>
            <a:gdLst/>
            <a:ahLst/>
            <a:rect l="0" t="0" r="r" b="b"/>
            <a:pathLst>
              <a:path fill="none" w="3348" h="3347">
                <a:moveTo>
                  <a:pt x="1673" y="0"/>
                </a:moveTo>
                <a:lnTo>
                  <a:pt x="1717" y="0"/>
                </a:lnTo>
                <a:lnTo>
                  <a:pt x="1761" y="2"/>
                </a:lnTo>
                <a:lnTo>
                  <a:pt x="1805" y="5"/>
                </a:lnTo>
                <a:lnTo>
                  <a:pt x="1848" y="9"/>
                </a:lnTo>
                <a:lnTo>
                  <a:pt x="1892" y="14"/>
                </a:lnTo>
                <a:lnTo>
                  <a:pt x="1935" y="20"/>
                </a:lnTo>
                <a:lnTo>
                  <a:pt x="1978" y="28"/>
                </a:lnTo>
                <a:lnTo>
                  <a:pt x="2021" y="36"/>
                </a:lnTo>
                <a:lnTo>
                  <a:pt x="2064" y="46"/>
                </a:lnTo>
                <a:lnTo>
                  <a:pt x="2107" y="57"/>
                </a:lnTo>
                <a:lnTo>
                  <a:pt x="2149" y="69"/>
                </a:lnTo>
                <a:lnTo>
                  <a:pt x="2190" y="82"/>
                </a:lnTo>
                <a:lnTo>
                  <a:pt x="2232" y="96"/>
                </a:lnTo>
                <a:lnTo>
                  <a:pt x="2273" y="111"/>
                </a:lnTo>
                <a:lnTo>
                  <a:pt x="2314" y="127"/>
                </a:lnTo>
                <a:lnTo>
                  <a:pt x="2354" y="144"/>
                </a:lnTo>
                <a:lnTo>
                  <a:pt x="2394" y="163"/>
                </a:lnTo>
                <a:lnTo>
                  <a:pt x="2433" y="182"/>
                </a:lnTo>
                <a:lnTo>
                  <a:pt x="2472" y="202"/>
                </a:lnTo>
                <a:lnTo>
                  <a:pt x="2510" y="224"/>
                </a:lnTo>
                <a:lnTo>
                  <a:pt x="2548" y="246"/>
                </a:lnTo>
                <a:lnTo>
                  <a:pt x="2585" y="270"/>
                </a:lnTo>
                <a:lnTo>
                  <a:pt x="2621" y="294"/>
                </a:lnTo>
                <a:lnTo>
                  <a:pt x="2657" y="319"/>
                </a:lnTo>
                <a:lnTo>
                  <a:pt x="2692" y="345"/>
                </a:lnTo>
                <a:lnTo>
                  <a:pt x="2726" y="373"/>
                </a:lnTo>
                <a:lnTo>
                  <a:pt x="2760" y="401"/>
                </a:lnTo>
                <a:lnTo>
                  <a:pt x="2793" y="429"/>
                </a:lnTo>
                <a:lnTo>
                  <a:pt x="2825" y="459"/>
                </a:lnTo>
                <a:lnTo>
                  <a:pt x="2857" y="490"/>
                </a:lnTo>
                <a:lnTo>
                  <a:pt x="2887" y="521"/>
                </a:lnTo>
                <a:lnTo>
                  <a:pt x="2917" y="553"/>
                </a:lnTo>
                <a:lnTo>
                  <a:pt x="2946" y="586"/>
                </a:lnTo>
                <a:lnTo>
                  <a:pt x="2974" y="620"/>
                </a:lnTo>
                <a:lnTo>
                  <a:pt x="3001" y="654"/>
                </a:lnTo>
                <a:lnTo>
                  <a:pt x="3027" y="689"/>
                </a:lnTo>
                <a:lnTo>
                  <a:pt x="3052" y="725"/>
                </a:lnTo>
                <a:lnTo>
                  <a:pt x="3077" y="762"/>
                </a:lnTo>
                <a:lnTo>
                  <a:pt x="3100" y="799"/>
                </a:lnTo>
                <a:lnTo>
                  <a:pt x="3123" y="836"/>
                </a:lnTo>
                <a:lnTo>
                  <a:pt x="3144" y="875"/>
                </a:lnTo>
                <a:lnTo>
                  <a:pt x="3165" y="913"/>
                </a:lnTo>
                <a:lnTo>
                  <a:pt x="3185" y="953"/>
                </a:lnTo>
                <a:lnTo>
                  <a:pt x="3203" y="992"/>
                </a:lnTo>
                <a:lnTo>
                  <a:pt x="3220" y="1033"/>
                </a:lnTo>
                <a:lnTo>
                  <a:pt x="3237" y="1073"/>
                </a:lnTo>
                <a:lnTo>
                  <a:pt x="3252" y="1114"/>
                </a:lnTo>
                <a:lnTo>
                  <a:pt x="3266" y="1156"/>
                </a:lnTo>
                <a:lnTo>
                  <a:pt x="3279" y="1198"/>
                </a:lnTo>
                <a:lnTo>
                  <a:pt x="3291" y="1240"/>
                </a:lnTo>
                <a:lnTo>
                  <a:pt x="3301" y="1282"/>
                </a:lnTo>
                <a:lnTo>
                  <a:pt x="3311" y="1325"/>
                </a:lnTo>
                <a:lnTo>
                  <a:pt x="3320" y="1368"/>
                </a:lnTo>
                <a:lnTo>
                  <a:pt x="3327" y="1411"/>
                </a:lnTo>
                <a:lnTo>
                  <a:pt x="3333" y="1454"/>
                </a:lnTo>
                <a:lnTo>
                  <a:pt x="3339" y="1498"/>
                </a:lnTo>
                <a:lnTo>
                  <a:pt x="3343" y="1542"/>
                </a:lnTo>
                <a:lnTo>
                  <a:pt x="3345" y="1585"/>
                </a:lnTo>
                <a:lnTo>
                  <a:pt x="3347" y="1629"/>
                </a:lnTo>
                <a:lnTo>
                  <a:pt x="3348" y="1673"/>
                </a:lnTo>
                <a:lnTo>
                  <a:pt x="3347" y="1717"/>
                </a:lnTo>
                <a:lnTo>
                  <a:pt x="3345" y="1760"/>
                </a:lnTo>
                <a:lnTo>
                  <a:pt x="3343" y="1804"/>
                </a:lnTo>
                <a:lnTo>
                  <a:pt x="3339" y="1848"/>
                </a:lnTo>
                <a:lnTo>
                  <a:pt x="3333" y="1891"/>
                </a:lnTo>
                <a:lnTo>
                  <a:pt x="3327" y="1935"/>
                </a:lnTo>
                <a:lnTo>
                  <a:pt x="3320" y="1978"/>
                </a:lnTo>
                <a:lnTo>
                  <a:pt x="3311" y="2021"/>
                </a:lnTo>
                <a:lnTo>
                  <a:pt x="3301" y="2064"/>
                </a:lnTo>
                <a:lnTo>
                  <a:pt x="3291" y="2106"/>
                </a:lnTo>
                <a:lnTo>
                  <a:pt x="3279" y="2148"/>
                </a:lnTo>
                <a:lnTo>
                  <a:pt x="3266" y="2190"/>
                </a:lnTo>
                <a:lnTo>
                  <a:pt x="3252" y="2231"/>
                </a:lnTo>
                <a:lnTo>
                  <a:pt x="3237" y="2272"/>
                </a:lnTo>
                <a:lnTo>
                  <a:pt x="3220" y="2313"/>
                </a:lnTo>
                <a:lnTo>
                  <a:pt x="3203" y="2353"/>
                </a:lnTo>
                <a:lnTo>
                  <a:pt x="3185" y="2393"/>
                </a:lnTo>
                <a:lnTo>
                  <a:pt x="3165" y="2432"/>
                </a:lnTo>
                <a:lnTo>
                  <a:pt x="3144" y="2471"/>
                </a:lnTo>
                <a:lnTo>
                  <a:pt x="3123" y="2509"/>
                </a:lnTo>
                <a:lnTo>
                  <a:pt x="3100" y="2548"/>
                </a:lnTo>
                <a:lnTo>
                  <a:pt x="3077" y="2585"/>
                </a:lnTo>
                <a:lnTo>
                  <a:pt x="3052" y="2622"/>
                </a:lnTo>
                <a:lnTo>
                  <a:pt x="3027" y="2657"/>
                </a:lnTo>
                <a:lnTo>
                  <a:pt x="3001" y="2693"/>
                </a:lnTo>
                <a:lnTo>
                  <a:pt x="2974" y="2727"/>
                </a:lnTo>
                <a:lnTo>
                  <a:pt x="2946" y="2761"/>
                </a:lnTo>
                <a:lnTo>
                  <a:pt x="2917" y="2794"/>
                </a:lnTo>
                <a:lnTo>
                  <a:pt x="2887" y="2826"/>
                </a:lnTo>
                <a:lnTo>
                  <a:pt x="2857" y="2857"/>
                </a:lnTo>
                <a:lnTo>
                  <a:pt x="2825" y="2888"/>
                </a:lnTo>
                <a:lnTo>
                  <a:pt x="2793" y="2917"/>
                </a:lnTo>
                <a:lnTo>
                  <a:pt x="2760" y="2946"/>
                </a:lnTo>
                <a:lnTo>
                  <a:pt x="2726" y="2974"/>
                </a:lnTo>
                <a:lnTo>
                  <a:pt x="2692" y="3001"/>
                </a:lnTo>
                <a:lnTo>
                  <a:pt x="2657" y="3028"/>
                </a:lnTo>
                <a:lnTo>
                  <a:pt x="2621" y="3053"/>
                </a:lnTo>
                <a:lnTo>
                  <a:pt x="2585" y="3077"/>
                </a:lnTo>
                <a:lnTo>
                  <a:pt x="2548" y="3101"/>
                </a:lnTo>
                <a:lnTo>
                  <a:pt x="2510" y="3123"/>
                </a:lnTo>
                <a:lnTo>
                  <a:pt x="2472" y="3144"/>
                </a:lnTo>
                <a:lnTo>
                  <a:pt x="2433" y="3165"/>
                </a:lnTo>
                <a:lnTo>
                  <a:pt x="2394" y="3184"/>
                </a:lnTo>
                <a:lnTo>
                  <a:pt x="2354" y="3202"/>
                </a:lnTo>
                <a:lnTo>
                  <a:pt x="2314" y="3220"/>
                </a:lnTo>
                <a:lnTo>
                  <a:pt x="2273" y="3236"/>
                </a:lnTo>
                <a:lnTo>
                  <a:pt x="2232" y="3251"/>
                </a:lnTo>
                <a:lnTo>
                  <a:pt x="2190" y="3265"/>
                </a:lnTo>
                <a:lnTo>
                  <a:pt x="2149" y="3278"/>
                </a:lnTo>
                <a:lnTo>
                  <a:pt x="2107" y="3290"/>
                </a:lnTo>
                <a:lnTo>
                  <a:pt x="2064" y="3301"/>
                </a:lnTo>
                <a:lnTo>
                  <a:pt x="2021" y="3311"/>
                </a:lnTo>
                <a:lnTo>
                  <a:pt x="1978" y="3319"/>
                </a:lnTo>
                <a:lnTo>
                  <a:pt x="1935" y="3327"/>
                </a:lnTo>
                <a:lnTo>
                  <a:pt x="1892" y="3333"/>
                </a:lnTo>
                <a:lnTo>
                  <a:pt x="1848" y="3338"/>
                </a:lnTo>
                <a:lnTo>
                  <a:pt x="1805" y="3342"/>
                </a:lnTo>
                <a:lnTo>
                  <a:pt x="1761" y="3345"/>
                </a:lnTo>
                <a:lnTo>
                  <a:pt x="1717" y="3347"/>
                </a:lnTo>
                <a:lnTo>
                  <a:pt x="1673" y="3347"/>
                </a:lnTo>
                <a:lnTo>
                  <a:pt x="1630" y="3347"/>
                </a:lnTo>
                <a:lnTo>
                  <a:pt x="1586" y="3345"/>
                </a:lnTo>
                <a:lnTo>
                  <a:pt x="1542" y="3342"/>
                </a:lnTo>
                <a:lnTo>
                  <a:pt x="1499" y="3338"/>
                </a:lnTo>
                <a:lnTo>
                  <a:pt x="1455" y="3333"/>
                </a:lnTo>
                <a:lnTo>
                  <a:pt x="1412" y="3327"/>
                </a:lnTo>
                <a:lnTo>
                  <a:pt x="1369" y="3319"/>
                </a:lnTo>
                <a:lnTo>
                  <a:pt x="1326" y="3311"/>
                </a:lnTo>
                <a:lnTo>
                  <a:pt x="1283" y="3301"/>
                </a:lnTo>
                <a:lnTo>
                  <a:pt x="1240" y="3290"/>
                </a:lnTo>
                <a:lnTo>
                  <a:pt x="1198" y="3278"/>
                </a:lnTo>
                <a:lnTo>
                  <a:pt x="1156" y="3265"/>
                </a:lnTo>
                <a:lnTo>
                  <a:pt x="1115" y="3251"/>
                </a:lnTo>
                <a:lnTo>
                  <a:pt x="1074" y="3236"/>
                </a:lnTo>
                <a:lnTo>
                  <a:pt x="1033" y="3220"/>
                </a:lnTo>
                <a:lnTo>
                  <a:pt x="993" y="3202"/>
                </a:lnTo>
                <a:lnTo>
                  <a:pt x="953" y="3184"/>
                </a:lnTo>
                <a:lnTo>
                  <a:pt x="914" y="3165"/>
                </a:lnTo>
                <a:lnTo>
                  <a:pt x="875" y="3144"/>
                </a:lnTo>
                <a:lnTo>
                  <a:pt x="837" y="3123"/>
                </a:lnTo>
                <a:lnTo>
                  <a:pt x="799" y="3101"/>
                </a:lnTo>
                <a:lnTo>
                  <a:pt x="762" y="3077"/>
                </a:lnTo>
                <a:lnTo>
                  <a:pt x="726" y="3053"/>
                </a:lnTo>
                <a:lnTo>
                  <a:pt x="690" y="3028"/>
                </a:lnTo>
                <a:lnTo>
                  <a:pt x="655" y="3001"/>
                </a:lnTo>
                <a:lnTo>
                  <a:pt x="620" y="2974"/>
                </a:lnTo>
                <a:lnTo>
                  <a:pt x="587" y="2946"/>
                </a:lnTo>
                <a:lnTo>
                  <a:pt x="554" y="2917"/>
                </a:lnTo>
                <a:lnTo>
                  <a:pt x="522" y="2888"/>
                </a:lnTo>
                <a:lnTo>
                  <a:pt x="490" y="2857"/>
                </a:lnTo>
                <a:lnTo>
                  <a:pt x="460" y="2826"/>
                </a:lnTo>
                <a:lnTo>
                  <a:pt x="430" y="2794"/>
                </a:lnTo>
                <a:lnTo>
                  <a:pt x="401" y="2761"/>
                </a:lnTo>
                <a:lnTo>
                  <a:pt x="373" y="2727"/>
                </a:lnTo>
                <a:lnTo>
                  <a:pt x="346" y="2693"/>
                </a:lnTo>
                <a:lnTo>
                  <a:pt x="320" y="2657"/>
                </a:lnTo>
                <a:lnTo>
                  <a:pt x="295" y="2622"/>
                </a:lnTo>
                <a:lnTo>
                  <a:pt x="270" y="2585"/>
                </a:lnTo>
                <a:lnTo>
                  <a:pt x="247" y="2548"/>
                </a:lnTo>
                <a:lnTo>
                  <a:pt x="224" y="2509"/>
                </a:lnTo>
                <a:lnTo>
                  <a:pt x="203" y="2471"/>
                </a:lnTo>
                <a:lnTo>
                  <a:pt x="183" y="2432"/>
                </a:lnTo>
                <a:lnTo>
                  <a:pt x="163" y="2393"/>
                </a:lnTo>
                <a:lnTo>
                  <a:pt x="145" y="2353"/>
                </a:lnTo>
                <a:lnTo>
                  <a:pt x="128" y="2313"/>
                </a:lnTo>
                <a:lnTo>
                  <a:pt x="111" y="2272"/>
                </a:lnTo>
                <a:lnTo>
                  <a:pt x="96" y="2231"/>
                </a:lnTo>
                <a:lnTo>
                  <a:pt x="82" y="2190"/>
                </a:lnTo>
                <a:lnTo>
                  <a:pt x="69" y="2148"/>
                </a:lnTo>
                <a:lnTo>
                  <a:pt x="57" y="2106"/>
                </a:lnTo>
                <a:lnTo>
                  <a:pt x="46" y="2064"/>
                </a:lnTo>
                <a:lnTo>
                  <a:pt x="37" y="2021"/>
                </a:lnTo>
                <a:lnTo>
                  <a:pt x="28" y="1978"/>
                </a:lnTo>
                <a:lnTo>
                  <a:pt x="21" y="1935"/>
                </a:lnTo>
                <a:lnTo>
                  <a:pt x="15" y="1891"/>
                </a:lnTo>
                <a:lnTo>
                  <a:pt x="9" y="1848"/>
                </a:lnTo>
                <a:lnTo>
                  <a:pt x="5" y="1804"/>
                </a:lnTo>
                <a:lnTo>
                  <a:pt x="3" y="1760"/>
                </a:lnTo>
                <a:lnTo>
                  <a:pt x="1" y="1717"/>
                </a:lnTo>
                <a:lnTo>
                  <a:pt x="0" y="1673"/>
                </a:lnTo>
                <a:lnTo>
                  <a:pt x="1" y="1629"/>
                </a:lnTo>
                <a:lnTo>
                  <a:pt x="3" y="1585"/>
                </a:lnTo>
                <a:lnTo>
                  <a:pt x="5" y="1542"/>
                </a:lnTo>
                <a:lnTo>
                  <a:pt x="9" y="1498"/>
                </a:lnTo>
                <a:lnTo>
                  <a:pt x="15" y="1454"/>
                </a:lnTo>
                <a:lnTo>
                  <a:pt x="21" y="1411"/>
                </a:lnTo>
                <a:lnTo>
                  <a:pt x="28" y="1368"/>
                </a:lnTo>
                <a:lnTo>
                  <a:pt x="37" y="1325"/>
                </a:lnTo>
                <a:lnTo>
                  <a:pt x="46" y="1282"/>
                </a:lnTo>
                <a:lnTo>
                  <a:pt x="57" y="1240"/>
                </a:lnTo>
                <a:lnTo>
                  <a:pt x="69" y="1198"/>
                </a:lnTo>
                <a:lnTo>
                  <a:pt x="82" y="1156"/>
                </a:lnTo>
                <a:lnTo>
                  <a:pt x="96" y="1114"/>
                </a:lnTo>
                <a:lnTo>
                  <a:pt x="111" y="1073"/>
                </a:lnTo>
                <a:lnTo>
                  <a:pt x="128" y="1033"/>
                </a:lnTo>
                <a:lnTo>
                  <a:pt x="145" y="992"/>
                </a:lnTo>
                <a:lnTo>
                  <a:pt x="163" y="953"/>
                </a:lnTo>
                <a:lnTo>
                  <a:pt x="183" y="913"/>
                </a:lnTo>
                <a:lnTo>
                  <a:pt x="203" y="875"/>
                </a:lnTo>
                <a:lnTo>
                  <a:pt x="224" y="836"/>
                </a:lnTo>
                <a:lnTo>
                  <a:pt x="247" y="799"/>
                </a:lnTo>
                <a:lnTo>
                  <a:pt x="270" y="762"/>
                </a:lnTo>
                <a:lnTo>
                  <a:pt x="295" y="725"/>
                </a:lnTo>
                <a:lnTo>
                  <a:pt x="320" y="689"/>
                </a:lnTo>
                <a:lnTo>
                  <a:pt x="346" y="654"/>
                </a:lnTo>
                <a:lnTo>
                  <a:pt x="373" y="620"/>
                </a:lnTo>
                <a:lnTo>
                  <a:pt x="401" y="586"/>
                </a:lnTo>
                <a:lnTo>
                  <a:pt x="430" y="553"/>
                </a:lnTo>
                <a:lnTo>
                  <a:pt x="460" y="521"/>
                </a:lnTo>
                <a:lnTo>
                  <a:pt x="490" y="490"/>
                </a:lnTo>
                <a:lnTo>
                  <a:pt x="522" y="459"/>
                </a:lnTo>
                <a:lnTo>
                  <a:pt x="554" y="429"/>
                </a:lnTo>
                <a:lnTo>
                  <a:pt x="587" y="401"/>
                </a:lnTo>
                <a:lnTo>
                  <a:pt x="620" y="373"/>
                </a:lnTo>
                <a:lnTo>
                  <a:pt x="655" y="345"/>
                </a:lnTo>
                <a:lnTo>
                  <a:pt x="690" y="319"/>
                </a:lnTo>
                <a:lnTo>
                  <a:pt x="726" y="294"/>
                </a:lnTo>
                <a:lnTo>
                  <a:pt x="762" y="270"/>
                </a:lnTo>
                <a:lnTo>
                  <a:pt x="799" y="246"/>
                </a:lnTo>
                <a:lnTo>
                  <a:pt x="837" y="224"/>
                </a:lnTo>
                <a:lnTo>
                  <a:pt x="875" y="202"/>
                </a:lnTo>
                <a:lnTo>
                  <a:pt x="914" y="182"/>
                </a:lnTo>
                <a:lnTo>
                  <a:pt x="953" y="163"/>
                </a:lnTo>
                <a:lnTo>
                  <a:pt x="993" y="144"/>
                </a:lnTo>
                <a:lnTo>
                  <a:pt x="1033" y="127"/>
                </a:lnTo>
                <a:lnTo>
                  <a:pt x="1074" y="111"/>
                </a:lnTo>
                <a:lnTo>
                  <a:pt x="1115" y="96"/>
                </a:lnTo>
                <a:lnTo>
                  <a:pt x="1156" y="82"/>
                </a:lnTo>
                <a:lnTo>
                  <a:pt x="1198" y="69"/>
                </a:lnTo>
                <a:lnTo>
                  <a:pt x="1240" y="57"/>
                </a:lnTo>
                <a:lnTo>
                  <a:pt x="1283" y="46"/>
                </a:lnTo>
                <a:lnTo>
                  <a:pt x="1326" y="36"/>
                </a:lnTo>
                <a:lnTo>
                  <a:pt x="1369" y="28"/>
                </a:lnTo>
                <a:lnTo>
                  <a:pt x="1412" y="20"/>
                </a:lnTo>
                <a:lnTo>
                  <a:pt x="1455" y="14"/>
                </a:lnTo>
                <a:lnTo>
                  <a:pt x="1499" y="9"/>
                </a:lnTo>
                <a:lnTo>
                  <a:pt x="1542" y="5"/>
                </a:lnTo>
                <a:lnTo>
                  <a:pt x="1586" y="2"/>
                </a:lnTo>
                <a:lnTo>
                  <a:pt x="1630" y="0"/>
                </a:lnTo>
                <a:lnTo>
                  <a:pt x="1673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468360" y="689760"/>
            <a:ext cx="1606320" cy="1606680"/>
          </a:xfrm>
          <a:custGeom>
            <a:avLst/>
            <a:gdLst/>
            <a:ahLst/>
            <a:rect l="0" t="0" r="r" b="b"/>
            <a:pathLst>
              <a:path fill="none" w="4462" h="4463">
                <a:moveTo>
                  <a:pt x="2231" y="0"/>
                </a:moveTo>
                <a:lnTo>
                  <a:pt x="2290" y="1"/>
                </a:lnTo>
                <a:lnTo>
                  <a:pt x="2348" y="3"/>
                </a:lnTo>
                <a:lnTo>
                  <a:pt x="2407" y="7"/>
                </a:lnTo>
                <a:lnTo>
                  <a:pt x="2465" y="12"/>
                </a:lnTo>
                <a:lnTo>
                  <a:pt x="2523" y="19"/>
                </a:lnTo>
                <a:lnTo>
                  <a:pt x="2580" y="27"/>
                </a:lnTo>
                <a:lnTo>
                  <a:pt x="2638" y="37"/>
                </a:lnTo>
                <a:lnTo>
                  <a:pt x="2695" y="49"/>
                </a:lnTo>
                <a:lnTo>
                  <a:pt x="2752" y="62"/>
                </a:lnTo>
                <a:lnTo>
                  <a:pt x="2809" y="76"/>
                </a:lnTo>
                <a:lnTo>
                  <a:pt x="2865" y="92"/>
                </a:lnTo>
                <a:lnTo>
                  <a:pt x="2921" y="109"/>
                </a:lnTo>
                <a:lnTo>
                  <a:pt x="2976" y="128"/>
                </a:lnTo>
                <a:lnTo>
                  <a:pt x="3031" y="148"/>
                </a:lnTo>
                <a:lnTo>
                  <a:pt x="3085" y="170"/>
                </a:lnTo>
                <a:lnTo>
                  <a:pt x="3139" y="193"/>
                </a:lnTo>
                <a:lnTo>
                  <a:pt x="3192" y="217"/>
                </a:lnTo>
                <a:lnTo>
                  <a:pt x="3244" y="243"/>
                </a:lnTo>
                <a:lnTo>
                  <a:pt x="3296" y="270"/>
                </a:lnTo>
                <a:lnTo>
                  <a:pt x="3347" y="299"/>
                </a:lnTo>
                <a:lnTo>
                  <a:pt x="3397" y="330"/>
                </a:lnTo>
                <a:lnTo>
                  <a:pt x="3447" y="361"/>
                </a:lnTo>
                <a:lnTo>
                  <a:pt x="3495" y="393"/>
                </a:lnTo>
                <a:lnTo>
                  <a:pt x="3543" y="427"/>
                </a:lnTo>
                <a:lnTo>
                  <a:pt x="3590" y="462"/>
                </a:lnTo>
                <a:lnTo>
                  <a:pt x="3635" y="498"/>
                </a:lnTo>
                <a:lnTo>
                  <a:pt x="3680" y="535"/>
                </a:lnTo>
                <a:lnTo>
                  <a:pt x="3724" y="574"/>
                </a:lnTo>
                <a:lnTo>
                  <a:pt x="3767" y="614"/>
                </a:lnTo>
                <a:lnTo>
                  <a:pt x="3809" y="654"/>
                </a:lnTo>
                <a:lnTo>
                  <a:pt x="3850" y="696"/>
                </a:lnTo>
                <a:lnTo>
                  <a:pt x="3889" y="739"/>
                </a:lnTo>
                <a:lnTo>
                  <a:pt x="3928" y="783"/>
                </a:lnTo>
                <a:lnTo>
                  <a:pt x="3965" y="828"/>
                </a:lnTo>
                <a:lnTo>
                  <a:pt x="4001" y="874"/>
                </a:lnTo>
                <a:lnTo>
                  <a:pt x="4036" y="921"/>
                </a:lnTo>
                <a:lnTo>
                  <a:pt x="4070" y="968"/>
                </a:lnTo>
                <a:lnTo>
                  <a:pt x="4103" y="1017"/>
                </a:lnTo>
                <a:lnTo>
                  <a:pt x="4134" y="1066"/>
                </a:lnTo>
                <a:lnTo>
                  <a:pt x="4164" y="1116"/>
                </a:lnTo>
                <a:lnTo>
                  <a:pt x="4192" y="1167"/>
                </a:lnTo>
                <a:lnTo>
                  <a:pt x="4219" y="1219"/>
                </a:lnTo>
                <a:lnTo>
                  <a:pt x="4245" y="1271"/>
                </a:lnTo>
                <a:lnTo>
                  <a:pt x="4270" y="1325"/>
                </a:lnTo>
                <a:lnTo>
                  <a:pt x="4293" y="1378"/>
                </a:lnTo>
                <a:lnTo>
                  <a:pt x="4314" y="1432"/>
                </a:lnTo>
                <a:lnTo>
                  <a:pt x="4334" y="1487"/>
                </a:lnTo>
                <a:lnTo>
                  <a:pt x="4353" y="1543"/>
                </a:lnTo>
                <a:lnTo>
                  <a:pt x="4371" y="1598"/>
                </a:lnTo>
                <a:lnTo>
                  <a:pt x="4386" y="1654"/>
                </a:lnTo>
                <a:lnTo>
                  <a:pt x="4401" y="1711"/>
                </a:lnTo>
                <a:lnTo>
                  <a:pt x="4414" y="1768"/>
                </a:lnTo>
                <a:lnTo>
                  <a:pt x="4425" y="1825"/>
                </a:lnTo>
                <a:lnTo>
                  <a:pt x="4435" y="1883"/>
                </a:lnTo>
                <a:lnTo>
                  <a:pt x="4443" y="1941"/>
                </a:lnTo>
                <a:lnTo>
                  <a:pt x="4450" y="1999"/>
                </a:lnTo>
                <a:lnTo>
                  <a:pt x="4456" y="2057"/>
                </a:lnTo>
                <a:lnTo>
                  <a:pt x="4459" y="2115"/>
                </a:lnTo>
                <a:lnTo>
                  <a:pt x="4462" y="2173"/>
                </a:lnTo>
                <a:lnTo>
                  <a:pt x="4462" y="2232"/>
                </a:lnTo>
                <a:lnTo>
                  <a:pt x="4462" y="2290"/>
                </a:lnTo>
                <a:lnTo>
                  <a:pt x="4459" y="2349"/>
                </a:lnTo>
                <a:lnTo>
                  <a:pt x="4456" y="2407"/>
                </a:lnTo>
                <a:lnTo>
                  <a:pt x="4450" y="2465"/>
                </a:lnTo>
                <a:lnTo>
                  <a:pt x="4443" y="2523"/>
                </a:lnTo>
                <a:lnTo>
                  <a:pt x="4435" y="2581"/>
                </a:lnTo>
                <a:lnTo>
                  <a:pt x="4425" y="2638"/>
                </a:lnTo>
                <a:lnTo>
                  <a:pt x="4414" y="2696"/>
                </a:lnTo>
                <a:lnTo>
                  <a:pt x="4401" y="2753"/>
                </a:lnTo>
                <a:lnTo>
                  <a:pt x="4386" y="2809"/>
                </a:lnTo>
                <a:lnTo>
                  <a:pt x="4371" y="2865"/>
                </a:lnTo>
                <a:lnTo>
                  <a:pt x="4353" y="2921"/>
                </a:lnTo>
                <a:lnTo>
                  <a:pt x="4334" y="2977"/>
                </a:lnTo>
                <a:lnTo>
                  <a:pt x="4314" y="3031"/>
                </a:lnTo>
                <a:lnTo>
                  <a:pt x="4293" y="3086"/>
                </a:lnTo>
                <a:lnTo>
                  <a:pt x="4270" y="3139"/>
                </a:lnTo>
                <a:lnTo>
                  <a:pt x="4245" y="3192"/>
                </a:lnTo>
                <a:lnTo>
                  <a:pt x="4219" y="3245"/>
                </a:lnTo>
                <a:lnTo>
                  <a:pt x="4192" y="3296"/>
                </a:lnTo>
                <a:lnTo>
                  <a:pt x="4164" y="3347"/>
                </a:lnTo>
                <a:lnTo>
                  <a:pt x="4134" y="3398"/>
                </a:lnTo>
                <a:lnTo>
                  <a:pt x="4103" y="3447"/>
                </a:lnTo>
                <a:lnTo>
                  <a:pt x="4070" y="3496"/>
                </a:lnTo>
                <a:lnTo>
                  <a:pt x="4036" y="3543"/>
                </a:lnTo>
                <a:lnTo>
                  <a:pt x="4001" y="3590"/>
                </a:lnTo>
                <a:lnTo>
                  <a:pt x="3965" y="3636"/>
                </a:lnTo>
                <a:lnTo>
                  <a:pt x="3928" y="3681"/>
                </a:lnTo>
                <a:lnTo>
                  <a:pt x="3889" y="3725"/>
                </a:lnTo>
                <a:lnTo>
                  <a:pt x="3850" y="3768"/>
                </a:lnTo>
                <a:lnTo>
                  <a:pt x="3809" y="3809"/>
                </a:lnTo>
                <a:lnTo>
                  <a:pt x="3767" y="3850"/>
                </a:lnTo>
                <a:lnTo>
                  <a:pt x="3724" y="3890"/>
                </a:lnTo>
                <a:lnTo>
                  <a:pt x="3680" y="3928"/>
                </a:lnTo>
                <a:lnTo>
                  <a:pt x="3635" y="3966"/>
                </a:lnTo>
                <a:lnTo>
                  <a:pt x="3590" y="4002"/>
                </a:lnTo>
                <a:lnTo>
                  <a:pt x="3543" y="4037"/>
                </a:lnTo>
                <a:lnTo>
                  <a:pt x="3495" y="4070"/>
                </a:lnTo>
                <a:lnTo>
                  <a:pt x="3447" y="4103"/>
                </a:lnTo>
                <a:lnTo>
                  <a:pt x="3397" y="4134"/>
                </a:lnTo>
                <a:lnTo>
                  <a:pt x="3347" y="4164"/>
                </a:lnTo>
                <a:lnTo>
                  <a:pt x="3296" y="4192"/>
                </a:lnTo>
                <a:lnTo>
                  <a:pt x="3244" y="4220"/>
                </a:lnTo>
                <a:lnTo>
                  <a:pt x="3192" y="4245"/>
                </a:lnTo>
                <a:lnTo>
                  <a:pt x="3139" y="4270"/>
                </a:lnTo>
                <a:lnTo>
                  <a:pt x="3085" y="4293"/>
                </a:lnTo>
                <a:lnTo>
                  <a:pt x="3031" y="4315"/>
                </a:lnTo>
                <a:lnTo>
                  <a:pt x="2976" y="4335"/>
                </a:lnTo>
                <a:lnTo>
                  <a:pt x="2921" y="4354"/>
                </a:lnTo>
                <a:lnTo>
                  <a:pt x="2865" y="4371"/>
                </a:lnTo>
                <a:lnTo>
                  <a:pt x="2809" y="4387"/>
                </a:lnTo>
                <a:lnTo>
                  <a:pt x="2752" y="4401"/>
                </a:lnTo>
                <a:lnTo>
                  <a:pt x="2695" y="4414"/>
                </a:lnTo>
                <a:lnTo>
                  <a:pt x="2638" y="4425"/>
                </a:lnTo>
                <a:lnTo>
                  <a:pt x="2580" y="4435"/>
                </a:lnTo>
                <a:lnTo>
                  <a:pt x="2523" y="4444"/>
                </a:lnTo>
                <a:lnTo>
                  <a:pt x="2465" y="4451"/>
                </a:lnTo>
                <a:lnTo>
                  <a:pt x="2407" y="4456"/>
                </a:lnTo>
                <a:lnTo>
                  <a:pt x="2348" y="4460"/>
                </a:lnTo>
                <a:lnTo>
                  <a:pt x="2290" y="4462"/>
                </a:lnTo>
                <a:lnTo>
                  <a:pt x="2231" y="4463"/>
                </a:lnTo>
                <a:lnTo>
                  <a:pt x="2173" y="4462"/>
                </a:lnTo>
                <a:lnTo>
                  <a:pt x="2115" y="4460"/>
                </a:lnTo>
                <a:lnTo>
                  <a:pt x="2056" y="4456"/>
                </a:lnTo>
                <a:lnTo>
                  <a:pt x="1998" y="4451"/>
                </a:lnTo>
                <a:lnTo>
                  <a:pt x="1940" y="4444"/>
                </a:lnTo>
                <a:lnTo>
                  <a:pt x="1883" y="4435"/>
                </a:lnTo>
                <a:lnTo>
                  <a:pt x="1825" y="4425"/>
                </a:lnTo>
                <a:lnTo>
                  <a:pt x="1768" y="4414"/>
                </a:lnTo>
                <a:lnTo>
                  <a:pt x="1711" y="4401"/>
                </a:lnTo>
                <a:lnTo>
                  <a:pt x="1654" y="4387"/>
                </a:lnTo>
                <a:lnTo>
                  <a:pt x="1598" y="4371"/>
                </a:lnTo>
                <a:lnTo>
                  <a:pt x="1542" y="4354"/>
                </a:lnTo>
                <a:lnTo>
                  <a:pt x="1487" y="4335"/>
                </a:lnTo>
                <a:lnTo>
                  <a:pt x="1432" y="4315"/>
                </a:lnTo>
                <a:lnTo>
                  <a:pt x="1378" y="4293"/>
                </a:lnTo>
                <a:lnTo>
                  <a:pt x="1324" y="4270"/>
                </a:lnTo>
                <a:lnTo>
                  <a:pt x="1271" y="4245"/>
                </a:lnTo>
                <a:lnTo>
                  <a:pt x="1219" y="4220"/>
                </a:lnTo>
                <a:lnTo>
                  <a:pt x="1167" y="4192"/>
                </a:lnTo>
                <a:lnTo>
                  <a:pt x="1116" y="4164"/>
                </a:lnTo>
                <a:lnTo>
                  <a:pt x="1066" y="4134"/>
                </a:lnTo>
                <a:lnTo>
                  <a:pt x="1016" y="4103"/>
                </a:lnTo>
                <a:lnTo>
                  <a:pt x="968" y="4070"/>
                </a:lnTo>
                <a:lnTo>
                  <a:pt x="919" y="4037"/>
                </a:lnTo>
                <a:lnTo>
                  <a:pt x="872" y="4002"/>
                </a:lnTo>
                <a:lnTo>
                  <a:pt x="826" y="3966"/>
                </a:lnTo>
                <a:lnTo>
                  <a:pt x="782" y="3928"/>
                </a:lnTo>
                <a:lnTo>
                  <a:pt x="738" y="3890"/>
                </a:lnTo>
                <a:lnTo>
                  <a:pt x="695" y="3850"/>
                </a:lnTo>
                <a:lnTo>
                  <a:pt x="653" y="3809"/>
                </a:lnTo>
                <a:lnTo>
                  <a:pt x="612" y="3768"/>
                </a:lnTo>
                <a:lnTo>
                  <a:pt x="573" y="3725"/>
                </a:lnTo>
                <a:lnTo>
                  <a:pt x="534" y="3681"/>
                </a:lnTo>
                <a:lnTo>
                  <a:pt x="497" y="3636"/>
                </a:lnTo>
                <a:lnTo>
                  <a:pt x="461" y="3590"/>
                </a:lnTo>
                <a:lnTo>
                  <a:pt x="426" y="3543"/>
                </a:lnTo>
                <a:lnTo>
                  <a:pt x="392" y="3496"/>
                </a:lnTo>
                <a:lnTo>
                  <a:pt x="359" y="3447"/>
                </a:lnTo>
                <a:lnTo>
                  <a:pt x="328" y="3398"/>
                </a:lnTo>
                <a:lnTo>
                  <a:pt x="298" y="3347"/>
                </a:lnTo>
                <a:lnTo>
                  <a:pt x="270" y="3296"/>
                </a:lnTo>
                <a:lnTo>
                  <a:pt x="243" y="3245"/>
                </a:lnTo>
                <a:lnTo>
                  <a:pt x="217" y="3192"/>
                </a:lnTo>
                <a:lnTo>
                  <a:pt x="192" y="3139"/>
                </a:lnTo>
                <a:lnTo>
                  <a:pt x="169" y="3086"/>
                </a:lnTo>
                <a:lnTo>
                  <a:pt x="148" y="3031"/>
                </a:lnTo>
                <a:lnTo>
                  <a:pt x="128" y="2977"/>
                </a:lnTo>
                <a:lnTo>
                  <a:pt x="109" y="2921"/>
                </a:lnTo>
                <a:lnTo>
                  <a:pt x="91" y="2865"/>
                </a:lnTo>
                <a:lnTo>
                  <a:pt x="76" y="2809"/>
                </a:lnTo>
                <a:lnTo>
                  <a:pt x="61" y="2753"/>
                </a:lnTo>
                <a:lnTo>
                  <a:pt x="48" y="2696"/>
                </a:lnTo>
                <a:lnTo>
                  <a:pt x="37" y="2638"/>
                </a:lnTo>
                <a:lnTo>
                  <a:pt x="27" y="2581"/>
                </a:lnTo>
                <a:lnTo>
                  <a:pt x="19" y="2523"/>
                </a:lnTo>
                <a:lnTo>
                  <a:pt x="12" y="2465"/>
                </a:lnTo>
                <a:lnTo>
                  <a:pt x="6" y="2407"/>
                </a:lnTo>
                <a:lnTo>
                  <a:pt x="3" y="2349"/>
                </a:lnTo>
                <a:lnTo>
                  <a:pt x="0" y="2290"/>
                </a:lnTo>
                <a:lnTo>
                  <a:pt x="0" y="2232"/>
                </a:lnTo>
                <a:lnTo>
                  <a:pt x="0" y="2173"/>
                </a:lnTo>
                <a:lnTo>
                  <a:pt x="3" y="2115"/>
                </a:lnTo>
                <a:lnTo>
                  <a:pt x="6" y="2057"/>
                </a:lnTo>
                <a:lnTo>
                  <a:pt x="12" y="1999"/>
                </a:lnTo>
                <a:lnTo>
                  <a:pt x="19" y="1941"/>
                </a:lnTo>
                <a:lnTo>
                  <a:pt x="27" y="1883"/>
                </a:lnTo>
                <a:lnTo>
                  <a:pt x="37" y="1825"/>
                </a:lnTo>
                <a:lnTo>
                  <a:pt x="48" y="1768"/>
                </a:lnTo>
                <a:lnTo>
                  <a:pt x="61" y="1711"/>
                </a:lnTo>
                <a:lnTo>
                  <a:pt x="76" y="1654"/>
                </a:lnTo>
                <a:lnTo>
                  <a:pt x="91" y="1598"/>
                </a:lnTo>
                <a:lnTo>
                  <a:pt x="109" y="1543"/>
                </a:lnTo>
                <a:lnTo>
                  <a:pt x="128" y="1487"/>
                </a:lnTo>
                <a:lnTo>
                  <a:pt x="148" y="1432"/>
                </a:lnTo>
                <a:lnTo>
                  <a:pt x="169" y="1378"/>
                </a:lnTo>
                <a:lnTo>
                  <a:pt x="192" y="1325"/>
                </a:lnTo>
                <a:lnTo>
                  <a:pt x="217" y="1271"/>
                </a:lnTo>
                <a:lnTo>
                  <a:pt x="243" y="1219"/>
                </a:lnTo>
                <a:lnTo>
                  <a:pt x="270" y="1167"/>
                </a:lnTo>
                <a:lnTo>
                  <a:pt x="298" y="1116"/>
                </a:lnTo>
                <a:lnTo>
                  <a:pt x="328" y="1066"/>
                </a:lnTo>
                <a:lnTo>
                  <a:pt x="359" y="1017"/>
                </a:lnTo>
                <a:lnTo>
                  <a:pt x="392" y="968"/>
                </a:lnTo>
                <a:lnTo>
                  <a:pt x="426" y="921"/>
                </a:lnTo>
                <a:lnTo>
                  <a:pt x="461" y="874"/>
                </a:lnTo>
                <a:lnTo>
                  <a:pt x="497" y="828"/>
                </a:lnTo>
                <a:lnTo>
                  <a:pt x="534" y="783"/>
                </a:lnTo>
                <a:lnTo>
                  <a:pt x="573" y="739"/>
                </a:lnTo>
                <a:lnTo>
                  <a:pt x="612" y="696"/>
                </a:lnTo>
                <a:lnTo>
                  <a:pt x="653" y="654"/>
                </a:lnTo>
                <a:lnTo>
                  <a:pt x="695" y="614"/>
                </a:lnTo>
                <a:lnTo>
                  <a:pt x="738" y="574"/>
                </a:lnTo>
                <a:lnTo>
                  <a:pt x="782" y="535"/>
                </a:lnTo>
                <a:lnTo>
                  <a:pt x="826" y="498"/>
                </a:lnTo>
                <a:lnTo>
                  <a:pt x="872" y="462"/>
                </a:lnTo>
                <a:lnTo>
                  <a:pt x="919" y="427"/>
                </a:lnTo>
                <a:lnTo>
                  <a:pt x="968" y="393"/>
                </a:lnTo>
                <a:lnTo>
                  <a:pt x="1016" y="361"/>
                </a:lnTo>
                <a:lnTo>
                  <a:pt x="1066" y="330"/>
                </a:lnTo>
                <a:lnTo>
                  <a:pt x="1116" y="299"/>
                </a:lnTo>
                <a:lnTo>
                  <a:pt x="1167" y="270"/>
                </a:lnTo>
                <a:lnTo>
                  <a:pt x="1219" y="243"/>
                </a:lnTo>
                <a:lnTo>
                  <a:pt x="1271" y="217"/>
                </a:lnTo>
                <a:lnTo>
                  <a:pt x="1324" y="193"/>
                </a:lnTo>
                <a:lnTo>
                  <a:pt x="1378" y="170"/>
                </a:lnTo>
                <a:lnTo>
                  <a:pt x="1432" y="148"/>
                </a:lnTo>
                <a:lnTo>
                  <a:pt x="1487" y="128"/>
                </a:lnTo>
                <a:lnTo>
                  <a:pt x="1542" y="109"/>
                </a:lnTo>
                <a:lnTo>
                  <a:pt x="1598" y="92"/>
                </a:lnTo>
                <a:lnTo>
                  <a:pt x="1654" y="76"/>
                </a:lnTo>
                <a:lnTo>
                  <a:pt x="1711" y="62"/>
                </a:lnTo>
                <a:lnTo>
                  <a:pt x="1768" y="49"/>
                </a:lnTo>
                <a:lnTo>
                  <a:pt x="1825" y="37"/>
                </a:lnTo>
                <a:lnTo>
                  <a:pt x="1883" y="27"/>
                </a:lnTo>
                <a:lnTo>
                  <a:pt x="1940" y="19"/>
                </a:lnTo>
                <a:lnTo>
                  <a:pt x="1998" y="12"/>
                </a:lnTo>
                <a:lnTo>
                  <a:pt x="2056" y="7"/>
                </a:lnTo>
                <a:lnTo>
                  <a:pt x="2115" y="3"/>
                </a:lnTo>
                <a:lnTo>
                  <a:pt x="2173" y="1"/>
                </a:lnTo>
                <a:lnTo>
                  <a:pt x="2231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 flipV="1">
            <a:off x="1271160" y="608400"/>
            <a:ext cx="0" cy="88452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 flipV="1">
            <a:off x="1271160" y="867600"/>
            <a:ext cx="626040" cy="625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271160" y="1492920"/>
            <a:ext cx="88452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271160" y="1492920"/>
            <a:ext cx="626040" cy="625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271160" y="1492920"/>
            <a:ext cx="0" cy="88416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 flipH="1">
            <a:off x="645840" y="1492920"/>
            <a:ext cx="625680" cy="625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 flipH="1">
            <a:off x="387000" y="1492920"/>
            <a:ext cx="88416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 flipH="1" flipV="1">
            <a:off x="645840" y="867600"/>
            <a:ext cx="625680" cy="625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147320" y="1096920"/>
            <a:ext cx="865440" cy="520200"/>
          </a:xfrm>
          <a:custGeom>
            <a:avLst/>
            <a:gdLst/>
            <a:ahLst/>
            <a:rect l="0" t="0" r="r" b="b"/>
            <a:pathLst>
              <a:path w="2404" h="1445">
                <a:moveTo>
                  <a:pt x="344" y="684"/>
                </a:moveTo>
                <a:lnTo>
                  <a:pt x="1445" y="0"/>
                </a:lnTo>
                <a:lnTo>
                  <a:pt x="2404" y="1101"/>
                </a:lnTo>
                <a:lnTo>
                  <a:pt x="665" y="1420"/>
                </a:lnTo>
                <a:lnTo>
                  <a:pt x="344" y="1275"/>
                </a:lnTo>
                <a:lnTo>
                  <a:pt x="0" y="1445"/>
                </a:lnTo>
                <a:lnTo>
                  <a:pt x="179" y="1101"/>
                </a:lnTo>
                <a:lnTo>
                  <a:pt x="154" y="910"/>
                </a:lnTo>
                <a:lnTo>
                  <a:pt x="344" y="684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161000" y="1157040"/>
            <a:ext cx="937080" cy="479880"/>
          </a:xfrm>
          <a:custGeom>
            <a:avLst/>
            <a:gdLst/>
            <a:ahLst/>
            <a:rect l="0" t="0" r="r" b="b"/>
            <a:pathLst>
              <a:path fill="none" w="2603" h="1333">
                <a:moveTo>
                  <a:pt x="306" y="576"/>
                </a:moveTo>
                <a:lnTo>
                  <a:pt x="1240" y="0"/>
                </a:lnTo>
                <a:lnTo>
                  <a:pt x="2603" y="934"/>
                </a:lnTo>
                <a:lnTo>
                  <a:pt x="707" y="1333"/>
                </a:lnTo>
                <a:lnTo>
                  <a:pt x="306" y="1215"/>
                </a:lnTo>
                <a:lnTo>
                  <a:pt x="0" y="1240"/>
                </a:lnTo>
                <a:lnTo>
                  <a:pt x="135" y="934"/>
                </a:lnTo>
                <a:lnTo>
                  <a:pt x="197" y="825"/>
                </a:lnTo>
                <a:lnTo>
                  <a:pt x="306" y="576"/>
                </a:lnTo>
              </a:path>
            </a:pathLst>
          </a:custGeom>
          <a:ln cap="rnd" w="14760">
            <a:solidFill>
              <a:srgbClr val="1F5F9E"/>
            </a:solidFill>
            <a:custDash>
              <a:ds d="199000" sp="203439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154880" y="1142280"/>
            <a:ext cx="851040" cy="494640"/>
          </a:xfrm>
          <a:custGeom>
            <a:avLst/>
            <a:gdLst/>
            <a:ahLst/>
            <a:rect l="0" t="0" r="r" b="b"/>
            <a:pathLst>
              <a:path fill="none" w="2364" h="1374">
                <a:moveTo>
                  <a:pt x="323" y="545"/>
                </a:moveTo>
                <a:lnTo>
                  <a:pt x="1299" y="0"/>
                </a:lnTo>
                <a:lnTo>
                  <a:pt x="2364" y="975"/>
                </a:lnTo>
                <a:lnTo>
                  <a:pt x="723" y="1374"/>
                </a:lnTo>
                <a:lnTo>
                  <a:pt x="323" y="1234"/>
                </a:lnTo>
                <a:lnTo>
                  <a:pt x="0" y="1298"/>
                </a:lnTo>
                <a:lnTo>
                  <a:pt x="107" y="975"/>
                </a:lnTo>
                <a:lnTo>
                  <a:pt x="159" y="810"/>
                </a:lnTo>
                <a:lnTo>
                  <a:pt x="323" y="545"/>
                </a:lnTo>
              </a:path>
            </a:pathLst>
          </a:custGeom>
          <a:ln w="11880">
            <a:solidFill>
              <a:srgbClr val="9A9A9A"/>
            </a:solidFill>
            <a:custDash>
              <a:ds d="409091" sp="203030"/>
            </a:custDash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147320" y="1096920"/>
            <a:ext cx="865440" cy="520200"/>
          </a:xfrm>
          <a:custGeom>
            <a:avLst/>
            <a:gdLst/>
            <a:ahLst/>
            <a:rect l="0" t="0" r="r" b="b"/>
            <a:pathLst>
              <a:path fill="none" w="2404" h="1445">
                <a:moveTo>
                  <a:pt x="344" y="684"/>
                </a:moveTo>
                <a:lnTo>
                  <a:pt x="1445" y="0"/>
                </a:lnTo>
                <a:lnTo>
                  <a:pt x="2404" y="1101"/>
                </a:lnTo>
                <a:lnTo>
                  <a:pt x="665" y="1420"/>
                </a:lnTo>
                <a:lnTo>
                  <a:pt x="344" y="1275"/>
                </a:lnTo>
                <a:lnTo>
                  <a:pt x="0" y="1445"/>
                </a:lnTo>
                <a:lnTo>
                  <a:pt x="179" y="1101"/>
                </a:lnTo>
                <a:lnTo>
                  <a:pt x="154" y="910"/>
                </a:lnTo>
                <a:lnTo>
                  <a:pt x="344" y="684"/>
                </a:lnTo>
              </a:path>
            </a:pathLst>
          </a:custGeom>
          <a:ln w="13320">
            <a:solidFill>
              <a:srgbClr val="1A1A1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245960" y="5004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904760" y="7779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2188080" y="14486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1904760" y="2118960"/>
            <a:ext cx="102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1245960" y="2396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515160" y="2118960"/>
            <a:ext cx="123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78640" y="14486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515160" y="777960"/>
            <a:ext cx="127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095120" y="122652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018080" y="104076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941400" y="85536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267480" y="272160"/>
            <a:ext cx="200880" cy="0"/>
          </a:xfrm>
          <a:prstGeom prst="line">
            <a:avLst/>
          </a:prstGeom>
          <a:ln w="13320">
            <a:solidFill>
              <a:srgbClr val="1A1A1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480" tIns="-6480" rIns="6480" bIns="-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64360" y="66996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67480" y="364680"/>
            <a:ext cx="200880" cy="0"/>
          </a:xfrm>
          <a:prstGeom prst="line">
            <a:avLst/>
          </a:prstGeom>
          <a:ln w="11880">
            <a:solidFill>
              <a:srgbClr val="9A9A9A"/>
            </a:solidFill>
            <a:custDash>
              <a:ds d="409091" sp="20303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760" tIns="-5760" rIns="5760" bIns="-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518400" y="227880"/>
            <a:ext cx="1140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Observed (642 records, 361 spp.)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67480" y="456840"/>
            <a:ext cx="200880" cy="0"/>
          </a:xfrm>
          <a:prstGeom prst="line">
            <a:avLst/>
          </a:prstGeom>
          <a:ln cap="rnd" w="14760">
            <a:solidFill>
              <a:srgbClr val="1F5F9E"/>
            </a:solidFill>
            <a:custDash>
              <a:ds d="199000" sp="203439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18400" y="320400"/>
            <a:ext cx="678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Expected: geometry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18400" y="412560"/>
            <a:ext cx="938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Expected: geometry + effort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1830960" y="2247120"/>
            <a:ext cx="462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NE–SE share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729440" y="2333880"/>
            <a:ext cx="56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Observed 72.9%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1716480" y="2420640"/>
            <a:ext cx="5724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Geometry 71.4%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89720" y="63360"/>
            <a:ext cx="19803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Geometry alone reproduces the eastward skew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903040" y="227880"/>
            <a:ext cx="3587040" cy="2269080"/>
          </a:xfrm>
          <a:custGeom>
            <a:avLst/>
            <a:gdLst/>
            <a:ahLst/>
            <a:rect l="0" t="0" r="r" b="b"/>
            <a:pathLst>
              <a:path w="9964" h="6303">
                <a:moveTo>
                  <a:pt x="0" y="0"/>
                </a:moveTo>
                <a:lnTo>
                  <a:pt x="9964" y="0"/>
                </a:lnTo>
                <a:lnTo>
                  <a:pt x="9964" y="6303"/>
                </a:lnTo>
                <a:lnTo>
                  <a:pt x="0" y="630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2903040" y="1362240"/>
            <a:ext cx="3586680" cy="0"/>
          </a:xfrm>
          <a:prstGeom prst="line">
            <a:avLst/>
          </a:prstGeom>
          <a:ln w="6480">
            <a:solidFill>
              <a:srgbClr val="5A5A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3010680" y="1026000"/>
            <a:ext cx="90000" cy="718200"/>
          </a:xfrm>
          <a:custGeom>
            <a:avLst/>
            <a:gdLst/>
            <a:ahLst/>
            <a:rect l="0" t="0" r="r" b="b"/>
            <a:pathLst>
              <a:path w="250" h="1995">
                <a:moveTo>
                  <a:pt x="0" y="0"/>
                </a:moveTo>
                <a:lnTo>
                  <a:pt x="250" y="0"/>
                </a:lnTo>
                <a:lnTo>
                  <a:pt x="250" y="1995"/>
                </a:lnTo>
                <a:lnTo>
                  <a:pt x="0" y="1995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3458880" y="1194840"/>
            <a:ext cx="90360" cy="344880"/>
          </a:xfrm>
          <a:custGeom>
            <a:avLst/>
            <a:gdLst/>
            <a:ahLst/>
            <a:rect l="0" t="0" r="r" b="b"/>
            <a:pathLst>
              <a:path w="251" h="958">
                <a:moveTo>
                  <a:pt x="0" y="0"/>
                </a:moveTo>
                <a:lnTo>
                  <a:pt x="251" y="0"/>
                </a:lnTo>
                <a:lnTo>
                  <a:pt x="251" y="958"/>
                </a:lnTo>
                <a:lnTo>
                  <a:pt x="0" y="958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3907440" y="1248840"/>
            <a:ext cx="90000" cy="233280"/>
          </a:xfrm>
          <a:custGeom>
            <a:avLst/>
            <a:gdLst/>
            <a:ahLst/>
            <a:rect l="0" t="0" r="r" b="b"/>
            <a:pathLst>
              <a:path w="250" h="648">
                <a:moveTo>
                  <a:pt x="0" y="0"/>
                </a:moveTo>
                <a:lnTo>
                  <a:pt x="250" y="0"/>
                </a:lnTo>
                <a:lnTo>
                  <a:pt x="250" y="648"/>
                </a:lnTo>
                <a:lnTo>
                  <a:pt x="0" y="648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4355640" y="1068120"/>
            <a:ext cx="90000" cy="620280"/>
          </a:xfrm>
          <a:custGeom>
            <a:avLst/>
            <a:gdLst/>
            <a:ahLst/>
            <a:rect l="0" t="0" r="r" b="b"/>
            <a:pathLst>
              <a:path w="250" h="1723">
                <a:moveTo>
                  <a:pt x="0" y="0"/>
                </a:moveTo>
                <a:lnTo>
                  <a:pt x="250" y="0"/>
                </a:lnTo>
                <a:lnTo>
                  <a:pt x="250" y="1723"/>
                </a:lnTo>
                <a:lnTo>
                  <a:pt x="0" y="1723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4804200" y="933480"/>
            <a:ext cx="90000" cy="919080"/>
          </a:xfrm>
          <a:custGeom>
            <a:avLst/>
            <a:gdLst/>
            <a:ahLst/>
            <a:rect l="0" t="0" r="r" b="b"/>
            <a:pathLst>
              <a:path w="250" h="2553">
                <a:moveTo>
                  <a:pt x="0" y="0"/>
                </a:moveTo>
                <a:lnTo>
                  <a:pt x="250" y="0"/>
                </a:lnTo>
                <a:lnTo>
                  <a:pt x="250" y="2553"/>
                </a:lnTo>
                <a:lnTo>
                  <a:pt x="0" y="2553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252400" y="1125720"/>
            <a:ext cx="90000" cy="524520"/>
          </a:xfrm>
          <a:custGeom>
            <a:avLst/>
            <a:gdLst/>
            <a:ahLst/>
            <a:rect l="0" t="0" r="r" b="b"/>
            <a:pathLst>
              <a:path w="250" h="1457">
                <a:moveTo>
                  <a:pt x="0" y="0"/>
                </a:moveTo>
                <a:lnTo>
                  <a:pt x="250" y="0"/>
                </a:lnTo>
                <a:lnTo>
                  <a:pt x="250" y="1457"/>
                </a:lnTo>
                <a:lnTo>
                  <a:pt x="0" y="1457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700960" y="820800"/>
            <a:ext cx="90000" cy="1159200"/>
          </a:xfrm>
          <a:custGeom>
            <a:avLst/>
            <a:gdLst/>
            <a:ahLst/>
            <a:rect l="0" t="0" r="r" b="b"/>
            <a:pathLst>
              <a:path w="250" h="3220">
                <a:moveTo>
                  <a:pt x="0" y="0"/>
                </a:moveTo>
                <a:lnTo>
                  <a:pt x="250" y="0"/>
                </a:lnTo>
                <a:lnTo>
                  <a:pt x="250" y="3220"/>
                </a:lnTo>
                <a:lnTo>
                  <a:pt x="0" y="3220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6149160" y="887400"/>
            <a:ext cx="90000" cy="1112400"/>
          </a:xfrm>
          <a:custGeom>
            <a:avLst/>
            <a:gdLst/>
            <a:ahLst/>
            <a:rect l="0" t="0" r="r" b="b"/>
            <a:pathLst>
              <a:path w="250" h="3090">
                <a:moveTo>
                  <a:pt x="0" y="0"/>
                </a:moveTo>
                <a:lnTo>
                  <a:pt x="250" y="0"/>
                </a:lnTo>
                <a:lnTo>
                  <a:pt x="250" y="3090"/>
                </a:lnTo>
                <a:lnTo>
                  <a:pt x="0" y="3090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153960" y="988560"/>
            <a:ext cx="90360" cy="779400"/>
          </a:xfrm>
          <a:custGeom>
            <a:avLst/>
            <a:gdLst/>
            <a:ahLst/>
            <a:rect l="0" t="0" r="r" b="b"/>
            <a:pathLst>
              <a:path w="251" h="2165">
                <a:moveTo>
                  <a:pt x="0" y="0"/>
                </a:moveTo>
                <a:lnTo>
                  <a:pt x="251" y="0"/>
                </a:lnTo>
                <a:lnTo>
                  <a:pt x="251" y="2165"/>
                </a:lnTo>
                <a:lnTo>
                  <a:pt x="0" y="2165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3602520" y="1200240"/>
            <a:ext cx="90000" cy="339120"/>
          </a:xfrm>
          <a:custGeom>
            <a:avLst/>
            <a:gdLst/>
            <a:ahLst/>
            <a:rect l="0" t="0" r="r" b="b"/>
            <a:pathLst>
              <a:path w="250" h="942">
                <a:moveTo>
                  <a:pt x="0" y="0"/>
                </a:moveTo>
                <a:lnTo>
                  <a:pt x="250" y="0"/>
                </a:lnTo>
                <a:lnTo>
                  <a:pt x="250" y="942"/>
                </a:lnTo>
                <a:lnTo>
                  <a:pt x="0" y="942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4050720" y="1252440"/>
            <a:ext cx="90000" cy="212400"/>
          </a:xfrm>
          <a:custGeom>
            <a:avLst/>
            <a:gdLst/>
            <a:ahLst/>
            <a:rect l="0" t="0" r="r" b="b"/>
            <a:pathLst>
              <a:path w="250" h="590">
                <a:moveTo>
                  <a:pt x="0" y="0"/>
                </a:moveTo>
                <a:lnTo>
                  <a:pt x="250" y="0"/>
                </a:lnTo>
                <a:lnTo>
                  <a:pt x="250" y="590"/>
                </a:lnTo>
                <a:lnTo>
                  <a:pt x="0" y="590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4499280" y="1110960"/>
            <a:ext cx="90000" cy="548640"/>
          </a:xfrm>
          <a:custGeom>
            <a:avLst/>
            <a:gdLst/>
            <a:ahLst/>
            <a:rect l="0" t="0" r="r" b="b"/>
            <a:pathLst>
              <a:path w="250" h="1524">
                <a:moveTo>
                  <a:pt x="0" y="0"/>
                </a:moveTo>
                <a:lnTo>
                  <a:pt x="250" y="0"/>
                </a:lnTo>
                <a:lnTo>
                  <a:pt x="250" y="1524"/>
                </a:lnTo>
                <a:lnTo>
                  <a:pt x="0" y="1524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4947480" y="1022400"/>
            <a:ext cx="90000" cy="820080"/>
          </a:xfrm>
          <a:custGeom>
            <a:avLst/>
            <a:gdLst/>
            <a:ahLst/>
            <a:rect l="0" t="0" r="r" b="b"/>
            <a:pathLst>
              <a:path w="250" h="2278">
                <a:moveTo>
                  <a:pt x="0" y="0"/>
                </a:moveTo>
                <a:lnTo>
                  <a:pt x="250" y="0"/>
                </a:lnTo>
                <a:lnTo>
                  <a:pt x="250" y="2278"/>
                </a:lnTo>
                <a:lnTo>
                  <a:pt x="0" y="2278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5396040" y="1092960"/>
            <a:ext cx="90000" cy="545760"/>
          </a:xfrm>
          <a:custGeom>
            <a:avLst/>
            <a:gdLst/>
            <a:ahLst/>
            <a:rect l="0" t="0" r="r" b="b"/>
            <a:pathLst>
              <a:path w="250" h="1516">
                <a:moveTo>
                  <a:pt x="0" y="0"/>
                </a:moveTo>
                <a:lnTo>
                  <a:pt x="250" y="0"/>
                </a:lnTo>
                <a:lnTo>
                  <a:pt x="250" y="1516"/>
                </a:lnTo>
                <a:lnTo>
                  <a:pt x="0" y="1516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5844240" y="799200"/>
            <a:ext cx="90000" cy="1360080"/>
          </a:xfrm>
          <a:custGeom>
            <a:avLst/>
            <a:gdLst/>
            <a:ahLst/>
            <a:rect l="0" t="0" r="r" b="b"/>
            <a:pathLst>
              <a:path w="250" h="3778">
                <a:moveTo>
                  <a:pt x="0" y="0"/>
                </a:moveTo>
                <a:lnTo>
                  <a:pt x="250" y="0"/>
                </a:lnTo>
                <a:lnTo>
                  <a:pt x="250" y="3778"/>
                </a:lnTo>
                <a:lnTo>
                  <a:pt x="0" y="3778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6292440" y="749520"/>
            <a:ext cx="90000" cy="1533600"/>
          </a:xfrm>
          <a:custGeom>
            <a:avLst/>
            <a:gdLst/>
            <a:ahLst/>
            <a:rect l="0" t="0" r="r" b="b"/>
            <a:pathLst>
              <a:path w="250" h="4260">
                <a:moveTo>
                  <a:pt x="0" y="0"/>
                </a:moveTo>
                <a:lnTo>
                  <a:pt x="250" y="0"/>
                </a:lnTo>
                <a:lnTo>
                  <a:pt x="250" y="4260"/>
                </a:lnTo>
                <a:lnTo>
                  <a:pt x="0" y="4260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3027960" y="138312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79"/>
                  <a:pt x="0" y="179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027960" y="138312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79"/>
                  <a:pt x="0" y="179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3476520" y="1140480"/>
            <a:ext cx="55080" cy="55440"/>
          </a:xfrm>
          <a:custGeom>
            <a:avLst/>
            <a:gdLst/>
            <a:ahLst/>
            <a:rect l="0" t="0" r="r" b="b"/>
            <a:pathLst>
              <a:path w="153" h="154">
                <a:moveTo>
                  <a:pt x="0" y="77"/>
                </a:moveTo>
                <a:cubicBezTo>
                  <a:pt x="0" y="-25"/>
                  <a:pt x="153" y="-25"/>
                  <a:pt x="153" y="77"/>
                </a:cubicBezTo>
                <a:cubicBezTo>
                  <a:pt x="153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3476520" y="1140480"/>
            <a:ext cx="55080" cy="55440"/>
          </a:xfrm>
          <a:custGeom>
            <a:avLst/>
            <a:gdLst/>
            <a:ahLst/>
            <a:rect l="0" t="0" r="r" b="b"/>
            <a:pathLst>
              <a:path fill="none" w="153" h="154">
                <a:moveTo>
                  <a:pt x="153" y="77"/>
                </a:moveTo>
                <a:cubicBezTo>
                  <a:pt x="153" y="180"/>
                  <a:pt x="0" y="180"/>
                  <a:pt x="0" y="77"/>
                </a:cubicBezTo>
                <a:cubicBezTo>
                  <a:pt x="0" y="-25"/>
                  <a:pt x="153" y="-25"/>
                  <a:pt x="153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3924720" y="131976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79"/>
                  <a:pt x="0" y="179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3924720" y="131976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79"/>
                  <a:pt x="0" y="179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4372920" y="169092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5"/>
                  <a:pt x="154" y="-25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4372920" y="169092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5"/>
                  <a:pt x="154" y="-25"/>
                  <a:pt x="154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821480" y="197748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79"/>
                  <a:pt x="0" y="179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4821480" y="197748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79"/>
                  <a:pt x="0" y="179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5269680" y="1235520"/>
            <a:ext cx="55440" cy="55800"/>
          </a:xfrm>
          <a:custGeom>
            <a:avLst/>
            <a:gdLst/>
            <a:ahLst/>
            <a:rect l="0" t="0" r="r" b="b"/>
            <a:pathLst>
              <a:path w="154" h="155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5269680" y="1235520"/>
            <a:ext cx="55440" cy="55800"/>
          </a:xfrm>
          <a:custGeom>
            <a:avLst/>
            <a:gdLst/>
            <a:ahLst/>
            <a:rect l="0" t="0" r="r" b="b"/>
            <a:pathLst>
              <a:path fill="none" w="154" h="155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5717880" y="1773720"/>
            <a:ext cx="55800" cy="55800"/>
          </a:xfrm>
          <a:custGeom>
            <a:avLst/>
            <a:gdLst/>
            <a:ahLst/>
            <a:rect l="0" t="0" r="r" b="b"/>
            <a:pathLst>
              <a:path w="155" h="155">
                <a:moveTo>
                  <a:pt x="0" y="77"/>
                </a:moveTo>
                <a:cubicBezTo>
                  <a:pt x="0" y="-26"/>
                  <a:pt x="155" y="-26"/>
                  <a:pt x="155" y="77"/>
                </a:cubicBezTo>
                <a:cubicBezTo>
                  <a:pt x="155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717880" y="1773720"/>
            <a:ext cx="55800" cy="55800"/>
          </a:xfrm>
          <a:custGeom>
            <a:avLst/>
            <a:gdLst/>
            <a:ahLst/>
            <a:rect l="0" t="0" r="r" b="b"/>
            <a:pathLst>
              <a:path fill="none" w="155" h="155">
                <a:moveTo>
                  <a:pt x="155" y="77"/>
                </a:moveTo>
                <a:cubicBezTo>
                  <a:pt x="155" y="180"/>
                  <a:pt x="0" y="180"/>
                  <a:pt x="0" y="77"/>
                </a:cubicBezTo>
                <a:cubicBezTo>
                  <a:pt x="0" y="-26"/>
                  <a:pt x="155" y="-26"/>
                  <a:pt x="155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166440" y="109980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5"/>
                  <a:pt x="154" y="-25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6166440" y="109980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5"/>
                  <a:pt x="154" y="-25"/>
                  <a:pt x="154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3171600" y="108972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5"/>
                  <a:pt x="154" y="-25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171600" y="108972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5"/>
                  <a:pt x="154" y="-25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619800" y="1070640"/>
            <a:ext cx="55440" cy="55800"/>
          </a:xfrm>
          <a:custGeom>
            <a:avLst/>
            <a:gdLst/>
            <a:ahLst/>
            <a:rect l="0" t="0" r="r" b="b"/>
            <a:pathLst>
              <a:path w="154" h="155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3619800" y="1070640"/>
            <a:ext cx="55440" cy="55800"/>
          </a:xfrm>
          <a:custGeom>
            <a:avLst/>
            <a:gdLst/>
            <a:ahLst/>
            <a:rect l="0" t="0" r="r" b="b"/>
            <a:pathLst>
              <a:path fill="none" w="154" h="155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4068000" y="1509480"/>
            <a:ext cx="55440" cy="55800"/>
          </a:xfrm>
          <a:custGeom>
            <a:avLst/>
            <a:gdLst/>
            <a:ahLst/>
            <a:rect l="0" t="0" r="r" b="b"/>
            <a:pathLst>
              <a:path w="154" h="155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4068000" y="1509480"/>
            <a:ext cx="55440" cy="55800"/>
          </a:xfrm>
          <a:custGeom>
            <a:avLst/>
            <a:gdLst/>
            <a:ahLst/>
            <a:rect l="0" t="0" r="r" b="b"/>
            <a:pathLst>
              <a:path fill="none" w="154" h="155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4516560" y="169236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5"/>
                  <a:pt x="154" y="-25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516560" y="169236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5"/>
                  <a:pt x="154" y="-25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4964760" y="2107080"/>
            <a:ext cx="55440" cy="55800"/>
          </a:xfrm>
          <a:custGeom>
            <a:avLst/>
            <a:gdLst/>
            <a:ahLst/>
            <a:rect l="0" t="0" r="r" b="b"/>
            <a:pathLst>
              <a:path w="154" h="155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4964760" y="2107080"/>
            <a:ext cx="55440" cy="55800"/>
          </a:xfrm>
          <a:custGeom>
            <a:avLst/>
            <a:gdLst/>
            <a:ahLst/>
            <a:rect l="0" t="0" r="r" b="b"/>
            <a:pathLst>
              <a:path fill="none" w="154" h="155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413320" y="114912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79"/>
                  <a:pt x="0" y="179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5413320" y="114912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79"/>
                  <a:pt x="0" y="179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861520" y="1393920"/>
            <a:ext cx="55440" cy="55800"/>
          </a:xfrm>
          <a:custGeom>
            <a:avLst/>
            <a:gdLst/>
            <a:ahLst/>
            <a:rect l="0" t="0" r="r" b="b"/>
            <a:pathLst>
              <a:path w="154" h="155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861520" y="1393920"/>
            <a:ext cx="55440" cy="55800"/>
          </a:xfrm>
          <a:custGeom>
            <a:avLst/>
            <a:gdLst/>
            <a:ahLst/>
            <a:rect l="0" t="0" r="r" b="b"/>
            <a:pathLst>
              <a:path fill="none" w="154" h="155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6309720" y="43956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79"/>
                  <a:pt x="0" y="179"/>
                  <a:pt x="0" y="77"/>
                </a:cubicBezTo>
                <a:close/>
              </a:path>
            </a:pathLst>
          </a:custGeom>
          <a:solidFill>
            <a:srgbClr val="1F5F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6309720" y="43956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79"/>
                  <a:pt x="0" y="179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2957040" y="298080"/>
            <a:ext cx="90000" cy="93600"/>
          </a:xfrm>
          <a:custGeom>
            <a:avLst/>
            <a:gdLst/>
            <a:ahLst/>
            <a:rect l="0" t="0" r="r" b="b"/>
            <a:pathLst>
              <a:path w="250" h="260">
                <a:moveTo>
                  <a:pt x="0" y="0"/>
                </a:moveTo>
                <a:lnTo>
                  <a:pt x="250" y="0"/>
                </a:lnTo>
                <a:lnTo>
                  <a:pt x="250" y="260"/>
                </a:lnTo>
                <a:lnTo>
                  <a:pt x="0" y="260"/>
                </a:lnTo>
                <a:lnTo>
                  <a:pt x="0" y="0"/>
                </a:lnTo>
                <a:close/>
              </a:path>
            </a:pathLst>
          </a:custGeom>
          <a:solidFill>
            <a:srgbClr val="D2D2D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974320" y="317160"/>
            <a:ext cx="55440" cy="55080"/>
          </a:xfrm>
          <a:custGeom>
            <a:avLst/>
            <a:gdLst/>
            <a:ahLst/>
            <a:rect l="0" t="0" r="r" b="b"/>
            <a:pathLst>
              <a:path w="154" h="153">
                <a:moveTo>
                  <a:pt x="0" y="77"/>
                </a:moveTo>
                <a:cubicBezTo>
                  <a:pt x="0" y="-25"/>
                  <a:pt x="154" y="-25"/>
                  <a:pt x="154" y="77"/>
                </a:cubicBezTo>
                <a:cubicBezTo>
                  <a:pt x="154" y="179"/>
                  <a:pt x="0" y="179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2974320" y="317160"/>
            <a:ext cx="55440" cy="55080"/>
          </a:xfrm>
          <a:custGeom>
            <a:avLst/>
            <a:gdLst/>
            <a:ahLst/>
            <a:rect l="0" t="0" r="r" b="b"/>
            <a:pathLst>
              <a:path fill="none" w="154" h="153">
                <a:moveTo>
                  <a:pt x="154" y="77"/>
                </a:moveTo>
                <a:cubicBezTo>
                  <a:pt x="154" y="179"/>
                  <a:pt x="0" y="179"/>
                  <a:pt x="0" y="77"/>
                </a:cubicBezTo>
                <a:cubicBezTo>
                  <a:pt x="0" y="-25"/>
                  <a:pt x="154" y="-25"/>
                  <a:pt x="154" y="77"/>
                </a:cubicBezTo>
              </a:path>
            </a:pathLst>
          </a:custGeom>
          <a:ln cap="rnd" w="8640">
            <a:solidFill>
              <a:srgbClr val="9A9A9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2957040" y="420480"/>
            <a:ext cx="90000" cy="93600"/>
          </a:xfrm>
          <a:custGeom>
            <a:avLst/>
            <a:gdLst/>
            <a:ahLst/>
            <a:rect l="0" t="0" r="r" b="b"/>
            <a:pathLst>
              <a:path w="250" h="260">
                <a:moveTo>
                  <a:pt x="0" y="0"/>
                </a:moveTo>
                <a:lnTo>
                  <a:pt x="250" y="0"/>
                </a:lnTo>
                <a:lnTo>
                  <a:pt x="250" y="260"/>
                </a:lnTo>
                <a:lnTo>
                  <a:pt x="0" y="260"/>
                </a:lnTo>
                <a:lnTo>
                  <a:pt x="0" y="0"/>
                </a:lnTo>
                <a:close/>
              </a:path>
            </a:pathLst>
          </a:custGeom>
          <a:solidFill>
            <a:srgbClr val="AAC2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2974320" y="43956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5"/>
                  <a:pt x="154" y="-25"/>
                  <a:pt x="154" y="77"/>
                </a:cubicBezTo>
                <a:cubicBezTo>
                  <a:pt x="154" y="180"/>
                  <a:pt x="0" y="180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2974320" y="43956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80"/>
                  <a:pt x="0" y="180"/>
                  <a:pt x="0" y="77"/>
                </a:cubicBezTo>
                <a:cubicBezTo>
                  <a:pt x="0" y="-25"/>
                  <a:pt x="154" y="-25"/>
                  <a:pt x="154" y="77"/>
                </a:cubicBezTo>
              </a:path>
            </a:pathLst>
          </a:custGeom>
          <a:ln cap="rnd" w="8640">
            <a:solidFill>
              <a:srgbClr val="1F5F9E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100680" y="287640"/>
            <a:ext cx="10911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Geometry:  χ² = 10.8,  </a:t>
            </a:r>
            <a:r>
              <a:rPr lang="en-US" sz="600" b="0" i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 </a:t>
            </a:r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= 0.039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2974320" y="56196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79"/>
                  <a:pt x="0" y="179"/>
                  <a:pt x="0" y="77"/>
                </a:cubicBezTo>
                <a:close/>
              </a:path>
            </a:pathLst>
          </a:custGeom>
          <a:solidFill>
            <a:srgbClr val="5A5A5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974320" y="56196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79"/>
                  <a:pt x="0" y="179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5A5A5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4117320" y="56196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0" y="77"/>
                </a:moveTo>
                <a:cubicBezTo>
                  <a:pt x="0" y="-26"/>
                  <a:pt x="154" y="-26"/>
                  <a:pt x="154" y="77"/>
                </a:cubicBezTo>
                <a:cubicBezTo>
                  <a:pt x="154" y="179"/>
                  <a:pt x="0" y="179"/>
                  <a:pt x="0" y="7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117320" y="561960"/>
            <a:ext cx="55440" cy="55440"/>
          </a:xfrm>
          <a:custGeom>
            <a:avLst/>
            <a:gdLst/>
            <a:ahLst/>
            <a:rect l="0" t="0" r="r" b="b"/>
            <a:pathLst>
              <a:path fill="none" w="154" h="154">
                <a:moveTo>
                  <a:pt x="154" y="77"/>
                </a:moveTo>
                <a:cubicBezTo>
                  <a:pt x="154" y="179"/>
                  <a:pt x="0" y="179"/>
                  <a:pt x="0" y="77"/>
                </a:cubicBezTo>
                <a:cubicBezTo>
                  <a:pt x="0" y="-26"/>
                  <a:pt x="154" y="-26"/>
                  <a:pt x="154" y="77"/>
                </a:cubicBezTo>
              </a:path>
            </a:pathLst>
          </a:custGeom>
          <a:ln cap="rnd" w="8640">
            <a:solidFill>
              <a:srgbClr val="5A5A5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100680" y="410040"/>
            <a:ext cx="1351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Geometry + effort:  χ² = 26.8,  </a:t>
            </a:r>
            <a:r>
              <a:rPr lang="en-US" sz="600" b="0" i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 </a:t>
            </a:r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= 0.001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100680" y="532440"/>
            <a:ext cx="7988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Holm-adjusted </a:t>
            </a:r>
            <a:r>
              <a:rPr lang="en-US" sz="600" b="0" i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 </a:t>
            </a:r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&lt; 0.05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4243680" y="538920"/>
            <a:ext cx="284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i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 </a:t>
            </a:r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≥ 0.05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957040" y="2177280"/>
            <a:ext cx="487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NW–NE share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957040" y="2264400"/>
            <a:ext cx="56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Observed 40.2%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 flipV="1">
            <a:off x="2903040" y="227880"/>
            <a:ext cx="0" cy="226908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2957040" y="2351160"/>
            <a:ext cx="833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Geometry + effort 32.8%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2758680" y="24303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2720520" y="17798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0.75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822040" y="13179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758680" y="66744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877840" y="24746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877840" y="18241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877840" y="13622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2877840" y="7117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877840" y="2502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2903040" y="2496960"/>
            <a:ext cx="358668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 flipV="1">
            <a:off x="3127320" y="24969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 flipV="1">
            <a:off x="3575520" y="24969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 flipV="1">
            <a:off x="4024080" y="24969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 flipV="1">
            <a:off x="4472280" y="24969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 flipV="1">
            <a:off x="4920480" y="24969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 flipV="1">
            <a:off x="5369040" y="24969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 flipV="1">
            <a:off x="5817240" y="24969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 flipV="1">
            <a:off x="6265800" y="249696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822040" y="20592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102120" y="25272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525120" y="252720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998520" y="25272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421520" y="2527200"/>
            <a:ext cx="1022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895280" y="25272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305680" y="2527200"/>
            <a:ext cx="123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779440" y="25272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6202440" y="2527200"/>
            <a:ext cx="12780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 rot="16200000">
            <a:off x="2049840" y="1335240"/>
            <a:ext cx="1135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Observed / expected records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2694960" y="63360"/>
            <a:ext cx="20044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Beyond geometry and effort, records lean north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75600" y="3089520"/>
            <a:ext cx="1027440" cy="1027080"/>
          </a:xfrm>
          <a:custGeom>
            <a:avLst/>
            <a:gdLst/>
            <a:ahLst/>
            <a:rect l="0" t="0" r="r" b="b"/>
            <a:pathLst>
              <a:path w="2854" h="2853">
                <a:moveTo>
                  <a:pt x="0" y="0"/>
                </a:moveTo>
                <a:lnTo>
                  <a:pt x="2854" y="0"/>
                </a:lnTo>
                <a:lnTo>
                  <a:pt x="2854" y="2853"/>
                </a:lnTo>
                <a:lnTo>
                  <a:pt x="0" y="2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451440" y="3465000"/>
            <a:ext cx="275760" cy="276120"/>
          </a:xfrm>
          <a:custGeom>
            <a:avLst/>
            <a:gdLst/>
            <a:ahLst/>
            <a:rect l="0" t="0" r="r" b="b"/>
            <a:pathLst>
              <a:path fill="none" w="766" h="767">
                <a:moveTo>
                  <a:pt x="383" y="0"/>
                </a:moveTo>
                <a:lnTo>
                  <a:pt x="393" y="0"/>
                </a:lnTo>
                <a:lnTo>
                  <a:pt x="403" y="1"/>
                </a:lnTo>
                <a:lnTo>
                  <a:pt x="413" y="1"/>
                </a:lnTo>
                <a:lnTo>
                  <a:pt x="423" y="2"/>
                </a:lnTo>
                <a:lnTo>
                  <a:pt x="432" y="4"/>
                </a:lnTo>
                <a:lnTo>
                  <a:pt x="442" y="5"/>
                </a:lnTo>
                <a:lnTo>
                  <a:pt x="452" y="7"/>
                </a:lnTo>
                <a:lnTo>
                  <a:pt x="462" y="9"/>
                </a:lnTo>
                <a:lnTo>
                  <a:pt x="472" y="11"/>
                </a:lnTo>
                <a:lnTo>
                  <a:pt x="482" y="13"/>
                </a:lnTo>
                <a:lnTo>
                  <a:pt x="491" y="16"/>
                </a:lnTo>
                <a:lnTo>
                  <a:pt x="501" y="19"/>
                </a:lnTo>
                <a:lnTo>
                  <a:pt x="510" y="22"/>
                </a:lnTo>
                <a:lnTo>
                  <a:pt x="520" y="26"/>
                </a:lnTo>
                <a:lnTo>
                  <a:pt x="529" y="29"/>
                </a:lnTo>
                <a:lnTo>
                  <a:pt x="538" y="33"/>
                </a:lnTo>
                <a:lnTo>
                  <a:pt x="547" y="38"/>
                </a:lnTo>
                <a:lnTo>
                  <a:pt x="556" y="42"/>
                </a:lnTo>
                <a:lnTo>
                  <a:pt x="565" y="47"/>
                </a:lnTo>
                <a:lnTo>
                  <a:pt x="574" y="52"/>
                </a:lnTo>
                <a:lnTo>
                  <a:pt x="583" y="57"/>
                </a:lnTo>
                <a:lnTo>
                  <a:pt x="591" y="62"/>
                </a:lnTo>
                <a:lnTo>
                  <a:pt x="599" y="68"/>
                </a:lnTo>
                <a:lnTo>
                  <a:pt x="608" y="73"/>
                </a:lnTo>
                <a:lnTo>
                  <a:pt x="616" y="79"/>
                </a:lnTo>
                <a:lnTo>
                  <a:pt x="623" y="86"/>
                </a:lnTo>
                <a:lnTo>
                  <a:pt x="631" y="92"/>
                </a:lnTo>
                <a:lnTo>
                  <a:pt x="639" y="99"/>
                </a:lnTo>
                <a:lnTo>
                  <a:pt x="646" y="105"/>
                </a:lnTo>
                <a:lnTo>
                  <a:pt x="653" y="112"/>
                </a:lnTo>
                <a:lnTo>
                  <a:pt x="661" y="120"/>
                </a:lnTo>
                <a:lnTo>
                  <a:pt x="668" y="127"/>
                </a:lnTo>
                <a:lnTo>
                  <a:pt x="675" y="134"/>
                </a:lnTo>
                <a:lnTo>
                  <a:pt x="681" y="142"/>
                </a:lnTo>
                <a:lnTo>
                  <a:pt x="687" y="150"/>
                </a:lnTo>
                <a:lnTo>
                  <a:pt x="693" y="158"/>
                </a:lnTo>
                <a:lnTo>
                  <a:pt x="699" y="166"/>
                </a:lnTo>
                <a:lnTo>
                  <a:pt x="705" y="175"/>
                </a:lnTo>
                <a:lnTo>
                  <a:pt x="710" y="183"/>
                </a:lnTo>
                <a:lnTo>
                  <a:pt x="715" y="192"/>
                </a:lnTo>
                <a:lnTo>
                  <a:pt x="720" y="200"/>
                </a:lnTo>
                <a:lnTo>
                  <a:pt x="725" y="209"/>
                </a:lnTo>
                <a:lnTo>
                  <a:pt x="729" y="218"/>
                </a:lnTo>
                <a:lnTo>
                  <a:pt x="733" y="227"/>
                </a:lnTo>
                <a:lnTo>
                  <a:pt x="737" y="237"/>
                </a:lnTo>
                <a:lnTo>
                  <a:pt x="741" y="246"/>
                </a:lnTo>
                <a:lnTo>
                  <a:pt x="745" y="255"/>
                </a:lnTo>
                <a:lnTo>
                  <a:pt x="748" y="265"/>
                </a:lnTo>
                <a:lnTo>
                  <a:pt x="751" y="274"/>
                </a:lnTo>
                <a:lnTo>
                  <a:pt x="753" y="284"/>
                </a:lnTo>
                <a:lnTo>
                  <a:pt x="756" y="294"/>
                </a:lnTo>
                <a:lnTo>
                  <a:pt x="758" y="304"/>
                </a:lnTo>
                <a:lnTo>
                  <a:pt x="760" y="313"/>
                </a:lnTo>
                <a:lnTo>
                  <a:pt x="762" y="323"/>
                </a:lnTo>
                <a:lnTo>
                  <a:pt x="763" y="333"/>
                </a:lnTo>
                <a:lnTo>
                  <a:pt x="764" y="343"/>
                </a:lnTo>
                <a:lnTo>
                  <a:pt x="765" y="353"/>
                </a:lnTo>
                <a:lnTo>
                  <a:pt x="766" y="363"/>
                </a:lnTo>
                <a:lnTo>
                  <a:pt x="766" y="373"/>
                </a:lnTo>
                <a:lnTo>
                  <a:pt x="766" y="383"/>
                </a:lnTo>
                <a:lnTo>
                  <a:pt x="766" y="393"/>
                </a:lnTo>
                <a:lnTo>
                  <a:pt x="766" y="403"/>
                </a:lnTo>
                <a:lnTo>
                  <a:pt x="765" y="413"/>
                </a:lnTo>
                <a:lnTo>
                  <a:pt x="764" y="423"/>
                </a:lnTo>
                <a:lnTo>
                  <a:pt x="763" y="433"/>
                </a:lnTo>
                <a:lnTo>
                  <a:pt x="762" y="443"/>
                </a:lnTo>
                <a:lnTo>
                  <a:pt x="760" y="453"/>
                </a:lnTo>
                <a:lnTo>
                  <a:pt x="758" y="463"/>
                </a:lnTo>
                <a:lnTo>
                  <a:pt x="756" y="472"/>
                </a:lnTo>
                <a:lnTo>
                  <a:pt x="753" y="482"/>
                </a:lnTo>
                <a:lnTo>
                  <a:pt x="751" y="492"/>
                </a:lnTo>
                <a:lnTo>
                  <a:pt x="748" y="501"/>
                </a:lnTo>
                <a:lnTo>
                  <a:pt x="745" y="511"/>
                </a:lnTo>
                <a:lnTo>
                  <a:pt x="741" y="520"/>
                </a:lnTo>
                <a:lnTo>
                  <a:pt x="737" y="530"/>
                </a:lnTo>
                <a:lnTo>
                  <a:pt x="733" y="539"/>
                </a:lnTo>
                <a:lnTo>
                  <a:pt x="729" y="548"/>
                </a:lnTo>
                <a:lnTo>
                  <a:pt x="725" y="557"/>
                </a:lnTo>
                <a:lnTo>
                  <a:pt x="720" y="566"/>
                </a:lnTo>
                <a:lnTo>
                  <a:pt x="715" y="575"/>
                </a:lnTo>
                <a:lnTo>
                  <a:pt x="705" y="592"/>
                </a:lnTo>
                <a:lnTo>
                  <a:pt x="699" y="600"/>
                </a:lnTo>
                <a:lnTo>
                  <a:pt x="693" y="608"/>
                </a:lnTo>
                <a:lnTo>
                  <a:pt x="687" y="616"/>
                </a:lnTo>
                <a:lnTo>
                  <a:pt x="681" y="624"/>
                </a:lnTo>
                <a:lnTo>
                  <a:pt x="675" y="632"/>
                </a:lnTo>
                <a:lnTo>
                  <a:pt x="668" y="639"/>
                </a:lnTo>
                <a:lnTo>
                  <a:pt x="661" y="647"/>
                </a:lnTo>
                <a:lnTo>
                  <a:pt x="653" y="654"/>
                </a:lnTo>
                <a:lnTo>
                  <a:pt x="646" y="661"/>
                </a:lnTo>
                <a:lnTo>
                  <a:pt x="639" y="668"/>
                </a:lnTo>
                <a:lnTo>
                  <a:pt x="631" y="674"/>
                </a:lnTo>
                <a:lnTo>
                  <a:pt x="623" y="681"/>
                </a:lnTo>
                <a:lnTo>
                  <a:pt x="616" y="687"/>
                </a:lnTo>
                <a:lnTo>
                  <a:pt x="608" y="693"/>
                </a:lnTo>
                <a:lnTo>
                  <a:pt x="599" y="699"/>
                </a:lnTo>
                <a:lnTo>
                  <a:pt x="591" y="705"/>
                </a:lnTo>
                <a:lnTo>
                  <a:pt x="583" y="711"/>
                </a:lnTo>
                <a:lnTo>
                  <a:pt x="574" y="716"/>
                </a:lnTo>
                <a:lnTo>
                  <a:pt x="565" y="721"/>
                </a:lnTo>
                <a:lnTo>
                  <a:pt x="556" y="725"/>
                </a:lnTo>
                <a:lnTo>
                  <a:pt x="547" y="730"/>
                </a:lnTo>
                <a:lnTo>
                  <a:pt x="538" y="734"/>
                </a:lnTo>
                <a:lnTo>
                  <a:pt x="529" y="738"/>
                </a:lnTo>
                <a:lnTo>
                  <a:pt x="520" y="742"/>
                </a:lnTo>
                <a:lnTo>
                  <a:pt x="510" y="745"/>
                </a:lnTo>
                <a:lnTo>
                  <a:pt x="501" y="748"/>
                </a:lnTo>
                <a:lnTo>
                  <a:pt x="491" y="751"/>
                </a:lnTo>
                <a:lnTo>
                  <a:pt x="482" y="754"/>
                </a:lnTo>
                <a:lnTo>
                  <a:pt x="472" y="756"/>
                </a:lnTo>
                <a:lnTo>
                  <a:pt x="462" y="759"/>
                </a:lnTo>
                <a:lnTo>
                  <a:pt x="452" y="761"/>
                </a:lnTo>
                <a:lnTo>
                  <a:pt x="442" y="762"/>
                </a:lnTo>
                <a:lnTo>
                  <a:pt x="432" y="764"/>
                </a:lnTo>
                <a:lnTo>
                  <a:pt x="423" y="765"/>
                </a:lnTo>
                <a:lnTo>
                  <a:pt x="413" y="766"/>
                </a:lnTo>
                <a:lnTo>
                  <a:pt x="403" y="766"/>
                </a:lnTo>
                <a:lnTo>
                  <a:pt x="393" y="767"/>
                </a:lnTo>
                <a:lnTo>
                  <a:pt x="383" y="767"/>
                </a:lnTo>
                <a:lnTo>
                  <a:pt x="373" y="767"/>
                </a:lnTo>
                <a:lnTo>
                  <a:pt x="362" y="766"/>
                </a:lnTo>
                <a:lnTo>
                  <a:pt x="353" y="766"/>
                </a:lnTo>
                <a:lnTo>
                  <a:pt x="343" y="765"/>
                </a:lnTo>
                <a:lnTo>
                  <a:pt x="333" y="764"/>
                </a:lnTo>
                <a:lnTo>
                  <a:pt x="323" y="762"/>
                </a:lnTo>
                <a:lnTo>
                  <a:pt x="313" y="761"/>
                </a:lnTo>
                <a:lnTo>
                  <a:pt x="303" y="759"/>
                </a:lnTo>
                <a:lnTo>
                  <a:pt x="293" y="756"/>
                </a:lnTo>
                <a:lnTo>
                  <a:pt x="283" y="754"/>
                </a:lnTo>
                <a:lnTo>
                  <a:pt x="274" y="751"/>
                </a:lnTo>
                <a:lnTo>
                  <a:pt x="264" y="748"/>
                </a:lnTo>
                <a:lnTo>
                  <a:pt x="255" y="745"/>
                </a:lnTo>
                <a:lnTo>
                  <a:pt x="245" y="742"/>
                </a:lnTo>
                <a:lnTo>
                  <a:pt x="236" y="738"/>
                </a:lnTo>
                <a:lnTo>
                  <a:pt x="227" y="734"/>
                </a:lnTo>
                <a:lnTo>
                  <a:pt x="218" y="730"/>
                </a:lnTo>
                <a:lnTo>
                  <a:pt x="209" y="725"/>
                </a:lnTo>
                <a:lnTo>
                  <a:pt x="200" y="721"/>
                </a:lnTo>
                <a:lnTo>
                  <a:pt x="191" y="716"/>
                </a:lnTo>
                <a:lnTo>
                  <a:pt x="183" y="711"/>
                </a:lnTo>
                <a:lnTo>
                  <a:pt x="174" y="705"/>
                </a:lnTo>
                <a:lnTo>
                  <a:pt x="166" y="699"/>
                </a:lnTo>
                <a:lnTo>
                  <a:pt x="157" y="693"/>
                </a:lnTo>
                <a:lnTo>
                  <a:pt x="149" y="687"/>
                </a:lnTo>
                <a:lnTo>
                  <a:pt x="142" y="681"/>
                </a:lnTo>
                <a:lnTo>
                  <a:pt x="134" y="674"/>
                </a:lnTo>
                <a:lnTo>
                  <a:pt x="126" y="668"/>
                </a:lnTo>
                <a:lnTo>
                  <a:pt x="119" y="661"/>
                </a:lnTo>
                <a:lnTo>
                  <a:pt x="112" y="654"/>
                </a:lnTo>
                <a:lnTo>
                  <a:pt x="105" y="647"/>
                </a:lnTo>
                <a:lnTo>
                  <a:pt x="98" y="639"/>
                </a:lnTo>
                <a:lnTo>
                  <a:pt x="91" y="632"/>
                </a:lnTo>
                <a:lnTo>
                  <a:pt x="85" y="624"/>
                </a:lnTo>
                <a:lnTo>
                  <a:pt x="79" y="616"/>
                </a:lnTo>
                <a:lnTo>
                  <a:pt x="73" y="608"/>
                </a:lnTo>
                <a:lnTo>
                  <a:pt x="67" y="600"/>
                </a:lnTo>
                <a:lnTo>
                  <a:pt x="61" y="592"/>
                </a:lnTo>
                <a:lnTo>
                  <a:pt x="51" y="575"/>
                </a:lnTo>
                <a:lnTo>
                  <a:pt x="46" y="566"/>
                </a:lnTo>
                <a:lnTo>
                  <a:pt x="41" y="557"/>
                </a:lnTo>
                <a:lnTo>
                  <a:pt x="37" y="548"/>
                </a:lnTo>
                <a:lnTo>
                  <a:pt x="33" y="539"/>
                </a:lnTo>
                <a:lnTo>
                  <a:pt x="29" y="530"/>
                </a:lnTo>
                <a:lnTo>
                  <a:pt x="25" y="520"/>
                </a:lnTo>
                <a:lnTo>
                  <a:pt x="22" y="511"/>
                </a:lnTo>
                <a:lnTo>
                  <a:pt x="18" y="501"/>
                </a:lnTo>
                <a:lnTo>
                  <a:pt x="15" y="492"/>
                </a:lnTo>
                <a:lnTo>
                  <a:pt x="13" y="482"/>
                </a:lnTo>
                <a:lnTo>
                  <a:pt x="10" y="472"/>
                </a:lnTo>
                <a:lnTo>
                  <a:pt x="8" y="463"/>
                </a:lnTo>
                <a:lnTo>
                  <a:pt x="6" y="453"/>
                </a:lnTo>
                <a:lnTo>
                  <a:pt x="4" y="443"/>
                </a:lnTo>
                <a:lnTo>
                  <a:pt x="3" y="433"/>
                </a:lnTo>
                <a:lnTo>
                  <a:pt x="2" y="423"/>
                </a:lnTo>
                <a:lnTo>
                  <a:pt x="1" y="413"/>
                </a:lnTo>
                <a:lnTo>
                  <a:pt x="0" y="403"/>
                </a:lnTo>
                <a:lnTo>
                  <a:pt x="0" y="393"/>
                </a:lnTo>
                <a:lnTo>
                  <a:pt x="0" y="383"/>
                </a:lnTo>
                <a:lnTo>
                  <a:pt x="0" y="373"/>
                </a:lnTo>
                <a:lnTo>
                  <a:pt x="0" y="363"/>
                </a:lnTo>
                <a:lnTo>
                  <a:pt x="1" y="353"/>
                </a:lnTo>
                <a:lnTo>
                  <a:pt x="2" y="343"/>
                </a:lnTo>
                <a:lnTo>
                  <a:pt x="3" y="333"/>
                </a:lnTo>
                <a:lnTo>
                  <a:pt x="4" y="323"/>
                </a:lnTo>
                <a:lnTo>
                  <a:pt x="6" y="313"/>
                </a:lnTo>
                <a:lnTo>
                  <a:pt x="8" y="304"/>
                </a:lnTo>
                <a:lnTo>
                  <a:pt x="10" y="294"/>
                </a:lnTo>
                <a:lnTo>
                  <a:pt x="13" y="284"/>
                </a:lnTo>
                <a:lnTo>
                  <a:pt x="15" y="274"/>
                </a:lnTo>
                <a:lnTo>
                  <a:pt x="18" y="265"/>
                </a:lnTo>
                <a:lnTo>
                  <a:pt x="22" y="255"/>
                </a:lnTo>
                <a:lnTo>
                  <a:pt x="25" y="246"/>
                </a:lnTo>
                <a:lnTo>
                  <a:pt x="29" y="237"/>
                </a:lnTo>
                <a:lnTo>
                  <a:pt x="33" y="227"/>
                </a:lnTo>
                <a:lnTo>
                  <a:pt x="37" y="218"/>
                </a:lnTo>
                <a:lnTo>
                  <a:pt x="41" y="209"/>
                </a:lnTo>
                <a:lnTo>
                  <a:pt x="46" y="200"/>
                </a:lnTo>
                <a:lnTo>
                  <a:pt x="51" y="192"/>
                </a:lnTo>
                <a:lnTo>
                  <a:pt x="56" y="183"/>
                </a:lnTo>
                <a:lnTo>
                  <a:pt x="61" y="175"/>
                </a:lnTo>
                <a:lnTo>
                  <a:pt x="67" y="166"/>
                </a:lnTo>
                <a:lnTo>
                  <a:pt x="73" y="158"/>
                </a:lnTo>
                <a:lnTo>
                  <a:pt x="79" y="150"/>
                </a:lnTo>
                <a:lnTo>
                  <a:pt x="85" y="142"/>
                </a:lnTo>
                <a:lnTo>
                  <a:pt x="91" y="134"/>
                </a:lnTo>
                <a:lnTo>
                  <a:pt x="98" y="127"/>
                </a:lnTo>
                <a:lnTo>
                  <a:pt x="105" y="120"/>
                </a:lnTo>
                <a:lnTo>
                  <a:pt x="112" y="112"/>
                </a:lnTo>
                <a:lnTo>
                  <a:pt x="119" y="105"/>
                </a:lnTo>
                <a:lnTo>
                  <a:pt x="126" y="99"/>
                </a:lnTo>
                <a:lnTo>
                  <a:pt x="134" y="92"/>
                </a:lnTo>
                <a:lnTo>
                  <a:pt x="142" y="86"/>
                </a:lnTo>
                <a:lnTo>
                  <a:pt x="149" y="79"/>
                </a:lnTo>
                <a:lnTo>
                  <a:pt x="157" y="73"/>
                </a:lnTo>
                <a:lnTo>
                  <a:pt x="166" y="68"/>
                </a:lnTo>
                <a:lnTo>
                  <a:pt x="174" y="62"/>
                </a:lnTo>
                <a:lnTo>
                  <a:pt x="183" y="57"/>
                </a:lnTo>
                <a:lnTo>
                  <a:pt x="191" y="52"/>
                </a:lnTo>
                <a:lnTo>
                  <a:pt x="200" y="47"/>
                </a:lnTo>
                <a:lnTo>
                  <a:pt x="209" y="42"/>
                </a:lnTo>
                <a:lnTo>
                  <a:pt x="218" y="38"/>
                </a:lnTo>
                <a:lnTo>
                  <a:pt x="227" y="33"/>
                </a:lnTo>
                <a:lnTo>
                  <a:pt x="236" y="29"/>
                </a:lnTo>
                <a:lnTo>
                  <a:pt x="245" y="26"/>
                </a:lnTo>
                <a:lnTo>
                  <a:pt x="255" y="22"/>
                </a:lnTo>
                <a:lnTo>
                  <a:pt x="264" y="19"/>
                </a:lnTo>
                <a:lnTo>
                  <a:pt x="274" y="16"/>
                </a:lnTo>
                <a:lnTo>
                  <a:pt x="283" y="13"/>
                </a:lnTo>
                <a:lnTo>
                  <a:pt x="293" y="11"/>
                </a:lnTo>
                <a:lnTo>
                  <a:pt x="303" y="9"/>
                </a:lnTo>
                <a:lnTo>
                  <a:pt x="313" y="7"/>
                </a:lnTo>
                <a:lnTo>
                  <a:pt x="323" y="5"/>
                </a:lnTo>
                <a:lnTo>
                  <a:pt x="333" y="4"/>
                </a:lnTo>
                <a:lnTo>
                  <a:pt x="343" y="2"/>
                </a:lnTo>
                <a:lnTo>
                  <a:pt x="353" y="1"/>
                </a:lnTo>
                <a:lnTo>
                  <a:pt x="362" y="1"/>
                </a:lnTo>
                <a:lnTo>
                  <a:pt x="373" y="0"/>
                </a:lnTo>
                <a:lnTo>
                  <a:pt x="383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13560" y="3327120"/>
            <a:ext cx="551520" cy="551880"/>
          </a:xfrm>
          <a:custGeom>
            <a:avLst/>
            <a:gdLst/>
            <a:ahLst/>
            <a:rect l="0" t="0" r="r" b="b"/>
            <a:pathLst>
              <a:path fill="none" w="1532" h="1533">
                <a:moveTo>
                  <a:pt x="766" y="0"/>
                </a:moveTo>
                <a:lnTo>
                  <a:pt x="786" y="1"/>
                </a:lnTo>
                <a:lnTo>
                  <a:pt x="806" y="2"/>
                </a:lnTo>
                <a:lnTo>
                  <a:pt x="826" y="3"/>
                </a:lnTo>
                <a:lnTo>
                  <a:pt x="846" y="5"/>
                </a:lnTo>
                <a:lnTo>
                  <a:pt x="866" y="7"/>
                </a:lnTo>
                <a:lnTo>
                  <a:pt x="885" y="10"/>
                </a:lnTo>
                <a:lnTo>
                  <a:pt x="905" y="13"/>
                </a:lnTo>
                <a:lnTo>
                  <a:pt x="925" y="17"/>
                </a:lnTo>
                <a:lnTo>
                  <a:pt x="944" y="22"/>
                </a:lnTo>
                <a:lnTo>
                  <a:pt x="964" y="26"/>
                </a:lnTo>
                <a:lnTo>
                  <a:pt x="983" y="32"/>
                </a:lnTo>
                <a:lnTo>
                  <a:pt x="1002" y="38"/>
                </a:lnTo>
                <a:lnTo>
                  <a:pt x="1021" y="44"/>
                </a:lnTo>
                <a:lnTo>
                  <a:pt x="1040" y="51"/>
                </a:lnTo>
                <a:lnTo>
                  <a:pt x="1059" y="59"/>
                </a:lnTo>
                <a:lnTo>
                  <a:pt x="1077" y="67"/>
                </a:lnTo>
                <a:lnTo>
                  <a:pt x="1095" y="75"/>
                </a:lnTo>
                <a:lnTo>
                  <a:pt x="1113" y="84"/>
                </a:lnTo>
                <a:lnTo>
                  <a:pt x="1131" y="93"/>
                </a:lnTo>
                <a:lnTo>
                  <a:pt x="1148" y="103"/>
                </a:lnTo>
                <a:lnTo>
                  <a:pt x="1166" y="113"/>
                </a:lnTo>
                <a:lnTo>
                  <a:pt x="1183" y="124"/>
                </a:lnTo>
                <a:lnTo>
                  <a:pt x="1199" y="135"/>
                </a:lnTo>
                <a:lnTo>
                  <a:pt x="1216" y="147"/>
                </a:lnTo>
                <a:lnTo>
                  <a:pt x="1232" y="159"/>
                </a:lnTo>
                <a:lnTo>
                  <a:pt x="1247" y="171"/>
                </a:lnTo>
                <a:lnTo>
                  <a:pt x="1263" y="184"/>
                </a:lnTo>
                <a:lnTo>
                  <a:pt x="1278" y="197"/>
                </a:lnTo>
                <a:lnTo>
                  <a:pt x="1293" y="211"/>
                </a:lnTo>
                <a:lnTo>
                  <a:pt x="1307" y="225"/>
                </a:lnTo>
                <a:lnTo>
                  <a:pt x="1321" y="239"/>
                </a:lnTo>
                <a:lnTo>
                  <a:pt x="1335" y="254"/>
                </a:lnTo>
                <a:lnTo>
                  <a:pt x="1348" y="269"/>
                </a:lnTo>
                <a:lnTo>
                  <a:pt x="1361" y="284"/>
                </a:lnTo>
                <a:lnTo>
                  <a:pt x="1373" y="300"/>
                </a:lnTo>
                <a:lnTo>
                  <a:pt x="1385" y="316"/>
                </a:lnTo>
                <a:lnTo>
                  <a:pt x="1397" y="332"/>
                </a:lnTo>
                <a:lnTo>
                  <a:pt x="1408" y="349"/>
                </a:lnTo>
                <a:lnTo>
                  <a:pt x="1418" y="366"/>
                </a:lnTo>
                <a:lnTo>
                  <a:pt x="1430" y="383"/>
                </a:lnTo>
                <a:lnTo>
                  <a:pt x="1439" y="401"/>
                </a:lnTo>
                <a:lnTo>
                  <a:pt x="1449" y="418"/>
                </a:lnTo>
                <a:lnTo>
                  <a:pt x="1458" y="437"/>
                </a:lnTo>
                <a:lnTo>
                  <a:pt x="1466" y="455"/>
                </a:lnTo>
                <a:lnTo>
                  <a:pt x="1474" y="473"/>
                </a:lnTo>
                <a:lnTo>
                  <a:pt x="1481" y="492"/>
                </a:lnTo>
                <a:lnTo>
                  <a:pt x="1488" y="511"/>
                </a:lnTo>
                <a:lnTo>
                  <a:pt x="1495" y="530"/>
                </a:lnTo>
                <a:lnTo>
                  <a:pt x="1501" y="549"/>
                </a:lnTo>
                <a:lnTo>
                  <a:pt x="1506" y="568"/>
                </a:lnTo>
                <a:lnTo>
                  <a:pt x="1511" y="587"/>
                </a:lnTo>
                <a:lnTo>
                  <a:pt x="1516" y="607"/>
                </a:lnTo>
                <a:lnTo>
                  <a:pt x="1519" y="627"/>
                </a:lnTo>
                <a:lnTo>
                  <a:pt x="1523" y="646"/>
                </a:lnTo>
                <a:lnTo>
                  <a:pt x="1526" y="666"/>
                </a:lnTo>
                <a:lnTo>
                  <a:pt x="1528" y="686"/>
                </a:lnTo>
                <a:lnTo>
                  <a:pt x="1530" y="706"/>
                </a:lnTo>
                <a:lnTo>
                  <a:pt x="1531" y="727"/>
                </a:lnTo>
                <a:lnTo>
                  <a:pt x="1532" y="747"/>
                </a:lnTo>
                <a:lnTo>
                  <a:pt x="1532" y="767"/>
                </a:lnTo>
                <a:lnTo>
                  <a:pt x="1532" y="787"/>
                </a:lnTo>
                <a:lnTo>
                  <a:pt x="1531" y="807"/>
                </a:lnTo>
                <a:lnTo>
                  <a:pt x="1530" y="827"/>
                </a:lnTo>
                <a:lnTo>
                  <a:pt x="1528" y="847"/>
                </a:lnTo>
                <a:lnTo>
                  <a:pt x="1526" y="867"/>
                </a:lnTo>
                <a:lnTo>
                  <a:pt x="1523" y="887"/>
                </a:lnTo>
                <a:lnTo>
                  <a:pt x="1519" y="907"/>
                </a:lnTo>
                <a:lnTo>
                  <a:pt x="1516" y="926"/>
                </a:lnTo>
                <a:lnTo>
                  <a:pt x="1511" y="946"/>
                </a:lnTo>
                <a:lnTo>
                  <a:pt x="1506" y="965"/>
                </a:lnTo>
                <a:lnTo>
                  <a:pt x="1501" y="985"/>
                </a:lnTo>
                <a:lnTo>
                  <a:pt x="1495" y="1004"/>
                </a:lnTo>
                <a:lnTo>
                  <a:pt x="1488" y="1023"/>
                </a:lnTo>
                <a:lnTo>
                  <a:pt x="1481" y="1042"/>
                </a:lnTo>
                <a:lnTo>
                  <a:pt x="1474" y="1060"/>
                </a:lnTo>
                <a:lnTo>
                  <a:pt x="1466" y="1079"/>
                </a:lnTo>
                <a:lnTo>
                  <a:pt x="1458" y="1097"/>
                </a:lnTo>
                <a:lnTo>
                  <a:pt x="1449" y="1115"/>
                </a:lnTo>
                <a:lnTo>
                  <a:pt x="1439" y="1132"/>
                </a:lnTo>
                <a:lnTo>
                  <a:pt x="1430" y="1150"/>
                </a:lnTo>
                <a:lnTo>
                  <a:pt x="1418" y="1167"/>
                </a:lnTo>
                <a:lnTo>
                  <a:pt x="1408" y="1184"/>
                </a:lnTo>
                <a:lnTo>
                  <a:pt x="1397" y="1201"/>
                </a:lnTo>
                <a:lnTo>
                  <a:pt x="1385" y="1217"/>
                </a:lnTo>
                <a:lnTo>
                  <a:pt x="1373" y="1233"/>
                </a:lnTo>
                <a:lnTo>
                  <a:pt x="1361" y="1249"/>
                </a:lnTo>
                <a:lnTo>
                  <a:pt x="1348" y="1264"/>
                </a:lnTo>
                <a:lnTo>
                  <a:pt x="1335" y="1280"/>
                </a:lnTo>
                <a:lnTo>
                  <a:pt x="1321" y="1294"/>
                </a:lnTo>
                <a:lnTo>
                  <a:pt x="1307" y="1309"/>
                </a:lnTo>
                <a:lnTo>
                  <a:pt x="1293" y="1323"/>
                </a:lnTo>
                <a:lnTo>
                  <a:pt x="1278" y="1336"/>
                </a:lnTo>
                <a:lnTo>
                  <a:pt x="1263" y="1349"/>
                </a:lnTo>
                <a:lnTo>
                  <a:pt x="1247" y="1362"/>
                </a:lnTo>
                <a:lnTo>
                  <a:pt x="1232" y="1375"/>
                </a:lnTo>
                <a:lnTo>
                  <a:pt x="1216" y="1387"/>
                </a:lnTo>
                <a:lnTo>
                  <a:pt x="1199" y="1398"/>
                </a:lnTo>
                <a:lnTo>
                  <a:pt x="1183" y="1409"/>
                </a:lnTo>
                <a:lnTo>
                  <a:pt x="1166" y="1420"/>
                </a:lnTo>
                <a:lnTo>
                  <a:pt x="1148" y="1430"/>
                </a:lnTo>
                <a:lnTo>
                  <a:pt x="1131" y="1440"/>
                </a:lnTo>
                <a:lnTo>
                  <a:pt x="1113" y="1449"/>
                </a:lnTo>
                <a:lnTo>
                  <a:pt x="1095" y="1458"/>
                </a:lnTo>
                <a:lnTo>
                  <a:pt x="1077" y="1467"/>
                </a:lnTo>
                <a:lnTo>
                  <a:pt x="1059" y="1475"/>
                </a:lnTo>
                <a:lnTo>
                  <a:pt x="1040" y="1482"/>
                </a:lnTo>
                <a:lnTo>
                  <a:pt x="1021" y="1489"/>
                </a:lnTo>
                <a:lnTo>
                  <a:pt x="1002" y="1495"/>
                </a:lnTo>
                <a:lnTo>
                  <a:pt x="983" y="1501"/>
                </a:lnTo>
                <a:lnTo>
                  <a:pt x="964" y="1507"/>
                </a:lnTo>
                <a:lnTo>
                  <a:pt x="944" y="1512"/>
                </a:lnTo>
                <a:lnTo>
                  <a:pt x="925" y="1516"/>
                </a:lnTo>
                <a:lnTo>
                  <a:pt x="905" y="1520"/>
                </a:lnTo>
                <a:lnTo>
                  <a:pt x="885" y="1523"/>
                </a:lnTo>
                <a:lnTo>
                  <a:pt x="866" y="1526"/>
                </a:lnTo>
                <a:lnTo>
                  <a:pt x="846" y="1529"/>
                </a:lnTo>
                <a:lnTo>
                  <a:pt x="826" y="1530"/>
                </a:lnTo>
                <a:lnTo>
                  <a:pt x="806" y="1532"/>
                </a:lnTo>
                <a:lnTo>
                  <a:pt x="786" y="1533"/>
                </a:lnTo>
                <a:lnTo>
                  <a:pt x="766" y="1533"/>
                </a:lnTo>
                <a:lnTo>
                  <a:pt x="745" y="1533"/>
                </a:lnTo>
                <a:lnTo>
                  <a:pt x="726" y="1532"/>
                </a:lnTo>
                <a:lnTo>
                  <a:pt x="706" y="1530"/>
                </a:lnTo>
                <a:lnTo>
                  <a:pt x="686" y="1529"/>
                </a:lnTo>
                <a:lnTo>
                  <a:pt x="666" y="1526"/>
                </a:lnTo>
                <a:lnTo>
                  <a:pt x="646" y="1523"/>
                </a:lnTo>
                <a:lnTo>
                  <a:pt x="626" y="1520"/>
                </a:lnTo>
                <a:lnTo>
                  <a:pt x="606" y="1516"/>
                </a:lnTo>
                <a:lnTo>
                  <a:pt x="587" y="1512"/>
                </a:lnTo>
                <a:lnTo>
                  <a:pt x="567" y="1507"/>
                </a:lnTo>
                <a:lnTo>
                  <a:pt x="548" y="1501"/>
                </a:lnTo>
                <a:lnTo>
                  <a:pt x="529" y="1495"/>
                </a:lnTo>
                <a:lnTo>
                  <a:pt x="510" y="1489"/>
                </a:lnTo>
                <a:lnTo>
                  <a:pt x="491" y="1482"/>
                </a:lnTo>
                <a:lnTo>
                  <a:pt x="473" y="1475"/>
                </a:lnTo>
                <a:lnTo>
                  <a:pt x="454" y="1467"/>
                </a:lnTo>
                <a:lnTo>
                  <a:pt x="436" y="1458"/>
                </a:lnTo>
                <a:lnTo>
                  <a:pt x="418" y="1449"/>
                </a:lnTo>
                <a:lnTo>
                  <a:pt x="400" y="1440"/>
                </a:lnTo>
                <a:lnTo>
                  <a:pt x="383" y="1430"/>
                </a:lnTo>
                <a:lnTo>
                  <a:pt x="365" y="1420"/>
                </a:lnTo>
                <a:lnTo>
                  <a:pt x="348" y="1409"/>
                </a:lnTo>
                <a:lnTo>
                  <a:pt x="332" y="1398"/>
                </a:lnTo>
                <a:lnTo>
                  <a:pt x="315" y="1387"/>
                </a:lnTo>
                <a:lnTo>
                  <a:pt x="299" y="1375"/>
                </a:lnTo>
                <a:lnTo>
                  <a:pt x="284" y="1362"/>
                </a:lnTo>
                <a:lnTo>
                  <a:pt x="268" y="1349"/>
                </a:lnTo>
                <a:lnTo>
                  <a:pt x="253" y="1336"/>
                </a:lnTo>
                <a:lnTo>
                  <a:pt x="239" y="1323"/>
                </a:lnTo>
                <a:lnTo>
                  <a:pt x="224" y="1309"/>
                </a:lnTo>
                <a:lnTo>
                  <a:pt x="210" y="1294"/>
                </a:lnTo>
                <a:lnTo>
                  <a:pt x="196" y="1280"/>
                </a:lnTo>
                <a:lnTo>
                  <a:pt x="183" y="1264"/>
                </a:lnTo>
                <a:lnTo>
                  <a:pt x="170" y="1249"/>
                </a:lnTo>
                <a:lnTo>
                  <a:pt x="158" y="1233"/>
                </a:lnTo>
                <a:lnTo>
                  <a:pt x="146" y="1217"/>
                </a:lnTo>
                <a:lnTo>
                  <a:pt x="134" y="1201"/>
                </a:lnTo>
                <a:lnTo>
                  <a:pt x="123" y="1184"/>
                </a:lnTo>
                <a:lnTo>
                  <a:pt x="113" y="1167"/>
                </a:lnTo>
                <a:lnTo>
                  <a:pt x="102" y="1150"/>
                </a:lnTo>
                <a:lnTo>
                  <a:pt x="93" y="1132"/>
                </a:lnTo>
                <a:lnTo>
                  <a:pt x="83" y="1115"/>
                </a:lnTo>
                <a:lnTo>
                  <a:pt x="74" y="1097"/>
                </a:lnTo>
                <a:lnTo>
                  <a:pt x="66" y="1079"/>
                </a:lnTo>
                <a:lnTo>
                  <a:pt x="58" y="1060"/>
                </a:lnTo>
                <a:lnTo>
                  <a:pt x="51" y="1042"/>
                </a:lnTo>
                <a:lnTo>
                  <a:pt x="44" y="1023"/>
                </a:lnTo>
                <a:lnTo>
                  <a:pt x="37" y="1004"/>
                </a:lnTo>
                <a:lnTo>
                  <a:pt x="31" y="985"/>
                </a:lnTo>
                <a:lnTo>
                  <a:pt x="26" y="965"/>
                </a:lnTo>
                <a:lnTo>
                  <a:pt x="21" y="946"/>
                </a:lnTo>
                <a:lnTo>
                  <a:pt x="17" y="926"/>
                </a:lnTo>
                <a:lnTo>
                  <a:pt x="13" y="907"/>
                </a:lnTo>
                <a:lnTo>
                  <a:pt x="9" y="887"/>
                </a:lnTo>
                <a:lnTo>
                  <a:pt x="6" y="867"/>
                </a:lnTo>
                <a:lnTo>
                  <a:pt x="4" y="847"/>
                </a:lnTo>
                <a:lnTo>
                  <a:pt x="2" y="827"/>
                </a:lnTo>
                <a:lnTo>
                  <a:pt x="1" y="807"/>
                </a:lnTo>
                <a:lnTo>
                  <a:pt x="0" y="787"/>
                </a:lnTo>
                <a:lnTo>
                  <a:pt x="0" y="767"/>
                </a:lnTo>
                <a:lnTo>
                  <a:pt x="0" y="747"/>
                </a:lnTo>
                <a:lnTo>
                  <a:pt x="1" y="727"/>
                </a:lnTo>
                <a:lnTo>
                  <a:pt x="2" y="706"/>
                </a:lnTo>
                <a:lnTo>
                  <a:pt x="4" y="686"/>
                </a:lnTo>
                <a:lnTo>
                  <a:pt x="6" y="666"/>
                </a:lnTo>
                <a:lnTo>
                  <a:pt x="9" y="646"/>
                </a:lnTo>
                <a:lnTo>
                  <a:pt x="13" y="627"/>
                </a:lnTo>
                <a:lnTo>
                  <a:pt x="17" y="607"/>
                </a:lnTo>
                <a:lnTo>
                  <a:pt x="21" y="587"/>
                </a:lnTo>
                <a:lnTo>
                  <a:pt x="26" y="568"/>
                </a:lnTo>
                <a:lnTo>
                  <a:pt x="31" y="549"/>
                </a:lnTo>
                <a:lnTo>
                  <a:pt x="37" y="530"/>
                </a:lnTo>
                <a:lnTo>
                  <a:pt x="44" y="511"/>
                </a:lnTo>
                <a:lnTo>
                  <a:pt x="51" y="492"/>
                </a:lnTo>
                <a:lnTo>
                  <a:pt x="58" y="473"/>
                </a:lnTo>
                <a:lnTo>
                  <a:pt x="66" y="455"/>
                </a:lnTo>
                <a:lnTo>
                  <a:pt x="74" y="437"/>
                </a:lnTo>
                <a:lnTo>
                  <a:pt x="83" y="418"/>
                </a:lnTo>
                <a:lnTo>
                  <a:pt x="93" y="401"/>
                </a:lnTo>
                <a:lnTo>
                  <a:pt x="102" y="383"/>
                </a:lnTo>
                <a:lnTo>
                  <a:pt x="113" y="366"/>
                </a:lnTo>
                <a:lnTo>
                  <a:pt x="123" y="349"/>
                </a:lnTo>
                <a:lnTo>
                  <a:pt x="134" y="332"/>
                </a:lnTo>
                <a:lnTo>
                  <a:pt x="146" y="316"/>
                </a:lnTo>
                <a:lnTo>
                  <a:pt x="158" y="300"/>
                </a:lnTo>
                <a:lnTo>
                  <a:pt x="170" y="284"/>
                </a:lnTo>
                <a:lnTo>
                  <a:pt x="183" y="269"/>
                </a:lnTo>
                <a:lnTo>
                  <a:pt x="196" y="254"/>
                </a:lnTo>
                <a:lnTo>
                  <a:pt x="210" y="239"/>
                </a:lnTo>
                <a:lnTo>
                  <a:pt x="224" y="225"/>
                </a:lnTo>
                <a:lnTo>
                  <a:pt x="239" y="211"/>
                </a:lnTo>
                <a:lnTo>
                  <a:pt x="253" y="197"/>
                </a:lnTo>
                <a:lnTo>
                  <a:pt x="268" y="184"/>
                </a:lnTo>
                <a:lnTo>
                  <a:pt x="284" y="171"/>
                </a:lnTo>
                <a:lnTo>
                  <a:pt x="299" y="159"/>
                </a:lnTo>
                <a:lnTo>
                  <a:pt x="315" y="147"/>
                </a:lnTo>
                <a:lnTo>
                  <a:pt x="332" y="135"/>
                </a:lnTo>
                <a:lnTo>
                  <a:pt x="348" y="124"/>
                </a:lnTo>
                <a:lnTo>
                  <a:pt x="365" y="113"/>
                </a:lnTo>
                <a:lnTo>
                  <a:pt x="383" y="103"/>
                </a:lnTo>
                <a:lnTo>
                  <a:pt x="400" y="93"/>
                </a:lnTo>
                <a:lnTo>
                  <a:pt x="418" y="84"/>
                </a:lnTo>
                <a:lnTo>
                  <a:pt x="436" y="75"/>
                </a:lnTo>
                <a:lnTo>
                  <a:pt x="454" y="67"/>
                </a:lnTo>
                <a:lnTo>
                  <a:pt x="473" y="59"/>
                </a:lnTo>
                <a:lnTo>
                  <a:pt x="491" y="51"/>
                </a:lnTo>
                <a:lnTo>
                  <a:pt x="510" y="44"/>
                </a:lnTo>
                <a:lnTo>
                  <a:pt x="529" y="38"/>
                </a:lnTo>
                <a:lnTo>
                  <a:pt x="548" y="32"/>
                </a:lnTo>
                <a:lnTo>
                  <a:pt x="567" y="26"/>
                </a:lnTo>
                <a:lnTo>
                  <a:pt x="587" y="22"/>
                </a:lnTo>
                <a:lnTo>
                  <a:pt x="606" y="17"/>
                </a:lnTo>
                <a:lnTo>
                  <a:pt x="626" y="13"/>
                </a:lnTo>
                <a:lnTo>
                  <a:pt x="646" y="10"/>
                </a:lnTo>
                <a:lnTo>
                  <a:pt x="666" y="7"/>
                </a:lnTo>
                <a:lnTo>
                  <a:pt x="686" y="5"/>
                </a:lnTo>
                <a:lnTo>
                  <a:pt x="706" y="3"/>
                </a:lnTo>
                <a:lnTo>
                  <a:pt x="726" y="2"/>
                </a:lnTo>
                <a:lnTo>
                  <a:pt x="745" y="1"/>
                </a:lnTo>
                <a:lnTo>
                  <a:pt x="766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75680" y="3189600"/>
            <a:ext cx="827280" cy="827280"/>
          </a:xfrm>
          <a:custGeom>
            <a:avLst/>
            <a:gdLst/>
            <a:ahLst/>
            <a:rect l="0" t="0" r="r" b="b"/>
            <a:pathLst>
              <a:path fill="none" w="2298" h="2298">
                <a:moveTo>
                  <a:pt x="1150" y="0"/>
                </a:moveTo>
                <a:lnTo>
                  <a:pt x="1180" y="0"/>
                </a:lnTo>
                <a:lnTo>
                  <a:pt x="1210" y="1"/>
                </a:lnTo>
                <a:lnTo>
                  <a:pt x="1240" y="3"/>
                </a:lnTo>
                <a:lnTo>
                  <a:pt x="1270" y="6"/>
                </a:lnTo>
                <a:lnTo>
                  <a:pt x="1299" y="9"/>
                </a:lnTo>
                <a:lnTo>
                  <a:pt x="1329" y="14"/>
                </a:lnTo>
                <a:lnTo>
                  <a:pt x="1359" y="19"/>
                </a:lnTo>
                <a:lnTo>
                  <a:pt x="1388" y="25"/>
                </a:lnTo>
                <a:lnTo>
                  <a:pt x="1418" y="31"/>
                </a:lnTo>
                <a:lnTo>
                  <a:pt x="1447" y="39"/>
                </a:lnTo>
                <a:lnTo>
                  <a:pt x="1476" y="47"/>
                </a:lnTo>
                <a:lnTo>
                  <a:pt x="1504" y="56"/>
                </a:lnTo>
                <a:lnTo>
                  <a:pt x="1533" y="65"/>
                </a:lnTo>
                <a:lnTo>
                  <a:pt x="1561" y="76"/>
                </a:lnTo>
                <a:lnTo>
                  <a:pt x="1589" y="87"/>
                </a:lnTo>
                <a:lnTo>
                  <a:pt x="1617" y="99"/>
                </a:lnTo>
                <a:lnTo>
                  <a:pt x="1644" y="111"/>
                </a:lnTo>
                <a:lnTo>
                  <a:pt x="1671" y="125"/>
                </a:lnTo>
                <a:lnTo>
                  <a:pt x="1698" y="139"/>
                </a:lnTo>
                <a:lnTo>
                  <a:pt x="1724" y="153"/>
                </a:lnTo>
                <a:lnTo>
                  <a:pt x="1750" y="169"/>
                </a:lnTo>
                <a:lnTo>
                  <a:pt x="1775" y="185"/>
                </a:lnTo>
                <a:lnTo>
                  <a:pt x="1800" y="202"/>
                </a:lnTo>
                <a:lnTo>
                  <a:pt x="1825" y="219"/>
                </a:lnTo>
                <a:lnTo>
                  <a:pt x="1849" y="237"/>
                </a:lnTo>
                <a:lnTo>
                  <a:pt x="1872" y="255"/>
                </a:lnTo>
                <a:lnTo>
                  <a:pt x="1896" y="275"/>
                </a:lnTo>
                <a:lnTo>
                  <a:pt x="1918" y="295"/>
                </a:lnTo>
                <a:lnTo>
                  <a:pt x="1940" y="315"/>
                </a:lnTo>
                <a:lnTo>
                  <a:pt x="1962" y="336"/>
                </a:lnTo>
                <a:lnTo>
                  <a:pt x="1983" y="357"/>
                </a:lnTo>
                <a:lnTo>
                  <a:pt x="2003" y="380"/>
                </a:lnTo>
                <a:lnTo>
                  <a:pt x="2023" y="402"/>
                </a:lnTo>
                <a:lnTo>
                  <a:pt x="2042" y="425"/>
                </a:lnTo>
                <a:lnTo>
                  <a:pt x="2061" y="449"/>
                </a:lnTo>
                <a:lnTo>
                  <a:pt x="2079" y="473"/>
                </a:lnTo>
                <a:lnTo>
                  <a:pt x="2096" y="498"/>
                </a:lnTo>
                <a:lnTo>
                  <a:pt x="2113" y="523"/>
                </a:lnTo>
                <a:lnTo>
                  <a:pt x="2129" y="548"/>
                </a:lnTo>
                <a:lnTo>
                  <a:pt x="2144" y="574"/>
                </a:lnTo>
                <a:lnTo>
                  <a:pt x="2159" y="600"/>
                </a:lnTo>
                <a:lnTo>
                  <a:pt x="2173" y="627"/>
                </a:lnTo>
                <a:lnTo>
                  <a:pt x="2186" y="654"/>
                </a:lnTo>
                <a:lnTo>
                  <a:pt x="2199" y="681"/>
                </a:lnTo>
                <a:lnTo>
                  <a:pt x="2211" y="709"/>
                </a:lnTo>
                <a:lnTo>
                  <a:pt x="2222" y="737"/>
                </a:lnTo>
                <a:lnTo>
                  <a:pt x="2232" y="765"/>
                </a:lnTo>
                <a:lnTo>
                  <a:pt x="2242" y="793"/>
                </a:lnTo>
                <a:lnTo>
                  <a:pt x="2251" y="822"/>
                </a:lnTo>
                <a:lnTo>
                  <a:pt x="2259" y="851"/>
                </a:lnTo>
                <a:lnTo>
                  <a:pt x="2266" y="880"/>
                </a:lnTo>
                <a:lnTo>
                  <a:pt x="2273" y="909"/>
                </a:lnTo>
                <a:lnTo>
                  <a:pt x="2279" y="939"/>
                </a:lnTo>
                <a:lnTo>
                  <a:pt x="2284" y="968"/>
                </a:lnTo>
                <a:lnTo>
                  <a:pt x="2288" y="998"/>
                </a:lnTo>
                <a:lnTo>
                  <a:pt x="2292" y="1028"/>
                </a:lnTo>
                <a:lnTo>
                  <a:pt x="2295" y="1058"/>
                </a:lnTo>
                <a:lnTo>
                  <a:pt x="2297" y="1088"/>
                </a:lnTo>
                <a:lnTo>
                  <a:pt x="2298" y="1118"/>
                </a:lnTo>
                <a:lnTo>
                  <a:pt x="2298" y="1148"/>
                </a:lnTo>
                <a:lnTo>
                  <a:pt x="2298" y="1178"/>
                </a:lnTo>
                <a:lnTo>
                  <a:pt x="2297" y="1208"/>
                </a:lnTo>
                <a:lnTo>
                  <a:pt x="2295" y="1238"/>
                </a:lnTo>
                <a:lnTo>
                  <a:pt x="2292" y="1268"/>
                </a:lnTo>
                <a:lnTo>
                  <a:pt x="2288" y="1298"/>
                </a:lnTo>
                <a:lnTo>
                  <a:pt x="2284" y="1328"/>
                </a:lnTo>
                <a:lnTo>
                  <a:pt x="2279" y="1358"/>
                </a:lnTo>
                <a:lnTo>
                  <a:pt x="2273" y="1387"/>
                </a:lnTo>
                <a:lnTo>
                  <a:pt x="2266" y="1416"/>
                </a:lnTo>
                <a:lnTo>
                  <a:pt x="2259" y="1445"/>
                </a:lnTo>
                <a:lnTo>
                  <a:pt x="2251" y="1474"/>
                </a:lnTo>
                <a:lnTo>
                  <a:pt x="2242" y="1504"/>
                </a:lnTo>
                <a:lnTo>
                  <a:pt x="2232" y="1533"/>
                </a:lnTo>
                <a:lnTo>
                  <a:pt x="2222" y="1561"/>
                </a:lnTo>
                <a:lnTo>
                  <a:pt x="2211" y="1589"/>
                </a:lnTo>
                <a:lnTo>
                  <a:pt x="2199" y="1616"/>
                </a:lnTo>
                <a:lnTo>
                  <a:pt x="2186" y="1644"/>
                </a:lnTo>
                <a:lnTo>
                  <a:pt x="2173" y="1671"/>
                </a:lnTo>
                <a:lnTo>
                  <a:pt x="2159" y="1697"/>
                </a:lnTo>
                <a:lnTo>
                  <a:pt x="2144" y="1723"/>
                </a:lnTo>
                <a:lnTo>
                  <a:pt x="2129" y="1749"/>
                </a:lnTo>
                <a:lnTo>
                  <a:pt x="2113" y="1775"/>
                </a:lnTo>
                <a:lnTo>
                  <a:pt x="2096" y="1800"/>
                </a:lnTo>
                <a:lnTo>
                  <a:pt x="2079" y="1824"/>
                </a:lnTo>
                <a:lnTo>
                  <a:pt x="2061" y="1848"/>
                </a:lnTo>
                <a:lnTo>
                  <a:pt x="2042" y="1872"/>
                </a:lnTo>
                <a:lnTo>
                  <a:pt x="2023" y="1895"/>
                </a:lnTo>
                <a:lnTo>
                  <a:pt x="2003" y="1918"/>
                </a:lnTo>
                <a:lnTo>
                  <a:pt x="1983" y="1940"/>
                </a:lnTo>
                <a:lnTo>
                  <a:pt x="1962" y="1961"/>
                </a:lnTo>
                <a:lnTo>
                  <a:pt x="1940" y="1982"/>
                </a:lnTo>
                <a:lnTo>
                  <a:pt x="1918" y="2003"/>
                </a:lnTo>
                <a:lnTo>
                  <a:pt x="1896" y="2023"/>
                </a:lnTo>
                <a:lnTo>
                  <a:pt x="1872" y="2042"/>
                </a:lnTo>
                <a:lnTo>
                  <a:pt x="1849" y="2060"/>
                </a:lnTo>
                <a:lnTo>
                  <a:pt x="1825" y="2078"/>
                </a:lnTo>
                <a:lnTo>
                  <a:pt x="1800" y="2096"/>
                </a:lnTo>
                <a:lnTo>
                  <a:pt x="1775" y="2112"/>
                </a:lnTo>
                <a:lnTo>
                  <a:pt x="1750" y="2128"/>
                </a:lnTo>
                <a:lnTo>
                  <a:pt x="1724" y="2144"/>
                </a:lnTo>
                <a:lnTo>
                  <a:pt x="1698" y="2159"/>
                </a:lnTo>
                <a:lnTo>
                  <a:pt x="1671" y="2173"/>
                </a:lnTo>
                <a:lnTo>
                  <a:pt x="1644" y="2186"/>
                </a:lnTo>
                <a:lnTo>
                  <a:pt x="1617" y="2198"/>
                </a:lnTo>
                <a:lnTo>
                  <a:pt x="1589" y="2210"/>
                </a:lnTo>
                <a:lnTo>
                  <a:pt x="1561" y="2221"/>
                </a:lnTo>
                <a:lnTo>
                  <a:pt x="1533" y="2232"/>
                </a:lnTo>
                <a:lnTo>
                  <a:pt x="1504" y="2242"/>
                </a:lnTo>
                <a:lnTo>
                  <a:pt x="1476" y="2250"/>
                </a:lnTo>
                <a:lnTo>
                  <a:pt x="1447" y="2259"/>
                </a:lnTo>
                <a:lnTo>
                  <a:pt x="1418" y="2266"/>
                </a:lnTo>
                <a:lnTo>
                  <a:pt x="1388" y="2273"/>
                </a:lnTo>
                <a:lnTo>
                  <a:pt x="1359" y="2279"/>
                </a:lnTo>
                <a:lnTo>
                  <a:pt x="1329" y="2284"/>
                </a:lnTo>
                <a:lnTo>
                  <a:pt x="1299" y="2288"/>
                </a:lnTo>
                <a:lnTo>
                  <a:pt x="1270" y="2291"/>
                </a:lnTo>
                <a:lnTo>
                  <a:pt x="1240" y="2294"/>
                </a:lnTo>
                <a:lnTo>
                  <a:pt x="1210" y="2296"/>
                </a:lnTo>
                <a:lnTo>
                  <a:pt x="1180" y="2297"/>
                </a:lnTo>
                <a:lnTo>
                  <a:pt x="1150" y="2298"/>
                </a:lnTo>
                <a:lnTo>
                  <a:pt x="1119" y="2297"/>
                </a:lnTo>
                <a:lnTo>
                  <a:pt x="1089" y="2296"/>
                </a:lnTo>
                <a:lnTo>
                  <a:pt x="1060" y="2294"/>
                </a:lnTo>
                <a:lnTo>
                  <a:pt x="1029" y="2291"/>
                </a:lnTo>
                <a:lnTo>
                  <a:pt x="1000" y="2288"/>
                </a:lnTo>
                <a:lnTo>
                  <a:pt x="970" y="2284"/>
                </a:lnTo>
                <a:lnTo>
                  <a:pt x="940" y="2279"/>
                </a:lnTo>
                <a:lnTo>
                  <a:pt x="911" y="2273"/>
                </a:lnTo>
                <a:lnTo>
                  <a:pt x="881" y="2266"/>
                </a:lnTo>
                <a:lnTo>
                  <a:pt x="852" y="2259"/>
                </a:lnTo>
                <a:lnTo>
                  <a:pt x="823" y="2250"/>
                </a:lnTo>
                <a:lnTo>
                  <a:pt x="795" y="2242"/>
                </a:lnTo>
                <a:lnTo>
                  <a:pt x="766" y="2232"/>
                </a:lnTo>
                <a:lnTo>
                  <a:pt x="738" y="2221"/>
                </a:lnTo>
                <a:lnTo>
                  <a:pt x="710" y="2210"/>
                </a:lnTo>
                <a:lnTo>
                  <a:pt x="682" y="2198"/>
                </a:lnTo>
                <a:lnTo>
                  <a:pt x="654" y="2186"/>
                </a:lnTo>
                <a:lnTo>
                  <a:pt x="627" y="2173"/>
                </a:lnTo>
                <a:lnTo>
                  <a:pt x="600" y="2159"/>
                </a:lnTo>
                <a:lnTo>
                  <a:pt x="574" y="2144"/>
                </a:lnTo>
                <a:lnTo>
                  <a:pt x="548" y="2128"/>
                </a:lnTo>
                <a:lnTo>
                  <a:pt x="523" y="2112"/>
                </a:lnTo>
                <a:lnTo>
                  <a:pt x="498" y="2096"/>
                </a:lnTo>
                <a:lnTo>
                  <a:pt x="473" y="2078"/>
                </a:lnTo>
                <a:lnTo>
                  <a:pt x="449" y="2060"/>
                </a:lnTo>
                <a:lnTo>
                  <a:pt x="426" y="2042"/>
                </a:lnTo>
                <a:lnTo>
                  <a:pt x="403" y="2023"/>
                </a:lnTo>
                <a:lnTo>
                  <a:pt x="380" y="2003"/>
                </a:lnTo>
                <a:lnTo>
                  <a:pt x="358" y="1982"/>
                </a:lnTo>
                <a:lnTo>
                  <a:pt x="336" y="1961"/>
                </a:lnTo>
                <a:lnTo>
                  <a:pt x="315" y="1940"/>
                </a:lnTo>
                <a:lnTo>
                  <a:pt x="295" y="1918"/>
                </a:lnTo>
                <a:lnTo>
                  <a:pt x="275" y="1895"/>
                </a:lnTo>
                <a:lnTo>
                  <a:pt x="256" y="1872"/>
                </a:lnTo>
                <a:lnTo>
                  <a:pt x="237" y="1848"/>
                </a:lnTo>
                <a:lnTo>
                  <a:pt x="219" y="1824"/>
                </a:lnTo>
                <a:lnTo>
                  <a:pt x="202" y="1800"/>
                </a:lnTo>
                <a:lnTo>
                  <a:pt x="185" y="1775"/>
                </a:lnTo>
                <a:lnTo>
                  <a:pt x="169" y="1749"/>
                </a:lnTo>
                <a:lnTo>
                  <a:pt x="154" y="1723"/>
                </a:lnTo>
                <a:lnTo>
                  <a:pt x="139" y="1697"/>
                </a:lnTo>
                <a:lnTo>
                  <a:pt x="125" y="1671"/>
                </a:lnTo>
                <a:lnTo>
                  <a:pt x="112" y="1644"/>
                </a:lnTo>
                <a:lnTo>
                  <a:pt x="99" y="1616"/>
                </a:lnTo>
                <a:lnTo>
                  <a:pt x="87" y="1589"/>
                </a:lnTo>
                <a:lnTo>
                  <a:pt x="76" y="1561"/>
                </a:lnTo>
                <a:lnTo>
                  <a:pt x="66" y="1533"/>
                </a:lnTo>
                <a:lnTo>
                  <a:pt x="56" y="1504"/>
                </a:lnTo>
                <a:lnTo>
                  <a:pt x="47" y="1474"/>
                </a:lnTo>
                <a:lnTo>
                  <a:pt x="39" y="1445"/>
                </a:lnTo>
                <a:lnTo>
                  <a:pt x="32" y="1416"/>
                </a:lnTo>
                <a:lnTo>
                  <a:pt x="25" y="1387"/>
                </a:lnTo>
                <a:lnTo>
                  <a:pt x="19" y="1358"/>
                </a:lnTo>
                <a:lnTo>
                  <a:pt x="14" y="1328"/>
                </a:lnTo>
                <a:lnTo>
                  <a:pt x="10" y="1298"/>
                </a:lnTo>
                <a:lnTo>
                  <a:pt x="6" y="1268"/>
                </a:lnTo>
                <a:lnTo>
                  <a:pt x="3" y="1238"/>
                </a:lnTo>
                <a:lnTo>
                  <a:pt x="2" y="1208"/>
                </a:lnTo>
                <a:lnTo>
                  <a:pt x="0" y="1178"/>
                </a:lnTo>
                <a:lnTo>
                  <a:pt x="0" y="1148"/>
                </a:lnTo>
                <a:lnTo>
                  <a:pt x="0" y="1118"/>
                </a:lnTo>
                <a:lnTo>
                  <a:pt x="2" y="1088"/>
                </a:lnTo>
                <a:lnTo>
                  <a:pt x="3" y="1058"/>
                </a:lnTo>
                <a:lnTo>
                  <a:pt x="6" y="1028"/>
                </a:lnTo>
                <a:lnTo>
                  <a:pt x="10" y="998"/>
                </a:lnTo>
                <a:lnTo>
                  <a:pt x="14" y="968"/>
                </a:lnTo>
                <a:lnTo>
                  <a:pt x="19" y="939"/>
                </a:lnTo>
                <a:lnTo>
                  <a:pt x="25" y="909"/>
                </a:lnTo>
                <a:lnTo>
                  <a:pt x="32" y="880"/>
                </a:lnTo>
                <a:lnTo>
                  <a:pt x="39" y="851"/>
                </a:lnTo>
                <a:lnTo>
                  <a:pt x="47" y="822"/>
                </a:lnTo>
                <a:lnTo>
                  <a:pt x="56" y="793"/>
                </a:lnTo>
                <a:lnTo>
                  <a:pt x="66" y="765"/>
                </a:lnTo>
                <a:lnTo>
                  <a:pt x="76" y="737"/>
                </a:lnTo>
                <a:lnTo>
                  <a:pt x="87" y="709"/>
                </a:lnTo>
                <a:lnTo>
                  <a:pt x="99" y="681"/>
                </a:lnTo>
                <a:lnTo>
                  <a:pt x="112" y="654"/>
                </a:lnTo>
                <a:lnTo>
                  <a:pt x="125" y="627"/>
                </a:lnTo>
                <a:lnTo>
                  <a:pt x="139" y="600"/>
                </a:lnTo>
                <a:lnTo>
                  <a:pt x="154" y="574"/>
                </a:lnTo>
                <a:lnTo>
                  <a:pt x="169" y="548"/>
                </a:lnTo>
                <a:lnTo>
                  <a:pt x="185" y="523"/>
                </a:lnTo>
                <a:lnTo>
                  <a:pt x="202" y="498"/>
                </a:lnTo>
                <a:lnTo>
                  <a:pt x="219" y="473"/>
                </a:lnTo>
                <a:lnTo>
                  <a:pt x="237" y="449"/>
                </a:lnTo>
                <a:lnTo>
                  <a:pt x="256" y="425"/>
                </a:lnTo>
                <a:lnTo>
                  <a:pt x="275" y="402"/>
                </a:lnTo>
                <a:lnTo>
                  <a:pt x="295" y="380"/>
                </a:lnTo>
                <a:lnTo>
                  <a:pt x="315" y="357"/>
                </a:lnTo>
                <a:lnTo>
                  <a:pt x="336" y="336"/>
                </a:lnTo>
                <a:lnTo>
                  <a:pt x="358" y="315"/>
                </a:lnTo>
                <a:lnTo>
                  <a:pt x="380" y="295"/>
                </a:lnTo>
                <a:lnTo>
                  <a:pt x="403" y="275"/>
                </a:lnTo>
                <a:lnTo>
                  <a:pt x="426" y="255"/>
                </a:lnTo>
                <a:lnTo>
                  <a:pt x="449" y="237"/>
                </a:lnTo>
                <a:lnTo>
                  <a:pt x="473" y="219"/>
                </a:lnTo>
                <a:lnTo>
                  <a:pt x="498" y="202"/>
                </a:lnTo>
                <a:lnTo>
                  <a:pt x="523" y="185"/>
                </a:lnTo>
                <a:lnTo>
                  <a:pt x="548" y="169"/>
                </a:lnTo>
                <a:lnTo>
                  <a:pt x="574" y="153"/>
                </a:lnTo>
                <a:lnTo>
                  <a:pt x="600" y="139"/>
                </a:lnTo>
                <a:lnTo>
                  <a:pt x="627" y="125"/>
                </a:lnTo>
                <a:lnTo>
                  <a:pt x="654" y="111"/>
                </a:lnTo>
                <a:lnTo>
                  <a:pt x="682" y="99"/>
                </a:lnTo>
                <a:lnTo>
                  <a:pt x="710" y="87"/>
                </a:lnTo>
                <a:lnTo>
                  <a:pt x="738" y="76"/>
                </a:lnTo>
                <a:lnTo>
                  <a:pt x="766" y="65"/>
                </a:lnTo>
                <a:lnTo>
                  <a:pt x="795" y="56"/>
                </a:lnTo>
                <a:lnTo>
                  <a:pt x="823" y="47"/>
                </a:lnTo>
                <a:lnTo>
                  <a:pt x="852" y="39"/>
                </a:lnTo>
                <a:lnTo>
                  <a:pt x="881" y="31"/>
                </a:lnTo>
                <a:lnTo>
                  <a:pt x="911" y="25"/>
                </a:lnTo>
                <a:lnTo>
                  <a:pt x="940" y="19"/>
                </a:lnTo>
                <a:lnTo>
                  <a:pt x="970" y="14"/>
                </a:lnTo>
                <a:lnTo>
                  <a:pt x="1000" y="9"/>
                </a:lnTo>
                <a:lnTo>
                  <a:pt x="1029" y="6"/>
                </a:lnTo>
                <a:lnTo>
                  <a:pt x="1060" y="3"/>
                </a:lnTo>
                <a:lnTo>
                  <a:pt x="1089" y="1"/>
                </a:lnTo>
                <a:lnTo>
                  <a:pt x="1119" y="0"/>
                </a:lnTo>
                <a:lnTo>
                  <a:pt x="1150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 flipV="1">
            <a:off x="589320" y="3189600"/>
            <a:ext cx="0" cy="4132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 flipV="1">
            <a:off x="589320" y="331056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89320" y="3602880"/>
            <a:ext cx="41328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89320" y="360288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89320" y="3602880"/>
            <a:ext cx="0" cy="41364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 flipH="1">
            <a:off x="296640" y="3602880"/>
            <a:ext cx="29304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 flipH="1">
            <a:off x="175680" y="3602880"/>
            <a:ext cx="41364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 flipH="1" flipV="1">
            <a:off x="296640" y="3310560"/>
            <a:ext cx="29304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543960" y="3474720"/>
            <a:ext cx="315720" cy="173880"/>
          </a:xfrm>
          <a:custGeom>
            <a:avLst/>
            <a:gdLst/>
            <a:ahLst/>
            <a:rect l="0" t="0" r="r" b="b"/>
            <a:pathLst>
              <a:path w="877" h="483">
                <a:moveTo>
                  <a:pt x="126" y="224"/>
                </a:moveTo>
                <a:lnTo>
                  <a:pt x="481" y="0"/>
                </a:lnTo>
                <a:lnTo>
                  <a:pt x="877" y="357"/>
                </a:lnTo>
                <a:lnTo>
                  <a:pt x="230" y="462"/>
                </a:lnTo>
                <a:lnTo>
                  <a:pt x="126" y="416"/>
                </a:lnTo>
                <a:lnTo>
                  <a:pt x="0" y="483"/>
                </a:lnTo>
                <a:lnTo>
                  <a:pt x="86" y="357"/>
                </a:lnTo>
                <a:lnTo>
                  <a:pt x="52" y="284"/>
                </a:lnTo>
                <a:lnTo>
                  <a:pt x="126" y="224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543960" y="3474720"/>
            <a:ext cx="315720" cy="173880"/>
          </a:xfrm>
          <a:custGeom>
            <a:avLst/>
            <a:gdLst/>
            <a:ahLst/>
            <a:rect l="0" t="0" r="r" b="b"/>
            <a:pathLst>
              <a:path fill="none" w="877" h="483">
                <a:moveTo>
                  <a:pt x="126" y="224"/>
                </a:moveTo>
                <a:lnTo>
                  <a:pt x="481" y="0"/>
                </a:lnTo>
                <a:lnTo>
                  <a:pt x="877" y="357"/>
                </a:lnTo>
                <a:lnTo>
                  <a:pt x="230" y="462"/>
                </a:lnTo>
                <a:lnTo>
                  <a:pt x="126" y="416"/>
                </a:lnTo>
                <a:lnTo>
                  <a:pt x="0" y="483"/>
                </a:lnTo>
                <a:lnTo>
                  <a:pt x="86" y="357"/>
                </a:lnTo>
                <a:lnTo>
                  <a:pt x="52" y="284"/>
                </a:lnTo>
                <a:lnTo>
                  <a:pt x="126" y="224"/>
                </a:lnTo>
              </a:path>
            </a:pathLst>
          </a:custGeom>
          <a:ln w="11880">
            <a:solidFill>
              <a:srgbClr val="1A1A1A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54916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64120" y="30927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102348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64120" y="4024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7884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437760" y="339696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85200" y="326952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153080" y="3089520"/>
            <a:ext cx="1027440" cy="1027080"/>
          </a:xfrm>
          <a:custGeom>
            <a:avLst/>
            <a:gdLst/>
            <a:ahLst/>
            <a:rect l="0" t="0" r="r" b="b"/>
            <a:pathLst>
              <a:path w="2854" h="2853">
                <a:moveTo>
                  <a:pt x="0" y="0"/>
                </a:moveTo>
                <a:lnTo>
                  <a:pt x="2854" y="0"/>
                </a:lnTo>
                <a:lnTo>
                  <a:pt x="2854" y="2853"/>
                </a:lnTo>
                <a:lnTo>
                  <a:pt x="0" y="2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528920" y="3465000"/>
            <a:ext cx="275760" cy="276120"/>
          </a:xfrm>
          <a:custGeom>
            <a:avLst/>
            <a:gdLst/>
            <a:ahLst/>
            <a:rect l="0" t="0" r="r" b="b"/>
            <a:pathLst>
              <a:path fill="none" w="766" h="767">
                <a:moveTo>
                  <a:pt x="382" y="0"/>
                </a:moveTo>
                <a:lnTo>
                  <a:pt x="392" y="0"/>
                </a:lnTo>
                <a:lnTo>
                  <a:pt x="403" y="1"/>
                </a:lnTo>
                <a:lnTo>
                  <a:pt x="412" y="1"/>
                </a:lnTo>
                <a:lnTo>
                  <a:pt x="423" y="2"/>
                </a:lnTo>
                <a:lnTo>
                  <a:pt x="432" y="4"/>
                </a:lnTo>
                <a:lnTo>
                  <a:pt x="442" y="5"/>
                </a:lnTo>
                <a:lnTo>
                  <a:pt x="452" y="7"/>
                </a:lnTo>
                <a:lnTo>
                  <a:pt x="462" y="9"/>
                </a:lnTo>
                <a:lnTo>
                  <a:pt x="472" y="11"/>
                </a:lnTo>
                <a:lnTo>
                  <a:pt x="482" y="13"/>
                </a:lnTo>
                <a:lnTo>
                  <a:pt x="491" y="16"/>
                </a:lnTo>
                <a:lnTo>
                  <a:pt x="501" y="19"/>
                </a:lnTo>
                <a:lnTo>
                  <a:pt x="510" y="22"/>
                </a:lnTo>
                <a:lnTo>
                  <a:pt x="520" y="26"/>
                </a:lnTo>
                <a:lnTo>
                  <a:pt x="529" y="29"/>
                </a:lnTo>
                <a:lnTo>
                  <a:pt x="538" y="33"/>
                </a:lnTo>
                <a:lnTo>
                  <a:pt x="547" y="38"/>
                </a:lnTo>
                <a:lnTo>
                  <a:pt x="556" y="42"/>
                </a:lnTo>
                <a:lnTo>
                  <a:pt x="565" y="47"/>
                </a:lnTo>
                <a:lnTo>
                  <a:pt x="574" y="52"/>
                </a:lnTo>
                <a:lnTo>
                  <a:pt x="583" y="57"/>
                </a:lnTo>
                <a:lnTo>
                  <a:pt x="591" y="62"/>
                </a:lnTo>
                <a:lnTo>
                  <a:pt x="599" y="68"/>
                </a:lnTo>
                <a:lnTo>
                  <a:pt x="607" y="73"/>
                </a:lnTo>
                <a:lnTo>
                  <a:pt x="616" y="79"/>
                </a:lnTo>
                <a:lnTo>
                  <a:pt x="623" y="86"/>
                </a:lnTo>
                <a:lnTo>
                  <a:pt x="631" y="92"/>
                </a:lnTo>
                <a:lnTo>
                  <a:pt x="639" y="99"/>
                </a:lnTo>
                <a:lnTo>
                  <a:pt x="646" y="105"/>
                </a:lnTo>
                <a:lnTo>
                  <a:pt x="653" y="112"/>
                </a:lnTo>
                <a:lnTo>
                  <a:pt x="660" y="120"/>
                </a:lnTo>
                <a:lnTo>
                  <a:pt x="667" y="127"/>
                </a:lnTo>
                <a:lnTo>
                  <a:pt x="674" y="134"/>
                </a:lnTo>
                <a:lnTo>
                  <a:pt x="680" y="142"/>
                </a:lnTo>
                <a:lnTo>
                  <a:pt x="686" y="150"/>
                </a:lnTo>
                <a:lnTo>
                  <a:pt x="692" y="158"/>
                </a:lnTo>
                <a:lnTo>
                  <a:pt x="698" y="166"/>
                </a:lnTo>
                <a:lnTo>
                  <a:pt x="704" y="175"/>
                </a:lnTo>
                <a:lnTo>
                  <a:pt x="709" y="183"/>
                </a:lnTo>
                <a:lnTo>
                  <a:pt x="714" y="192"/>
                </a:lnTo>
                <a:lnTo>
                  <a:pt x="719" y="200"/>
                </a:lnTo>
                <a:lnTo>
                  <a:pt x="724" y="209"/>
                </a:lnTo>
                <a:lnTo>
                  <a:pt x="729" y="218"/>
                </a:lnTo>
                <a:lnTo>
                  <a:pt x="733" y="227"/>
                </a:lnTo>
                <a:lnTo>
                  <a:pt x="737" y="237"/>
                </a:lnTo>
                <a:lnTo>
                  <a:pt x="741" y="246"/>
                </a:lnTo>
                <a:lnTo>
                  <a:pt x="744" y="255"/>
                </a:lnTo>
                <a:lnTo>
                  <a:pt x="748" y="265"/>
                </a:lnTo>
                <a:lnTo>
                  <a:pt x="751" y="274"/>
                </a:lnTo>
                <a:lnTo>
                  <a:pt x="753" y="284"/>
                </a:lnTo>
                <a:lnTo>
                  <a:pt x="756" y="294"/>
                </a:lnTo>
                <a:lnTo>
                  <a:pt x="758" y="304"/>
                </a:lnTo>
                <a:lnTo>
                  <a:pt x="760" y="313"/>
                </a:lnTo>
                <a:lnTo>
                  <a:pt x="762" y="323"/>
                </a:lnTo>
                <a:lnTo>
                  <a:pt x="763" y="333"/>
                </a:lnTo>
                <a:lnTo>
                  <a:pt x="764" y="343"/>
                </a:lnTo>
                <a:lnTo>
                  <a:pt x="765" y="353"/>
                </a:lnTo>
                <a:lnTo>
                  <a:pt x="766" y="363"/>
                </a:lnTo>
                <a:lnTo>
                  <a:pt x="766" y="373"/>
                </a:lnTo>
                <a:lnTo>
                  <a:pt x="766" y="383"/>
                </a:lnTo>
                <a:lnTo>
                  <a:pt x="766" y="393"/>
                </a:lnTo>
                <a:lnTo>
                  <a:pt x="766" y="403"/>
                </a:lnTo>
                <a:lnTo>
                  <a:pt x="765" y="413"/>
                </a:lnTo>
                <a:lnTo>
                  <a:pt x="764" y="423"/>
                </a:lnTo>
                <a:lnTo>
                  <a:pt x="763" y="433"/>
                </a:lnTo>
                <a:lnTo>
                  <a:pt x="762" y="443"/>
                </a:lnTo>
                <a:lnTo>
                  <a:pt x="760" y="453"/>
                </a:lnTo>
                <a:lnTo>
                  <a:pt x="758" y="463"/>
                </a:lnTo>
                <a:lnTo>
                  <a:pt x="756" y="472"/>
                </a:lnTo>
                <a:lnTo>
                  <a:pt x="753" y="482"/>
                </a:lnTo>
                <a:lnTo>
                  <a:pt x="751" y="492"/>
                </a:lnTo>
                <a:lnTo>
                  <a:pt x="748" y="501"/>
                </a:lnTo>
                <a:lnTo>
                  <a:pt x="744" y="511"/>
                </a:lnTo>
                <a:lnTo>
                  <a:pt x="741" y="520"/>
                </a:lnTo>
                <a:lnTo>
                  <a:pt x="737" y="530"/>
                </a:lnTo>
                <a:lnTo>
                  <a:pt x="733" y="539"/>
                </a:lnTo>
                <a:lnTo>
                  <a:pt x="729" y="548"/>
                </a:lnTo>
                <a:lnTo>
                  <a:pt x="724" y="557"/>
                </a:lnTo>
                <a:lnTo>
                  <a:pt x="719" y="566"/>
                </a:lnTo>
                <a:lnTo>
                  <a:pt x="714" y="575"/>
                </a:lnTo>
                <a:lnTo>
                  <a:pt x="709" y="583"/>
                </a:lnTo>
                <a:lnTo>
                  <a:pt x="704" y="592"/>
                </a:lnTo>
                <a:lnTo>
                  <a:pt x="698" y="600"/>
                </a:lnTo>
                <a:lnTo>
                  <a:pt x="692" y="608"/>
                </a:lnTo>
                <a:lnTo>
                  <a:pt x="686" y="616"/>
                </a:lnTo>
                <a:lnTo>
                  <a:pt x="680" y="624"/>
                </a:lnTo>
                <a:lnTo>
                  <a:pt x="674" y="632"/>
                </a:lnTo>
                <a:lnTo>
                  <a:pt x="667" y="639"/>
                </a:lnTo>
                <a:lnTo>
                  <a:pt x="660" y="647"/>
                </a:lnTo>
                <a:lnTo>
                  <a:pt x="653" y="654"/>
                </a:lnTo>
                <a:lnTo>
                  <a:pt x="646" y="661"/>
                </a:lnTo>
                <a:lnTo>
                  <a:pt x="639" y="668"/>
                </a:lnTo>
                <a:lnTo>
                  <a:pt x="631" y="674"/>
                </a:lnTo>
                <a:lnTo>
                  <a:pt x="623" y="681"/>
                </a:lnTo>
                <a:lnTo>
                  <a:pt x="616" y="687"/>
                </a:lnTo>
                <a:lnTo>
                  <a:pt x="607" y="693"/>
                </a:lnTo>
                <a:lnTo>
                  <a:pt x="599" y="699"/>
                </a:lnTo>
                <a:lnTo>
                  <a:pt x="591" y="705"/>
                </a:lnTo>
                <a:lnTo>
                  <a:pt x="583" y="711"/>
                </a:lnTo>
                <a:lnTo>
                  <a:pt x="574" y="716"/>
                </a:lnTo>
                <a:lnTo>
                  <a:pt x="565" y="721"/>
                </a:lnTo>
                <a:lnTo>
                  <a:pt x="556" y="725"/>
                </a:lnTo>
                <a:lnTo>
                  <a:pt x="547" y="730"/>
                </a:lnTo>
                <a:lnTo>
                  <a:pt x="538" y="734"/>
                </a:lnTo>
                <a:lnTo>
                  <a:pt x="529" y="738"/>
                </a:lnTo>
                <a:lnTo>
                  <a:pt x="520" y="742"/>
                </a:lnTo>
                <a:lnTo>
                  <a:pt x="510" y="745"/>
                </a:lnTo>
                <a:lnTo>
                  <a:pt x="501" y="748"/>
                </a:lnTo>
                <a:lnTo>
                  <a:pt x="491" y="751"/>
                </a:lnTo>
                <a:lnTo>
                  <a:pt x="482" y="754"/>
                </a:lnTo>
                <a:lnTo>
                  <a:pt x="472" y="756"/>
                </a:lnTo>
                <a:lnTo>
                  <a:pt x="462" y="759"/>
                </a:lnTo>
                <a:lnTo>
                  <a:pt x="452" y="761"/>
                </a:lnTo>
                <a:lnTo>
                  <a:pt x="442" y="762"/>
                </a:lnTo>
                <a:lnTo>
                  <a:pt x="432" y="764"/>
                </a:lnTo>
                <a:lnTo>
                  <a:pt x="423" y="765"/>
                </a:lnTo>
                <a:lnTo>
                  <a:pt x="412" y="766"/>
                </a:lnTo>
                <a:lnTo>
                  <a:pt x="403" y="766"/>
                </a:lnTo>
                <a:lnTo>
                  <a:pt x="392" y="767"/>
                </a:lnTo>
                <a:lnTo>
                  <a:pt x="382" y="767"/>
                </a:lnTo>
                <a:lnTo>
                  <a:pt x="373" y="767"/>
                </a:lnTo>
                <a:lnTo>
                  <a:pt x="362" y="766"/>
                </a:lnTo>
                <a:lnTo>
                  <a:pt x="352" y="766"/>
                </a:lnTo>
                <a:lnTo>
                  <a:pt x="342" y="765"/>
                </a:lnTo>
                <a:lnTo>
                  <a:pt x="333" y="764"/>
                </a:lnTo>
                <a:lnTo>
                  <a:pt x="323" y="762"/>
                </a:lnTo>
                <a:lnTo>
                  <a:pt x="313" y="761"/>
                </a:lnTo>
                <a:lnTo>
                  <a:pt x="303" y="759"/>
                </a:lnTo>
                <a:lnTo>
                  <a:pt x="293" y="756"/>
                </a:lnTo>
                <a:lnTo>
                  <a:pt x="283" y="754"/>
                </a:lnTo>
                <a:lnTo>
                  <a:pt x="274" y="751"/>
                </a:lnTo>
                <a:lnTo>
                  <a:pt x="264" y="748"/>
                </a:lnTo>
                <a:lnTo>
                  <a:pt x="255" y="745"/>
                </a:lnTo>
                <a:lnTo>
                  <a:pt x="245" y="742"/>
                </a:lnTo>
                <a:lnTo>
                  <a:pt x="236" y="738"/>
                </a:lnTo>
                <a:lnTo>
                  <a:pt x="227" y="734"/>
                </a:lnTo>
                <a:lnTo>
                  <a:pt x="218" y="730"/>
                </a:lnTo>
                <a:lnTo>
                  <a:pt x="209" y="725"/>
                </a:lnTo>
                <a:lnTo>
                  <a:pt x="200" y="721"/>
                </a:lnTo>
                <a:lnTo>
                  <a:pt x="191" y="716"/>
                </a:lnTo>
                <a:lnTo>
                  <a:pt x="182" y="711"/>
                </a:lnTo>
                <a:lnTo>
                  <a:pt x="174" y="705"/>
                </a:lnTo>
                <a:lnTo>
                  <a:pt x="166" y="699"/>
                </a:lnTo>
                <a:lnTo>
                  <a:pt x="157" y="693"/>
                </a:lnTo>
                <a:lnTo>
                  <a:pt x="149" y="687"/>
                </a:lnTo>
                <a:lnTo>
                  <a:pt x="142" y="681"/>
                </a:lnTo>
                <a:lnTo>
                  <a:pt x="134" y="674"/>
                </a:lnTo>
                <a:lnTo>
                  <a:pt x="126" y="668"/>
                </a:lnTo>
                <a:lnTo>
                  <a:pt x="119" y="661"/>
                </a:lnTo>
                <a:lnTo>
                  <a:pt x="112" y="654"/>
                </a:lnTo>
                <a:lnTo>
                  <a:pt x="105" y="647"/>
                </a:lnTo>
                <a:lnTo>
                  <a:pt x="98" y="639"/>
                </a:lnTo>
                <a:lnTo>
                  <a:pt x="91" y="632"/>
                </a:lnTo>
                <a:lnTo>
                  <a:pt x="85" y="624"/>
                </a:lnTo>
                <a:lnTo>
                  <a:pt x="79" y="616"/>
                </a:lnTo>
                <a:lnTo>
                  <a:pt x="73" y="608"/>
                </a:lnTo>
                <a:lnTo>
                  <a:pt x="67" y="600"/>
                </a:lnTo>
                <a:lnTo>
                  <a:pt x="61" y="592"/>
                </a:lnTo>
                <a:lnTo>
                  <a:pt x="56" y="583"/>
                </a:lnTo>
                <a:lnTo>
                  <a:pt x="51" y="575"/>
                </a:lnTo>
                <a:lnTo>
                  <a:pt x="46" y="566"/>
                </a:lnTo>
                <a:lnTo>
                  <a:pt x="41" y="557"/>
                </a:lnTo>
                <a:lnTo>
                  <a:pt x="37" y="548"/>
                </a:lnTo>
                <a:lnTo>
                  <a:pt x="33" y="539"/>
                </a:lnTo>
                <a:lnTo>
                  <a:pt x="29" y="530"/>
                </a:lnTo>
                <a:lnTo>
                  <a:pt x="22" y="511"/>
                </a:lnTo>
                <a:lnTo>
                  <a:pt x="18" y="501"/>
                </a:lnTo>
                <a:lnTo>
                  <a:pt x="15" y="492"/>
                </a:lnTo>
                <a:lnTo>
                  <a:pt x="13" y="482"/>
                </a:lnTo>
                <a:lnTo>
                  <a:pt x="10" y="472"/>
                </a:lnTo>
                <a:lnTo>
                  <a:pt x="8" y="463"/>
                </a:lnTo>
                <a:lnTo>
                  <a:pt x="6" y="453"/>
                </a:lnTo>
                <a:lnTo>
                  <a:pt x="4" y="443"/>
                </a:lnTo>
                <a:lnTo>
                  <a:pt x="3" y="433"/>
                </a:lnTo>
                <a:lnTo>
                  <a:pt x="2" y="423"/>
                </a:lnTo>
                <a:lnTo>
                  <a:pt x="1" y="413"/>
                </a:lnTo>
                <a:lnTo>
                  <a:pt x="0" y="403"/>
                </a:lnTo>
                <a:lnTo>
                  <a:pt x="0" y="393"/>
                </a:lnTo>
                <a:lnTo>
                  <a:pt x="0" y="383"/>
                </a:lnTo>
                <a:lnTo>
                  <a:pt x="0" y="373"/>
                </a:lnTo>
                <a:lnTo>
                  <a:pt x="0" y="363"/>
                </a:lnTo>
                <a:lnTo>
                  <a:pt x="1" y="353"/>
                </a:lnTo>
                <a:lnTo>
                  <a:pt x="2" y="343"/>
                </a:lnTo>
                <a:lnTo>
                  <a:pt x="3" y="333"/>
                </a:lnTo>
                <a:lnTo>
                  <a:pt x="4" y="323"/>
                </a:lnTo>
                <a:lnTo>
                  <a:pt x="6" y="313"/>
                </a:lnTo>
                <a:lnTo>
                  <a:pt x="8" y="304"/>
                </a:lnTo>
                <a:lnTo>
                  <a:pt x="10" y="294"/>
                </a:lnTo>
                <a:lnTo>
                  <a:pt x="13" y="284"/>
                </a:lnTo>
                <a:lnTo>
                  <a:pt x="15" y="274"/>
                </a:lnTo>
                <a:lnTo>
                  <a:pt x="18" y="265"/>
                </a:lnTo>
                <a:lnTo>
                  <a:pt x="22" y="255"/>
                </a:lnTo>
                <a:lnTo>
                  <a:pt x="25" y="246"/>
                </a:lnTo>
                <a:lnTo>
                  <a:pt x="29" y="237"/>
                </a:lnTo>
                <a:lnTo>
                  <a:pt x="33" y="227"/>
                </a:lnTo>
                <a:lnTo>
                  <a:pt x="37" y="218"/>
                </a:lnTo>
                <a:lnTo>
                  <a:pt x="41" y="209"/>
                </a:lnTo>
                <a:lnTo>
                  <a:pt x="46" y="200"/>
                </a:lnTo>
                <a:lnTo>
                  <a:pt x="51" y="192"/>
                </a:lnTo>
                <a:lnTo>
                  <a:pt x="56" y="183"/>
                </a:lnTo>
                <a:lnTo>
                  <a:pt x="61" y="175"/>
                </a:lnTo>
                <a:lnTo>
                  <a:pt x="67" y="166"/>
                </a:lnTo>
                <a:lnTo>
                  <a:pt x="73" y="158"/>
                </a:lnTo>
                <a:lnTo>
                  <a:pt x="79" y="150"/>
                </a:lnTo>
                <a:lnTo>
                  <a:pt x="85" y="142"/>
                </a:lnTo>
                <a:lnTo>
                  <a:pt x="91" y="134"/>
                </a:lnTo>
                <a:lnTo>
                  <a:pt x="98" y="127"/>
                </a:lnTo>
                <a:lnTo>
                  <a:pt x="105" y="120"/>
                </a:lnTo>
                <a:lnTo>
                  <a:pt x="112" y="112"/>
                </a:lnTo>
                <a:lnTo>
                  <a:pt x="119" y="105"/>
                </a:lnTo>
                <a:lnTo>
                  <a:pt x="126" y="99"/>
                </a:lnTo>
                <a:lnTo>
                  <a:pt x="134" y="92"/>
                </a:lnTo>
                <a:lnTo>
                  <a:pt x="142" y="86"/>
                </a:lnTo>
                <a:lnTo>
                  <a:pt x="149" y="79"/>
                </a:lnTo>
                <a:lnTo>
                  <a:pt x="157" y="73"/>
                </a:lnTo>
                <a:lnTo>
                  <a:pt x="166" y="68"/>
                </a:lnTo>
                <a:lnTo>
                  <a:pt x="174" y="62"/>
                </a:lnTo>
                <a:lnTo>
                  <a:pt x="182" y="57"/>
                </a:lnTo>
                <a:lnTo>
                  <a:pt x="191" y="52"/>
                </a:lnTo>
                <a:lnTo>
                  <a:pt x="200" y="47"/>
                </a:lnTo>
                <a:lnTo>
                  <a:pt x="209" y="42"/>
                </a:lnTo>
                <a:lnTo>
                  <a:pt x="218" y="38"/>
                </a:lnTo>
                <a:lnTo>
                  <a:pt x="227" y="33"/>
                </a:lnTo>
                <a:lnTo>
                  <a:pt x="236" y="29"/>
                </a:lnTo>
                <a:lnTo>
                  <a:pt x="245" y="26"/>
                </a:lnTo>
                <a:lnTo>
                  <a:pt x="255" y="22"/>
                </a:lnTo>
                <a:lnTo>
                  <a:pt x="264" y="19"/>
                </a:lnTo>
                <a:lnTo>
                  <a:pt x="274" y="16"/>
                </a:lnTo>
                <a:lnTo>
                  <a:pt x="283" y="13"/>
                </a:lnTo>
                <a:lnTo>
                  <a:pt x="293" y="11"/>
                </a:lnTo>
                <a:lnTo>
                  <a:pt x="303" y="9"/>
                </a:lnTo>
                <a:lnTo>
                  <a:pt x="313" y="7"/>
                </a:lnTo>
                <a:lnTo>
                  <a:pt x="323" y="5"/>
                </a:lnTo>
                <a:lnTo>
                  <a:pt x="333" y="4"/>
                </a:lnTo>
                <a:lnTo>
                  <a:pt x="342" y="2"/>
                </a:lnTo>
                <a:lnTo>
                  <a:pt x="352" y="1"/>
                </a:lnTo>
                <a:lnTo>
                  <a:pt x="362" y="1"/>
                </a:lnTo>
                <a:lnTo>
                  <a:pt x="373" y="0"/>
                </a:lnTo>
                <a:lnTo>
                  <a:pt x="382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391040" y="3327120"/>
            <a:ext cx="551520" cy="551880"/>
          </a:xfrm>
          <a:custGeom>
            <a:avLst/>
            <a:gdLst/>
            <a:ahLst/>
            <a:rect l="0" t="0" r="r" b="b"/>
            <a:pathLst>
              <a:path fill="none" w="1532" h="1533">
                <a:moveTo>
                  <a:pt x="765" y="0"/>
                </a:moveTo>
                <a:lnTo>
                  <a:pt x="786" y="1"/>
                </a:lnTo>
                <a:lnTo>
                  <a:pt x="806" y="2"/>
                </a:lnTo>
                <a:lnTo>
                  <a:pt x="826" y="3"/>
                </a:lnTo>
                <a:lnTo>
                  <a:pt x="846" y="5"/>
                </a:lnTo>
                <a:lnTo>
                  <a:pt x="865" y="7"/>
                </a:lnTo>
                <a:lnTo>
                  <a:pt x="885" y="10"/>
                </a:lnTo>
                <a:lnTo>
                  <a:pt x="905" y="13"/>
                </a:lnTo>
                <a:lnTo>
                  <a:pt x="925" y="17"/>
                </a:lnTo>
                <a:lnTo>
                  <a:pt x="944" y="22"/>
                </a:lnTo>
                <a:lnTo>
                  <a:pt x="964" y="26"/>
                </a:lnTo>
                <a:lnTo>
                  <a:pt x="983" y="32"/>
                </a:lnTo>
                <a:lnTo>
                  <a:pt x="1002" y="38"/>
                </a:lnTo>
                <a:lnTo>
                  <a:pt x="1021" y="44"/>
                </a:lnTo>
                <a:lnTo>
                  <a:pt x="1040" y="51"/>
                </a:lnTo>
                <a:lnTo>
                  <a:pt x="1059" y="59"/>
                </a:lnTo>
                <a:lnTo>
                  <a:pt x="1077" y="67"/>
                </a:lnTo>
                <a:lnTo>
                  <a:pt x="1095" y="75"/>
                </a:lnTo>
                <a:lnTo>
                  <a:pt x="1113" y="84"/>
                </a:lnTo>
                <a:lnTo>
                  <a:pt x="1131" y="93"/>
                </a:lnTo>
                <a:lnTo>
                  <a:pt x="1148" y="103"/>
                </a:lnTo>
                <a:lnTo>
                  <a:pt x="1166" y="113"/>
                </a:lnTo>
                <a:lnTo>
                  <a:pt x="1183" y="124"/>
                </a:lnTo>
                <a:lnTo>
                  <a:pt x="1199" y="135"/>
                </a:lnTo>
                <a:lnTo>
                  <a:pt x="1215" y="147"/>
                </a:lnTo>
                <a:lnTo>
                  <a:pt x="1232" y="159"/>
                </a:lnTo>
                <a:lnTo>
                  <a:pt x="1247" y="171"/>
                </a:lnTo>
                <a:lnTo>
                  <a:pt x="1263" y="184"/>
                </a:lnTo>
                <a:lnTo>
                  <a:pt x="1278" y="197"/>
                </a:lnTo>
                <a:lnTo>
                  <a:pt x="1293" y="211"/>
                </a:lnTo>
                <a:lnTo>
                  <a:pt x="1307" y="225"/>
                </a:lnTo>
                <a:lnTo>
                  <a:pt x="1321" y="239"/>
                </a:lnTo>
                <a:lnTo>
                  <a:pt x="1335" y="254"/>
                </a:lnTo>
                <a:lnTo>
                  <a:pt x="1348" y="269"/>
                </a:lnTo>
                <a:lnTo>
                  <a:pt x="1361" y="284"/>
                </a:lnTo>
                <a:lnTo>
                  <a:pt x="1373" y="300"/>
                </a:lnTo>
                <a:lnTo>
                  <a:pt x="1385" y="316"/>
                </a:lnTo>
                <a:lnTo>
                  <a:pt x="1397" y="332"/>
                </a:lnTo>
                <a:lnTo>
                  <a:pt x="1408" y="349"/>
                </a:lnTo>
                <a:lnTo>
                  <a:pt x="1418" y="366"/>
                </a:lnTo>
                <a:lnTo>
                  <a:pt x="1429" y="383"/>
                </a:lnTo>
                <a:lnTo>
                  <a:pt x="1438" y="401"/>
                </a:lnTo>
                <a:lnTo>
                  <a:pt x="1448" y="418"/>
                </a:lnTo>
                <a:lnTo>
                  <a:pt x="1457" y="437"/>
                </a:lnTo>
                <a:lnTo>
                  <a:pt x="1465" y="455"/>
                </a:lnTo>
                <a:lnTo>
                  <a:pt x="1473" y="473"/>
                </a:lnTo>
                <a:lnTo>
                  <a:pt x="1480" y="492"/>
                </a:lnTo>
                <a:lnTo>
                  <a:pt x="1487" y="511"/>
                </a:lnTo>
                <a:lnTo>
                  <a:pt x="1494" y="530"/>
                </a:lnTo>
                <a:lnTo>
                  <a:pt x="1501" y="549"/>
                </a:lnTo>
                <a:lnTo>
                  <a:pt x="1506" y="568"/>
                </a:lnTo>
                <a:lnTo>
                  <a:pt x="1511" y="587"/>
                </a:lnTo>
                <a:lnTo>
                  <a:pt x="1516" y="607"/>
                </a:lnTo>
                <a:lnTo>
                  <a:pt x="1519" y="627"/>
                </a:lnTo>
                <a:lnTo>
                  <a:pt x="1523" y="646"/>
                </a:lnTo>
                <a:lnTo>
                  <a:pt x="1526" y="666"/>
                </a:lnTo>
                <a:lnTo>
                  <a:pt x="1528" y="686"/>
                </a:lnTo>
                <a:lnTo>
                  <a:pt x="1530" y="706"/>
                </a:lnTo>
                <a:lnTo>
                  <a:pt x="1531" y="727"/>
                </a:lnTo>
                <a:lnTo>
                  <a:pt x="1532" y="747"/>
                </a:lnTo>
                <a:lnTo>
                  <a:pt x="1532" y="767"/>
                </a:lnTo>
                <a:lnTo>
                  <a:pt x="1532" y="787"/>
                </a:lnTo>
                <a:lnTo>
                  <a:pt x="1531" y="807"/>
                </a:lnTo>
                <a:lnTo>
                  <a:pt x="1530" y="827"/>
                </a:lnTo>
                <a:lnTo>
                  <a:pt x="1528" y="847"/>
                </a:lnTo>
                <a:lnTo>
                  <a:pt x="1526" y="867"/>
                </a:lnTo>
                <a:lnTo>
                  <a:pt x="1523" y="887"/>
                </a:lnTo>
                <a:lnTo>
                  <a:pt x="1519" y="907"/>
                </a:lnTo>
                <a:lnTo>
                  <a:pt x="1516" y="926"/>
                </a:lnTo>
                <a:lnTo>
                  <a:pt x="1511" y="946"/>
                </a:lnTo>
                <a:lnTo>
                  <a:pt x="1506" y="965"/>
                </a:lnTo>
                <a:lnTo>
                  <a:pt x="1501" y="985"/>
                </a:lnTo>
                <a:lnTo>
                  <a:pt x="1494" y="1004"/>
                </a:lnTo>
                <a:lnTo>
                  <a:pt x="1487" y="1023"/>
                </a:lnTo>
                <a:lnTo>
                  <a:pt x="1480" y="1042"/>
                </a:lnTo>
                <a:lnTo>
                  <a:pt x="1473" y="1060"/>
                </a:lnTo>
                <a:lnTo>
                  <a:pt x="1465" y="1079"/>
                </a:lnTo>
                <a:lnTo>
                  <a:pt x="1457" y="1097"/>
                </a:lnTo>
                <a:lnTo>
                  <a:pt x="1448" y="1115"/>
                </a:lnTo>
                <a:lnTo>
                  <a:pt x="1438" y="1132"/>
                </a:lnTo>
                <a:lnTo>
                  <a:pt x="1429" y="1150"/>
                </a:lnTo>
                <a:lnTo>
                  <a:pt x="1418" y="1167"/>
                </a:lnTo>
                <a:lnTo>
                  <a:pt x="1408" y="1184"/>
                </a:lnTo>
                <a:lnTo>
                  <a:pt x="1397" y="1201"/>
                </a:lnTo>
                <a:lnTo>
                  <a:pt x="1385" y="1217"/>
                </a:lnTo>
                <a:lnTo>
                  <a:pt x="1373" y="1233"/>
                </a:lnTo>
                <a:lnTo>
                  <a:pt x="1361" y="1249"/>
                </a:lnTo>
                <a:lnTo>
                  <a:pt x="1348" y="1264"/>
                </a:lnTo>
                <a:lnTo>
                  <a:pt x="1335" y="1280"/>
                </a:lnTo>
                <a:lnTo>
                  <a:pt x="1321" y="1294"/>
                </a:lnTo>
                <a:lnTo>
                  <a:pt x="1307" y="1309"/>
                </a:lnTo>
                <a:lnTo>
                  <a:pt x="1293" y="1323"/>
                </a:lnTo>
                <a:lnTo>
                  <a:pt x="1278" y="1336"/>
                </a:lnTo>
                <a:lnTo>
                  <a:pt x="1263" y="1349"/>
                </a:lnTo>
                <a:lnTo>
                  <a:pt x="1247" y="1362"/>
                </a:lnTo>
                <a:lnTo>
                  <a:pt x="1232" y="1375"/>
                </a:lnTo>
                <a:lnTo>
                  <a:pt x="1215" y="1387"/>
                </a:lnTo>
                <a:lnTo>
                  <a:pt x="1199" y="1398"/>
                </a:lnTo>
                <a:lnTo>
                  <a:pt x="1183" y="1409"/>
                </a:lnTo>
                <a:lnTo>
                  <a:pt x="1166" y="1420"/>
                </a:lnTo>
                <a:lnTo>
                  <a:pt x="1148" y="1430"/>
                </a:lnTo>
                <a:lnTo>
                  <a:pt x="1131" y="1440"/>
                </a:lnTo>
                <a:lnTo>
                  <a:pt x="1113" y="1449"/>
                </a:lnTo>
                <a:lnTo>
                  <a:pt x="1095" y="1458"/>
                </a:lnTo>
                <a:lnTo>
                  <a:pt x="1077" y="1467"/>
                </a:lnTo>
                <a:lnTo>
                  <a:pt x="1059" y="1475"/>
                </a:lnTo>
                <a:lnTo>
                  <a:pt x="1040" y="1482"/>
                </a:lnTo>
                <a:lnTo>
                  <a:pt x="1021" y="1489"/>
                </a:lnTo>
                <a:lnTo>
                  <a:pt x="1002" y="1495"/>
                </a:lnTo>
                <a:lnTo>
                  <a:pt x="983" y="1501"/>
                </a:lnTo>
                <a:lnTo>
                  <a:pt x="964" y="1507"/>
                </a:lnTo>
                <a:lnTo>
                  <a:pt x="944" y="1512"/>
                </a:lnTo>
                <a:lnTo>
                  <a:pt x="925" y="1516"/>
                </a:lnTo>
                <a:lnTo>
                  <a:pt x="905" y="1520"/>
                </a:lnTo>
                <a:lnTo>
                  <a:pt x="885" y="1523"/>
                </a:lnTo>
                <a:lnTo>
                  <a:pt x="865" y="1526"/>
                </a:lnTo>
                <a:lnTo>
                  <a:pt x="846" y="1529"/>
                </a:lnTo>
                <a:lnTo>
                  <a:pt x="826" y="1530"/>
                </a:lnTo>
                <a:lnTo>
                  <a:pt x="806" y="1532"/>
                </a:lnTo>
                <a:lnTo>
                  <a:pt x="786" y="1533"/>
                </a:lnTo>
                <a:lnTo>
                  <a:pt x="765" y="1533"/>
                </a:lnTo>
                <a:lnTo>
                  <a:pt x="745" y="1533"/>
                </a:lnTo>
                <a:lnTo>
                  <a:pt x="725" y="1532"/>
                </a:lnTo>
                <a:lnTo>
                  <a:pt x="705" y="1530"/>
                </a:lnTo>
                <a:lnTo>
                  <a:pt x="685" y="1529"/>
                </a:lnTo>
                <a:lnTo>
                  <a:pt x="666" y="1526"/>
                </a:lnTo>
                <a:lnTo>
                  <a:pt x="646" y="1523"/>
                </a:lnTo>
                <a:lnTo>
                  <a:pt x="626" y="1520"/>
                </a:lnTo>
                <a:lnTo>
                  <a:pt x="606" y="1516"/>
                </a:lnTo>
                <a:lnTo>
                  <a:pt x="587" y="1512"/>
                </a:lnTo>
                <a:lnTo>
                  <a:pt x="567" y="1507"/>
                </a:lnTo>
                <a:lnTo>
                  <a:pt x="548" y="1501"/>
                </a:lnTo>
                <a:lnTo>
                  <a:pt x="529" y="1495"/>
                </a:lnTo>
                <a:lnTo>
                  <a:pt x="510" y="1489"/>
                </a:lnTo>
                <a:lnTo>
                  <a:pt x="491" y="1482"/>
                </a:lnTo>
                <a:lnTo>
                  <a:pt x="472" y="1475"/>
                </a:lnTo>
                <a:lnTo>
                  <a:pt x="454" y="1467"/>
                </a:lnTo>
                <a:lnTo>
                  <a:pt x="436" y="1458"/>
                </a:lnTo>
                <a:lnTo>
                  <a:pt x="418" y="1449"/>
                </a:lnTo>
                <a:lnTo>
                  <a:pt x="400" y="1440"/>
                </a:lnTo>
                <a:lnTo>
                  <a:pt x="383" y="1430"/>
                </a:lnTo>
                <a:lnTo>
                  <a:pt x="365" y="1420"/>
                </a:lnTo>
                <a:lnTo>
                  <a:pt x="348" y="1409"/>
                </a:lnTo>
                <a:lnTo>
                  <a:pt x="332" y="1398"/>
                </a:lnTo>
                <a:lnTo>
                  <a:pt x="315" y="1387"/>
                </a:lnTo>
                <a:lnTo>
                  <a:pt x="299" y="1375"/>
                </a:lnTo>
                <a:lnTo>
                  <a:pt x="284" y="1362"/>
                </a:lnTo>
                <a:lnTo>
                  <a:pt x="268" y="1349"/>
                </a:lnTo>
                <a:lnTo>
                  <a:pt x="253" y="1336"/>
                </a:lnTo>
                <a:lnTo>
                  <a:pt x="238" y="1323"/>
                </a:lnTo>
                <a:lnTo>
                  <a:pt x="224" y="1309"/>
                </a:lnTo>
                <a:lnTo>
                  <a:pt x="210" y="1294"/>
                </a:lnTo>
                <a:lnTo>
                  <a:pt x="196" y="1280"/>
                </a:lnTo>
                <a:lnTo>
                  <a:pt x="183" y="1264"/>
                </a:lnTo>
                <a:lnTo>
                  <a:pt x="170" y="1249"/>
                </a:lnTo>
                <a:lnTo>
                  <a:pt x="158" y="1233"/>
                </a:lnTo>
                <a:lnTo>
                  <a:pt x="146" y="1217"/>
                </a:lnTo>
                <a:lnTo>
                  <a:pt x="134" y="1201"/>
                </a:lnTo>
                <a:lnTo>
                  <a:pt x="123" y="1184"/>
                </a:lnTo>
                <a:lnTo>
                  <a:pt x="113" y="1167"/>
                </a:lnTo>
                <a:lnTo>
                  <a:pt x="102" y="1150"/>
                </a:lnTo>
                <a:lnTo>
                  <a:pt x="93" y="1132"/>
                </a:lnTo>
                <a:lnTo>
                  <a:pt x="83" y="1115"/>
                </a:lnTo>
                <a:lnTo>
                  <a:pt x="74" y="1097"/>
                </a:lnTo>
                <a:lnTo>
                  <a:pt x="66" y="1079"/>
                </a:lnTo>
                <a:lnTo>
                  <a:pt x="58" y="1060"/>
                </a:lnTo>
                <a:lnTo>
                  <a:pt x="51" y="1042"/>
                </a:lnTo>
                <a:lnTo>
                  <a:pt x="44" y="1023"/>
                </a:lnTo>
                <a:lnTo>
                  <a:pt x="37" y="1004"/>
                </a:lnTo>
                <a:lnTo>
                  <a:pt x="31" y="985"/>
                </a:lnTo>
                <a:lnTo>
                  <a:pt x="26" y="965"/>
                </a:lnTo>
                <a:lnTo>
                  <a:pt x="21" y="946"/>
                </a:lnTo>
                <a:lnTo>
                  <a:pt x="16" y="926"/>
                </a:lnTo>
                <a:lnTo>
                  <a:pt x="13" y="907"/>
                </a:lnTo>
                <a:lnTo>
                  <a:pt x="9" y="887"/>
                </a:lnTo>
                <a:lnTo>
                  <a:pt x="6" y="867"/>
                </a:lnTo>
                <a:lnTo>
                  <a:pt x="4" y="847"/>
                </a:lnTo>
                <a:lnTo>
                  <a:pt x="2" y="827"/>
                </a:lnTo>
                <a:lnTo>
                  <a:pt x="1" y="807"/>
                </a:lnTo>
                <a:lnTo>
                  <a:pt x="0" y="787"/>
                </a:lnTo>
                <a:lnTo>
                  <a:pt x="0" y="767"/>
                </a:lnTo>
                <a:lnTo>
                  <a:pt x="0" y="747"/>
                </a:lnTo>
                <a:lnTo>
                  <a:pt x="1" y="727"/>
                </a:lnTo>
                <a:lnTo>
                  <a:pt x="2" y="706"/>
                </a:lnTo>
                <a:lnTo>
                  <a:pt x="4" y="686"/>
                </a:lnTo>
                <a:lnTo>
                  <a:pt x="6" y="666"/>
                </a:lnTo>
                <a:lnTo>
                  <a:pt x="9" y="646"/>
                </a:lnTo>
                <a:lnTo>
                  <a:pt x="13" y="627"/>
                </a:lnTo>
                <a:lnTo>
                  <a:pt x="16" y="607"/>
                </a:lnTo>
                <a:lnTo>
                  <a:pt x="21" y="587"/>
                </a:lnTo>
                <a:lnTo>
                  <a:pt x="26" y="568"/>
                </a:lnTo>
                <a:lnTo>
                  <a:pt x="31" y="549"/>
                </a:lnTo>
                <a:lnTo>
                  <a:pt x="37" y="530"/>
                </a:lnTo>
                <a:lnTo>
                  <a:pt x="44" y="511"/>
                </a:lnTo>
                <a:lnTo>
                  <a:pt x="51" y="492"/>
                </a:lnTo>
                <a:lnTo>
                  <a:pt x="58" y="473"/>
                </a:lnTo>
                <a:lnTo>
                  <a:pt x="66" y="455"/>
                </a:lnTo>
                <a:lnTo>
                  <a:pt x="74" y="437"/>
                </a:lnTo>
                <a:lnTo>
                  <a:pt x="83" y="418"/>
                </a:lnTo>
                <a:lnTo>
                  <a:pt x="93" y="401"/>
                </a:lnTo>
                <a:lnTo>
                  <a:pt x="102" y="383"/>
                </a:lnTo>
                <a:lnTo>
                  <a:pt x="113" y="366"/>
                </a:lnTo>
                <a:lnTo>
                  <a:pt x="123" y="349"/>
                </a:lnTo>
                <a:lnTo>
                  <a:pt x="134" y="332"/>
                </a:lnTo>
                <a:lnTo>
                  <a:pt x="146" y="316"/>
                </a:lnTo>
                <a:lnTo>
                  <a:pt x="158" y="300"/>
                </a:lnTo>
                <a:lnTo>
                  <a:pt x="170" y="284"/>
                </a:lnTo>
                <a:lnTo>
                  <a:pt x="183" y="269"/>
                </a:lnTo>
                <a:lnTo>
                  <a:pt x="196" y="254"/>
                </a:lnTo>
                <a:lnTo>
                  <a:pt x="210" y="239"/>
                </a:lnTo>
                <a:lnTo>
                  <a:pt x="224" y="225"/>
                </a:lnTo>
                <a:lnTo>
                  <a:pt x="238" y="211"/>
                </a:lnTo>
                <a:lnTo>
                  <a:pt x="253" y="197"/>
                </a:lnTo>
                <a:lnTo>
                  <a:pt x="268" y="184"/>
                </a:lnTo>
                <a:lnTo>
                  <a:pt x="284" y="171"/>
                </a:lnTo>
                <a:lnTo>
                  <a:pt x="299" y="159"/>
                </a:lnTo>
                <a:lnTo>
                  <a:pt x="315" y="147"/>
                </a:lnTo>
                <a:lnTo>
                  <a:pt x="332" y="135"/>
                </a:lnTo>
                <a:lnTo>
                  <a:pt x="348" y="124"/>
                </a:lnTo>
                <a:lnTo>
                  <a:pt x="365" y="113"/>
                </a:lnTo>
                <a:lnTo>
                  <a:pt x="383" y="103"/>
                </a:lnTo>
                <a:lnTo>
                  <a:pt x="400" y="93"/>
                </a:lnTo>
                <a:lnTo>
                  <a:pt x="418" y="84"/>
                </a:lnTo>
                <a:lnTo>
                  <a:pt x="436" y="75"/>
                </a:lnTo>
                <a:lnTo>
                  <a:pt x="454" y="67"/>
                </a:lnTo>
                <a:lnTo>
                  <a:pt x="472" y="59"/>
                </a:lnTo>
                <a:lnTo>
                  <a:pt x="491" y="51"/>
                </a:lnTo>
                <a:lnTo>
                  <a:pt x="510" y="44"/>
                </a:lnTo>
                <a:lnTo>
                  <a:pt x="529" y="38"/>
                </a:lnTo>
                <a:lnTo>
                  <a:pt x="548" y="32"/>
                </a:lnTo>
                <a:lnTo>
                  <a:pt x="567" y="26"/>
                </a:lnTo>
                <a:lnTo>
                  <a:pt x="587" y="22"/>
                </a:lnTo>
                <a:lnTo>
                  <a:pt x="606" y="17"/>
                </a:lnTo>
                <a:lnTo>
                  <a:pt x="626" y="13"/>
                </a:lnTo>
                <a:lnTo>
                  <a:pt x="646" y="10"/>
                </a:lnTo>
                <a:lnTo>
                  <a:pt x="666" y="7"/>
                </a:lnTo>
                <a:lnTo>
                  <a:pt x="685" y="5"/>
                </a:lnTo>
                <a:lnTo>
                  <a:pt x="705" y="3"/>
                </a:lnTo>
                <a:lnTo>
                  <a:pt x="725" y="2"/>
                </a:lnTo>
                <a:lnTo>
                  <a:pt x="745" y="1"/>
                </a:lnTo>
                <a:lnTo>
                  <a:pt x="765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253160" y="3189600"/>
            <a:ext cx="827280" cy="827280"/>
          </a:xfrm>
          <a:custGeom>
            <a:avLst/>
            <a:gdLst/>
            <a:ahLst/>
            <a:rect l="0" t="0" r="r" b="b"/>
            <a:pathLst>
              <a:path fill="none" w="2298" h="2298">
                <a:moveTo>
                  <a:pt x="1148" y="0"/>
                </a:moveTo>
                <a:lnTo>
                  <a:pt x="1179" y="0"/>
                </a:lnTo>
                <a:lnTo>
                  <a:pt x="1209" y="1"/>
                </a:lnTo>
                <a:lnTo>
                  <a:pt x="1239" y="3"/>
                </a:lnTo>
                <a:lnTo>
                  <a:pt x="1269" y="6"/>
                </a:lnTo>
                <a:lnTo>
                  <a:pt x="1298" y="9"/>
                </a:lnTo>
                <a:lnTo>
                  <a:pt x="1328" y="14"/>
                </a:lnTo>
                <a:lnTo>
                  <a:pt x="1358" y="19"/>
                </a:lnTo>
                <a:lnTo>
                  <a:pt x="1387" y="25"/>
                </a:lnTo>
                <a:lnTo>
                  <a:pt x="1417" y="31"/>
                </a:lnTo>
                <a:lnTo>
                  <a:pt x="1446" y="39"/>
                </a:lnTo>
                <a:lnTo>
                  <a:pt x="1475" y="47"/>
                </a:lnTo>
                <a:lnTo>
                  <a:pt x="1503" y="56"/>
                </a:lnTo>
                <a:lnTo>
                  <a:pt x="1532" y="65"/>
                </a:lnTo>
                <a:lnTo>
                  <a:pt x="1560" y="76"/>
                </a:lnTo>
                <a:lnTo>
                  <a:pt x="1588" y="87"/>
                </a:lnTo>
                <a:lnTo>
                  <a:pt x="1616" y="99"/>
                </a:lnTo>
                <a:lnTo>
                  <a:pt x="1643" y="111"/>
                </a:lnTo>
                <a:lnTo>
                  <a:pt x="1670" y="125"/>
                </a:lnTo>
                <a:lnTo>
                  <a:pt x="1696" y="139"/>
                </a:lnTo>
                <a:lnTo>
                  <a:pt x="1723" y="153"/>
                </a:lnTo>
                <a:lnTo>
                  <a:pt x="1749" y="169"/>
                </a:lnTo>
                <a:lnTo>
                  <a:pt x="1774" y="185"/>
                </a:lnTo>
                <a:lnTo>
                  <a:pt x="1799" y="202"/>
                </a:lnTo>
                <a:lnTo>
                  <a:pt x="1824" y="219"/>
                </a:lnTo>
                <a:lnTo>
                  <a:pt x="1848" y="237"/>
                </a:lnTo>
                <a:lnTo>
                  <a:pt x="1871" y="255"/>
                </a:lnTo>
                <a:lnTo>
                  <a:pt x="1894" y="275"/>
                </a:lnTo>
                <a:lnTo>
                  <a:pt x="1917" y="295"/>
                </a:lnTo>
                <a:lnTo>
                  <a:pt x="1939" y="315"/>
                </a:lnTo>
                <a:lnTo>
                  <a:pt x="1961" y="336"/>
                </a:lnTo>
                <a:lnTo>
                  <a:pt x="1982" y="357"/>
                </a:lnTo>
                <a:lnTo>
                  <a:pt x="2002" y="380"/>
                </a:lnTo>
                <a:lnTo>
                  <a:pt x="2022" y="402"/>
                </a:lnTo>
                <a:lnTo>
                  <a:pt x="2041" y="425"/>
                </a:lnTo>
                <a:lnTo>
                  <a:pt x="2060" y="449"/>
                </a:lnTo>
                <a:lnTo>
                  <a:pt x="2078" y="473"/>
                </a:lnTo>
                <a:lnTo>
                  <a:pt x="2095" y="498"/>
                </a:lnTo>
                <a:lnTo>
                  <a:pt x="2112" y="523"/>
                </a:lnTo>
                <a:lnTo>
                  <a:pt x="2128" y="548"/>
                </a:lnTo>
                <a:lnTo>
                  <a:pt x="2143" y="574"/>
                </a:lnTo>
                <a:lnTo>
                  <a:pt x="2158" y="600"/>
                </a:lnTo>
                <a:lnTo>
                  <a:pt x="2172" y="627"/>
                </a:lnTo>
                <a:lnTo>
                  <a:pt x="2185" y="654"/>
                </a:lnTo>
                <a:lnTo>
                  <a:pt x="2198" y="681"/>
                </a:lnTo>
                <a:lnTo>
                  <a:pt x="2210" y="709"/>
                </a:lnTo>
                <a:lnTo>
                  <a:pt x="2221" y="737"/>
                </a:lnTo>
                <a:lnTo>
                  <a:pt x="2231" y="765"/>
                </a:lnTo>
                <a:lnTo>
                  <a:pt x="2241" y="793"/>
                </a:lnTo>
                <a:lnTo>
                  <a:pt x="2250" y="822"/>
                </a:lnTo>
                <a:lnTo>
                  <a:pt x="2258" y="851"/>
                </a:lnTo>
                <a:lnTo>
                  <a:pt x="2266" y="880"/>
                </a:lnTo>
                <a:lnTo>
                  <a:pt x="2273" y="909"/>
                </a:lnTo>
                <a:lnTo>
                  <a:pt x="2279" y="939"/>
                </a:lnTo>
                <a:lnTo>
                  <a:pt x="2284" y="968"/>
                </a:lnTo>
                <a:lnTo>
                  <a:pt x="2288" y="998"/>
                </a:lnTo>
                <a:lnTo>
                  <a:pt x="2292" y="1028"/>
                </a:lnTo>
                <a:lnTo>
                  <a:pt x="2295" y="1058"/>
                </a:lnTo>
                <a:lnTo>
                  <a:pt x="2297" y="1088"/>
                </a:lnTo>
                <a:lnTo>
                  <a:pt x="2298" y="1118"/>
                </a:lnTo>
                <a:lnTo>
                  <a:pt x="2298" y="1148"/>
                </a:lnTo>
                <a:lnTo>
                  <a:pt x="2298" y="1178"/>
                </a:lnTo>
                <a:lnTo>
                  <a:pt x="2297" y="1208"/>
                </a:lnTo>
                <a:lnTo>
                  <a:pt x="2295" y="1238"/>
                </a:lnTo>
                <a:lnTo>
                  <a:pt x="2292" y="1268"/>
                </a:lnTo>
                <a:lnTo>
                  <a:pt x="2288" y="1298"/>
                </a:lnTo>
                <a:lnTo>
                  <a:pt x="2284" y="1328"/>
                </a:lnTo>
                <a:lnTo>
                  <a:pt x="2279" y="1358"/>
                </a:lnTo>
                <a:lnTo>
                  <a:pt x="2273" y="1387"/>
                </a:lnTo>
                <a:lnTo>
                  <a:pt x="2266" y="1416"/>
                </a:lnTo>
                <a:lnTo>
                  <a:pt x="2258" y="1445"/>
                </a:lnTo>
                <a:lnTo>
                  <a:pt x="2250" y="1474"/>
                </a:lnTo>
                <a:lnTo>
                  <a:pt x="2241" y="1504"/>
                </a:lnTo>
                <a:lnTo>
                  <a:pt x="2231" y="1533"/>
                </a:lnTo>
                <a:lnTo>
                  <a:pt x="2221" y="1561"/>
                </a:lnTo>
                <a:lnTo>
                  <a:pt x="2210" y="1589"/>
                </a:lnTo>
                <a:lnTo>
                  <a:pt x="2198" y="1616"/>
                </a:lnTo>
                <a:lnTo>
                  <a:pt x="2185" y="1644"/>
                </a:lnTo>
                <a:lnTo>
                  <a:pt x="2172" y="1671"/>
                </a:lnTo>
                <a:lnTo>
                  <a:pt x="2158" y="1697"/>
                </a:lnTo>
                <a:lnTo>
                  <a:pt x="2143" y="1723"/>
                </a:lnTo>
                <a:lnTo>
                  <a:pt x="2128" y="1749"/>
                </a:lnTo>
                <a:lnTo>
                  <a:pt x="2112" y="1775"/>
                </a:lnTo>
                <a:lnTo>
                  <a:pt x="2095" y="1800"/>
                </a:lnTo>
                <a:lnTo>
                  <a:pt x="2078" y="1824"/>
                </a:lnTo>
                <a:lnTo>
                  <a:pt x="2060" y="1848"/>
                </a:lnTo>
                <a:lnTo>
                  <a:pt x="2041" y="1872"/>
                </a:lnTo>
                <a:lnTo>
                  <a:pt x="2022" y="1895"/>
                </a:lnTo>
                <a:lnTo>
                  <a:pt x="2002" y="1918"/>
                </a:lnTo>
                <a:lnTo>
                  <a:pt x="1982" y="1940"/>
                </a:lnTo>
                <a:lnTo>
                  <a:pt x="1961" y="1961"/>
                </a:lnTo>
                <a:lnTo>
                  <a:pt x="1939" y="1982"/>
                </a:lnTo>
                <a:lnTo>
                  <a:pt x="1917" y="2003"/>
                </a:lnTo>
                <a:lnTo>
                  <a:pt x="1894" y="2023"/>
                </a:lnTo>
                <a:lnTo>
                  <a:pt x="1871" y="2042"/>
                </a:lnTo>
                <a:lnTo>
                  <a:pt x="1848" y="2060"/>
                </a:lnTo>
                <a:lnTo>
                  <a:pt x="1824" y="2078"/>
                </a:lnTo>
                <a:lnTo>
                  <a:pt x="1799" y="2096"/>
                </a:lnTo>
                <a:lnTo>
                  <a:pt x="1774" y="2112"/>
                </a:lnTo>
                <a:lnTo>
                  <a:pt x="1749" y="2128"/>
                </a:lnTo>
                <a:lnTo>
                  <a:pt x="1723" y="2144"/>
                </a:lnTo>
                <a:lnTo>
                  <a:pt x="1696" y="2159"/>
                </a:lnTo>
                <a:lnTo>
                  <a:pt x="1670" y="2173"/>
                </a:lnTo>
                <a:lnTo>
                  <a:pt x="1643" y="2186"/>
                </a:lnTo>
                <a:lnTo>
                  <a:pt x="1616" y="2198"/>
                </a:lnTo>
                <a:lnTo>
                  <a:pt x="1588" y="2210"/>
                </a:lnTo>
                <a:lnTo>
                  <a:pt x="1560" y="2221"/>
                </a:lnTo>
                <a:lnTo>
                  <a:pt x="1532" y="2232"/>
                </a:lnTo>
                <a:lnTo>
                  <a:pt x="1503" y="2242"/>
                </a:lnTo>
                <a:lnTo>
                  <a:pt x="1475" y="2250"/>
                </a:lnTo>
                <a:lnTo>
                  <a:pt x="1446" y="2259"/>
                </a:lnTo>
                <a:lnTo>
                  <a:pt x="1417" y="2266"/>
                </a:lnTo>
                <a:lnTo>
                  <a:pt x="1387" y="2273"/>
                </a:lnTo>
                <a:lnTo>
                  <a:pt x="1358" y="2279"/>
                </a:lnTo>
                <a:lnTo>
                  <a:pt x="1328" y="2284"/>
                </a:lnTo>
                <a:lnTo>
                  <a:pt x="1298" y="2288"/>
                </a:lnTo>
                <a:lnTo>
                  <a:pt x="1269" y="2291"/>
                </a:lnTo>
                <a:lnTo>
                  <a:pt x="1239" y="2294"/>
                </a:lnTo>
                <a:lnTo>
                  <a:pt x="1209" y="2296"/>
                </a:lnTo>
                <a:lnTo>
                  <a:pt x="1179" y="2297"/>
                </a:lnTo>
                <a:lnTo>
                  <a:pt x="1148" y="2298"/>
                </a:lnTo>
                <a:lnTo>
                  <a:pt x="1118" y="2297"/>
                </a:lnTo>
                <a:lnTo>
                  <a:pt x="1088" y="2296"/>
                </a:lnTo>
                <a:lnTo>
                  <a:pt x="1058" y="2294"/>
                </a:lnTo>
                <a:lnTo>
                  <a:pt x="1028" y="2291"/>
                </a:lnTo>
                <a:lnTo>
                  <a:pt x="998" y="2288"/>
                </a:lnTo>
                <a:lnTo>
                  <a:pt x="969" y="2284"/>
                </a:lnTo>
                <a:lnTo>
                  <a:pt x="939" y="2279"/>
                </a:lnTo>
                <a:lnTo>
                  <a:pt x="910" y="2273"/>
                </a:lnTo>
                <a:lnTo>
                  <a:pt x="880" y="2266"/>
                </a:lnTo>
                <a:lnTo>
                  <a:pt x="851" y="2259"/>
                </a:lnTo>
                <a:lnTo>
                  <a:pt x="822" y="2250"/>
                </a:lnTo>
                <a:lnTo>
                  <a:pt x="794" y="2242"/>
                </a:lnTo>
                <a:lnTo>
                  <a:pt x="765" y="2232"/>
                </a:lnTo>
                <a:lnTo>
                  <a:pt x="737" y="2221"/>
                </a:lnTo>
                <a:lnTo>
                  <a:pt x="709" y="2210"/>
                </a:lnTo>
                <a:lnTo>
                  <a:pt x="681" y="2198"/>
                </a:lnTo>
                <a:lnTo>
                  <a:pt x="654" y="2186"/>
                </a:lnTo>
                <a:lnTo>
                  <a:pt x="627" y="2173"/>
                </a:lnTo>
                <a:lnTo>
                  <a:pt x="600" y="2159"/>
                </a:lnTo>
                <a:lnTo>
                  <a:pt x="574" y="2144"/>
                </a:lnTo>
                <a:lnTo>
                  <a:pt x="548" y="2128"/>
                </a:lnTo>
                <a:lnTo>
                  <a:pt x="523" y="2112"/>
                </a:lnTo>
                <a:lnTo>
                  <a:pt x="498" y="2096"/>
                </a:lnTo>
                <a:lnTo>
                  <a:pt x="473" y="2078"/>
                </a:lnTo>
                <a:lnTo>
                  <a:pt x="449" y="2060"/>
                </a:lnTo>
                <a:lnTo>
                  <a:pt x="426" y="2042"/>
                </a:lnTo>
                <a:lnTo>
                  <a:pt x="403" y="2023"/>
                </a:lnTo>
                <a:lnTo>
                  <a:pt x="380" y="2003"/>
                </a:lnTo>
                <a:lnTo>
                  <a:pt x="358" y="1982"/>
                </a:lnTo>
                <a:lnTo>
                  <a:pt x="336" y="1961"/>
                </a:lnTo>
                <a:lnTo>
                  <a:pt x="315" y="1940"/>
                </a:lnTo>
                <a:lnTo>
                  <a:pt x="295" y="1918"/>
                </a:lnTo>
                <a:lnTo>
                  <a:pt x="275" y="1895"/>
                </a:lnTo>
                <a:lnTo>
                  <a:pt x="256" y="1872"/>
                </a:lnTo>
                <a:lnTo>
                  <a:pt x="237" y="1848"/>
                </a:lnTo>
                <a:lnTo>
                  <a:pt x="219" y="1824"/>
                </a:lnTo>
                <a:lnTo>
                  <a:pt x="202" y="1800"/>
                </a:lnTo>
                <a:lnTo>
                  <a:pt x="185" y="1775"/>
                </a:lnTo>
                <a:lnTo>
                  <a:pt x="169" y="1749"/>
                </a:lnTo>
                <a:lnTo>
                  <a:pt x="154" y="1723"/>
                </a:lnTo>
                <a:lnTo>
                  <a:pt x="139" y="1697"/>
                </a:lnTo>
                <a:lnTo>
                  <a:pt x="125" y="1671"/>
                </a:lnTo>
                <a:lnTo>
                  <a:pt x="112" y="1644"/>
                </a:lnTo>
                <a:lnTo>
                  <a:pt x="99" y="1616"/>
                </a:lnTo>
                <a:lnTo>
                  <a:pt x="87" y="1589"/>
                </a:lnTo>
                <a:lnTo>
                  <a:pt x="76" y="1561"/>
                </a:lnTo>
                <a:lnTo>
                  <a:pt x="66" y="1533"/>
                </a:lnTo>
                <a:lnTo>
                  <a:pt x="56" y="1504"/>
                </a:lnTo>
                <a:lnTo>
                  <a:pt x="47" y="1474"/>
                </a:lnTo>
                <a:lnTo>
                  <a:pt x="39" y="1445"/>
                </a:lnTo>
                <a:lnTo>
                  <a:pt x="32" y="1416"/>
                </a:lnTo>
                <a:lnTo>
                  <a:pt x="25" y="1387"/>
                </a:lnTo>
                <a:lnTo>
                  <a:pt x="19" y="1358"/>
                </a:lnTo>
                <a:lnTo>
                  <a:pt x="14" y="1328"/>
                </a:lnTo>
                <a:lnTo>
                  <a:pt x="10" y="1298"/>
                </a:lnTo>
                <a:lnTo>
                  <a:pt x="6" y="1268"/>
                </a:lnTo>
                <a:lnTo>
                  <a:pt x="3" y="1238"/>
                </a:lnTo>
                <a:lnTo>
                  <a:pt x="1" y="1208"/>
                </a:lnTo>
                <a:lnTo>
                  <a:pt x="0" y="1178"/>
                </a:lnTo>
                <a:lnTo>
                  <a:pt x="0" y="1148"/>
                </a:lnTo>
                <a:lnTo>
                  <a:pt x="0" y="1118"/>
                </a:lnTo>
                <a:lnTo>
                  <a:pt x="1" y="1088"/>
                </a:lnTo>
                <a:lnTo>
                  <a:pt x="3" y="1058"/>
                </a:lnTo>
                <a:lnTo>
                  <a:pt x="6" y="1028"/>
                </a:lnTo>
                <a:lnTo>
                  <a:pt x="10" y="998"/>
                </a:lnTo>
                <a:lnTo>
                  <a:pt x="14" y="968"/>
                </a:lnTo>
                <a:lnTo>
                  <a:pt x="19" y="939"/>
                </a:lnTo>
                <a:lnTo>
                  <a:pt x="25" y="909"/>
                </a:lnTo>
                <a:lnTo>
                  <a:pt x="32" y="880"/>
                </a:lnTo>
                <a:lnTo>
                  <a:pt x="39" y="851"/>
                </a:lnTo>
                <a:lnTo>
                  <a:pt x="47" y="822"/>
                </a:lnTo>
                <a:lnTo>
                  <a:pt x="56" y="793"/>
                </a:lnTo>
                <a:lnTo>
                  <a:pt x="66" y="765"/>
                </a:lnTo>
                <a:lnTo>
                  <a:pt x="76" y="737"/>
                </a:lnTo>
                <a:lnTo>
                  <a:pt x="87" y="709"/>
                </a:lnTo>
                <a:lnTo>
                  <a:pt x="99" y="681"/>
                </a:lnTo>
                <a:lnTo>
                  <a:pt x="112" y="654"/>
                </a:lnTo>
                <a:lnTo>
                  <a:pt x="125" y="627"/>
                </a:lnTo>
                <a:lnTo>
                  <a:pt x="139" y="600"/>
                </a:lnTo>
                <a:lnTo>
                  <a:pt x="154" y="574"/>
                </a:lnTo>
                <a:lnTo>
                  <a:pt x="169" y="548"/>
                </a:lnTo>
                <a:lnTo>
                  <a:pt x="185" y="523"/>
                </a:lnTo>
                <a:lnTo>
                  <a:pt x="202" y="498"/>
                </a:lnTo>
                <a:lnTo>
                  <a:pt x="219" y="473"/>
                </a:lnTo>
                <a:lnTo>
                  <a:pt x="237" y="449"/>
                </a:lnTo>
                <a:lnTo>
                  <a:pt x="256" y="425"/>
                </a:lnTo>
                <a:lnTo>
                  <a:pt x="275" y="402"/>
                </a:lnTo>
                <a:lnTo>
                  <a:pt x="295" y="380"/>
                </a:lnTo>
                <a:lnTo>
                  <a:pt x="315" y="357"/>
                </a:lnTo>
                <a:lnTo>
                  <a:pt x="336" y="336"/>
                </a:lnTo>
                <a:lnTo>
                  <a:pt x="358" y="315"/>
                </a:lnTo>
                <a:lnTo>
                  <a:pt x="380" y="295"/>
                </a:lnTo>
                <a:lnTo>
                  <a:pt x="403" y="275"/>
                </a:lnTo>
                <a:lnTo>
                  <a:pt x="426" y="255"/>
                </a:lnTo>
                <a:lnTo>
                  <a:pt x="449" y="237"/>
                </a:lnTo>
                <a:lnTo>
                  <a:pt x="473" y="219"/>
                </a:lnTo>
                <a:lnTo>
                  <a:pt x="498" y="202"/>
                </a:lnTo>
                <a:lnTo>
                  <a:pt x="523" y="185"/>
                </a:lnTo>
                <a:lnTo>
                  <a:pt x="548" y="169"/>
                </a:lnTo>
                <a:lnTo>
                  <a:pt x="574" y="153"/>
                </a:lnTo>
                <a:lnTo>
                  <a:pt x="600" y="139"/>
                </a:lnTo>
                <a:lnTo>
                  <a:pt x="627" y="125"/>
                </a:lnTo>
                <a:lnTo>
                  <a:pt x="654" y="111"/>
                </a:lnTo>
                <a:lnTo>
                  <a:pt x="681" y="99"/>
                </a:lnTo>
                <a:lnTo>
                  <a:pt x="709" y="87"/>
                </a:lnTo>
                <a:lnTo>
                  <a:pt x="737" y="76"/>
                </a:lnTo>
                <a:lnTo>
                  <a:pt x="765" y="65"/>
                </a:lnTo>
                <a:lnTo>
                  <a:pt x="794" y="56"/>
                </a:lnTo>
                <a:lnTo>
                  <a:pt x="822" y="47"/>
                </a:lnTo>
                <a:lnTo>
                  <a:pt x="851" y="39"/>
                </a:lnTo>
                <a:lnTo>
                  <a:pt x="880" y="31"/>
                </a:lnTo>
                <a:lnTo>
                  <a:pt x="910" y="25"/>
                </a:lnTo>
                <a:lnTo>
                  <a:pt x="939" y="19"/>
                </a:lnTo>
                <a:lnTo>
                  <a:pt x="969" y="14"/>
                </a:lnTo>
                <a:lnTo>
                  <a:pt x="998" y="9"/>
                </a:lnTo>
                <a:lnTo>
                  <a:pt x="1028" y="6"/>
                </a:lnTo>
                <a:lnTo>
                  <a:pt x="1058" y="3"/>
                </a:lnTo>
                <a:lnTo>
                  <a:pt x="1088" y="1"/>
                </a:lnTo>
                <a:lnTo>
                  <a:pt x="1118" y="0"/>
                </a:lnTo>
                <a:lnTo>
                  <a:pt x="1148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 flipV="1">
            <a:off x="1666440" y="3189600"/>
            <a:ext cx="0" cy="4132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 flipV="1">
            <a:off x="1666440" y="3310560"/>
            <a:ext cx="29304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666440" y="3602880"/>
            <a:ext cx="41364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1666440" y="3602880"/>
            <a:ext cx="29304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1666440" y="3602880"/>
            <a:ext cx="0" cy="41364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 flipH="1">
            <a:off x="1374120" y="360288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 flipH="1">
            <a:off x="1253160" y="3602880"/>
            <a:ext cx="41328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 flipH="1" flipV="1">
            <a:off x="1374120" y="331056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640160" y="3443400"/>
            <a:ext cx="252360" cy="204120"/>
          </a:xfrm>
          <a:custGeom>
            <a:avLst/>
            <a:gdLst/>
            <a:ahLst/>
            <a:rect l="0" t="0" r="r" b="b"/>
            <a:pathLst>
              <a:path w="701" h="567">
                <a:moveTo>
                  <a:pt x="73" y="200"/>
                </a:moveTo>
                <a:lnTo>
                  <a:pt x="516" y="0"/>
                </a:lnTo>
                <a:lnTo>
                  <a:pt x="701" y="444"/>
                </a:lnTo>
                <a:lnTo>
                  <a:pt x="196" y="567"/>
                </a:lnTo>
                <a:lnTo>
                  <a:pt x="73" y="444"/>
                </a:lnTo>
                <a:lnTo>
                  <a:pt x="0" y="518"/>
                </a:lnTo>
                <a:lnTo>
                  <a:pt x="4" y="444"/>
                </a:lnTo>
                <a:lnTo>
                  <a:pt x="24" y="395"/>
                </a:lnTo>
                <a:lnTo>
                  <a:pt x="73" y="2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640160" y="3443400"/>
            <a:ext cx="252360" cy="204120"/>
          </a:xfrm>
          <a:custGeom>
            <a:avLst/>
            <a:gdLst/>
            <a:ahLst/>
            <a:rect l="0" t="0" r="r" b="b"/>
            <a:pathLst>
              <a:path fill="none" w="701" h="567">
                <a:moveTo>
                  <a:pt x="73" y="200"/>
                </a:moveTo>
                <a:lnTo>
                  <a:pt x="516" y="0"/>
                </a:lnTo>
                <a:lnTo>
                  <a:pt x="701" y="444"/>
                </a:lnTo>
                <a:lnTo>
                  <a:pt x="196" y="567"/>
                </a:lnTo>
                <a:lnTo>
                  <a:pt x="73" y="444"/>
                </a:lnTo>
                <a:lnTo>
                  <a:pt x="0" y="518"/>
                </a:lnTo>
                <a:lnTo>
                  <a:pt x="4" y="444"/>
                </a:lnTo>
                <a:lnTo>
                  <a:pt x="24" y="395"/>
                </a:lnTo>
                <a:lnTo>
                  <a:pt x="73" y="200"/>
                </a:lnTo>
              </a:path>
            </a:pathLst>
          </a:custGeom>
          <a:ln w="11880">
            <a:solidFill>
              <a:srgbClr val="1A1A1A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332280" y="3142080"/>
            <a:ext cx="153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60%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641240" y="30927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10096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1641240" y="4024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230560" y="3089520"/>
            <a:ext cx="1027440" cy="1027080"/>
          </a:xfrm>
          <a:custGeom>
            <a:avLst/>
            <a:gdLst/>
            <a:ahLst/>
            <a:rect l="0" t="0" r="r" b="b"/>
            <a:pathLst>
              <a:path w="2854" h="2853">
                <a:moveTo>
                  <a:pt x="0" y="0"/>
                </a:moveTo>
                <a:lnTo>
                  <a:pt x="2854" y="0"/>
                </a:lnTo>
                <a:lnTo>
                  <a:pt x="2854" y="2853"/>
                </a:lnTo>
                <a:lnTo>
                  <a:pt x="0" y="2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606400" y="3465000"/>
            <a:ext cx="275760" cy="276120"/>
          </a:xfrm>
          <a:custGeom>
            <a:avLst/>
            <a:gdLst/>
            <a:ahLst/>
            <a:rect l="0" t="0" r="r" b="b"/>
            <a:pathLst>
              <a:path fill="none" w="766" h="767">
                <a:moveTo>
                  <a:pt x="383" y="0"/>
                </a:moveTo>
                <a:lnTo>
                  <a:pt x="393" y="0"/>
                </a:lnTo>
                <a:lnTo>
                  <a:pt x="404" y="1"/>
                </a:lnTo>
                <a:lnTo>
                  <a:pt x="413" y="1"/>
                </a:lnTo>
                <a:lnTo>
                  <a:pt x="424" y="2"/>
                </a:lnTo>
                <a:lnTo>
                  <a:pt x="433" y="4"/>
                </a:lnTo>
                <a:lnTo>
                  <a:pt x="443" y="5"/>
                </a:lnTo>
                <a:lnTo>
                  <a:pt x="453" y="7"/>
                </a:lnTo>
                <a:lnTo>
                  <a:pt x="463" y="9"/>
                </a:lnTo>
                <a:lnTo>
                  <a:pt x="473" y="11"/>
                </a:lnTo>
                <a:lnTo>
                  <a:pt x="482" y="13"/>
                </a:lnTo>
                <a:lnTo>
                  <a:pt x="492" y="16"/>
                </a:lnTo>
                <a:lnTo>
                  <a:pt x="502" y="19"/>
                </a:lnTo>
                <a:lnTo>
                  <a:pt x="511" y="22"/>
                </a:lnTo>
                <a:lnTo>
                  <a:pt x="521" y="26"/>
                </a:lnTo>
                <a:lnTo>
                  <a:pt x="530" y="29"/>
                </a:lnTo>
                <a:lnTo>
                  <a:pt x="539" y="33"/>
                </a:lnTo>
                <a:lnTo>
                  <a:pt x="548" y="38"/>
                </a:lnTo>
                <a:lnTo>
                  <a:pt x="557" y="42"/>
                </a:lnTo>
                <a:lnTo>
                  <a:pt x="566" y="47"/>
                </a:lnTo>
                <a:lnTo>
                  <a:pt x="575" y="52"/>
                </a:lnTo>
                <a:lnTo>
                  <a:pt x="583" y="57"/>
                </a:lnTo>
                <a:lnTo>
                  <a:pt x="592" y="62"/>
                </a:lnTo>
                <a:lnTo>
                  <a:pt x="600" y="68"/>
                </a:lnTo>
                <a:lnTo>
                  <a:pt x="608" y="73"/>
                </a:lnTo>
                <a:lnTo>
                  <a:pt x="616" y="79"/>
                </a:lnTo>
                <a:lnTo>
                  <a:pt x="624" y="86"/>
                </a:lnTo>
                <a:lnTo>
                  <a:pt x="632" y="92"/>
                </a:lnTo>
                <a:lnTo>
                  <a:pt x="640" y="99"/>
                </a:lnTo>
                <a:lnTo>
                  <a:pt x="647" y="105"/>
                </a:lnTo>
                <a:lnTo>
                  <a:pt x="654" y="112"/>
                </a:lnTo>
                <a:lnTo>
                  <a:pt x="661" y="120"/>
                </a:lnTo>
                <a:lnTo>
                  <a:pt x="668" y="127"/>
                </a:lnTo>
                <a:lnTo>
                  <a:pt x="675" y="134"/>
                </a:lnTo>
                <a:lnTo>
                  <a:pt x="681" y="142"/>
                </a:lnTo>
                <a:lnTo>
                  <a:pt x="687" y="150"/>
                </a:lnTo>
                <a:lnTo>
                  <a:pt x="693" y="158"/>
                </a:lnTo>
                <a:lnTo>
                  <a:pt x="699" y="166"/>
                </a:lnTo>
                <a:lnTo>
                  <a:pt x="704" y="175"/>
                </a:lnTo>
                <a:lnTo>
                  <a:pt x="710" y="183"/>
                </a:lnTo>
                <a:lnTo>
                  <a:pt x="715" y="192"/>
                </a:lnTo>
                <a:lnTo>
                  <a:pt x="720" y="200"/>
                </a:lnTo>
                <a:lnTo>
                  <a:pt x="725" y="209"/>
                </a:lnTo>
                <a:lnTo>
                  <a:pt x="729" y="218"/>
                </a:lnTo>
                <a:lnTo>
                  <a:pt x="733" y="227"/>
                </a:lnTo>
                <a:lnTo>
                  <a:pt x="737" y="237"/>
                </a:lnTo>
                <a:lnTo>
                  <a:pt x="741" y="246"/>
                </a:lnTo>
                <a:lnTo>
                  <a:pt x="744" y="255"/>
                </a:lnTo>
                <a:lnTo>
                  <a:pt x="747" y="265"/>
                </a:lnTo>
                <a:lnTo>
                  <a:pt x="750" y="274"/>
                </a:lnTo>
                <a:lnTo>
                  <a:pt x="753" y="284"/>
                </a:lnTo>
                <a:lnTo>
                  <a:pt x="756" y="294"/>
                </a:lnTo>
                <a:lnTo>
                  <a:pt x="758" y="304"/>
                </a:lnTo>
                <a:lnTo>
                  <a:pt x="760" y="313"/>
                </a:lnTo>
                <a:lnTo>
                  <a:pt x="762" y="323"/>
                </a:lnTo>
                <a:lnTo>
                  <a:pt x="763" y="333"/>
                </a:lnTo>
                <a:lnTo>
                  <a:pt x="764" y="343"/>
                </a:lnTo>
                <a:lnTo>
                  <a:pt x="765" y="353"/>
                </a:lnTo>
                <a:lnTo>
                  <a:pt x="766" y="363"/>
                </a:lnTo>
                <a:lnTo>
                  <a:pt x="766" y="373"/>
                </a:lnTo>
                <a:lnTo>
                  <a:pt x="766" y="383"/>
                </a:lnTo>
                <a:lnTo>
                  <a:pt x="766" y="393"/>
                </a:lnTo>
                <a:lnTo>
                  <a:pt x="766" y="403"/>
                </a:lnTo>
                <a:lnTo>
                  <a:pt x="765" y="413"/>
                </a:lnTo>
                <a:lnTo>
                  <a:pt x="764" y="423"/>
                </a:lnTo>
                <a:lnTo>
                  <a:pt x="763" y="433"/>
                </a:lnTo>
                <a:lnTo>
                  <a:pt x="762" y="443"/>
                </a:lnTo>
                <a:lnTo>
                  <a:pt x="760" y="453"/>
                </a:lnTo>
                <a:lnTo>
                  <a:pt x="758" y="463"/>
                </a:lnTo>
                <a:lnTo>
                  <a:pt x="756" y="472"/>
                </a:lnTo>
                <a:lnTo>
                  <a:pt x="753" y="482"/>
                </a:lnTo>
                <a:lnTo>
                  <a:pt x="750" y="492"/>
                </a:lnTo>
                <a:lnTo>
                  <a:pt x="747" y="501"/>
                </a:lnTo>
                <a:lnTo>
                  <a:pt x="744" y="511"/>
                </a:lnTo>
                <a:lnTo>
                  <a:pt x="741" y="520"/>
                </a:lnTo>
                <a:lnTo>
                  <a:pt x="737" y="530"/>
                </a:lnTo>
                <a:lnTo>
                  <a:pt x="733" y="539"/>
                </a:lnTo>
                <a:lnTo>
                  <a:pt x="729" y="548"/>
                </a:lnTo>
                <a:lnTo>
                  <a:pt x="725" y="557"/>
                </a:lnTo>
                <a:lnTo>
                  <a:pt x="720" y="566"/>
                </a:lnTo>
                <a:lnTo>
                  <a:pt x="715" y="575"/>
                </a:lnTo>
                <a:lnTo>
                  <a:pt x="710" y="583"/>
                </a:lnTo>
                <a:lnTo>
                  <a:pt x="704" y="592"/>
                </a:lnTo>
                <a:lnTo>
                  <a:pt x="699" y="600"/>
                </a:lnTo>
                <a:lnTo>
                  <a:pt x="693" y="608"/>
                </a:lnTo>
                <a:lnTo>
                  <a:pt x="687" y="616"/>
                </a:lnTo>
                <a:lnTo>
                  <a:pt x="681" y="624"/>
                </a:lnTo>
                <a:lnTo>
                  <a:pt x="675" y="632"/>
                </a:lnTo>
                <a:lnTo>
                  <a:pt x="668" y="639"/>
                </a:lnTo>
                <a:lnTo>
                  <a:pt x="661" y="647"/>
                </a:lnTo>
                <a:lnTo>
                  <a:pt x="654" y="654"/>
                </a:lnTo>
                <a:lnTo>
                  <a:pt x="647" y="661"/>
                </a:lnTo>
                <a:lnTo>
                  <a:pt x="640" y="668"/>
                </a:lnTo>
                <a:lnTo>
                  <a:pt x="632" y="674"/>
                </a:lnTo>
                <a:lnTo>
                  <a:pt x="624" y="681"/>
                </a:lnTo>
                <a:lnTo>
                  <a:pt x="616" y="687"/>
                </a:lnTo>
                <a:lnTo>
                  <a:pt x="608" y="693"/>
                </a:lnTo>
                <a:lnTo>
                  <a:pt x="600" y="699"/>
                </a:lnTo>
                <a:lnTo>
                  <a:pt x="592" y="705"/>
                </a:lnTo>
                <a:lnTo>
                  <a:pt x="583" y="711"/>
                </a:lnTo>
                <a:lnTo>
                  <a:pt x="575" y="716"/>
                </a:lnTo>
                <a:lnTo>
                  <a:pt x="566" y="721"/>
                </a:lnTo>
                <a:lnTo>
                  <a:pt x="557" y="725"/>
                </a:lnTo>
                <a:lnTo>
                  <a:pt x="548" y="730"/>
                </a:lnTo>
                <a:lnTo>
                  <a:pt x="539" y="734"/>
                </a:lnTo>
                <a:lnTo>
                  <a:pt x="530" y="738"/>
                </a:lnTo>
                <a:lnTo>
                  <a:pt x="521" y="742"/>
                </a:lnTo>
                <a:lnTo>
                  <a:pt x="511" y="745"/>
                </a:lnTo>
                <a:lnTo>
                  <a:pt x="502" y="748"/>
                </a:lnTo>
                <a:lnTo>
                  <a:pt x="492" y="751"/>
                </a:lnTo>
                <a:lnTo>
                  <a:pt x="482" y="754"/>
                </a:lnTo>
                <a:lnTo>
                  <a:pt x="473" y="756"/>
                </a:lnTo>
                <a:lnTo>
                  <a:pt x="463" y="759"/>
                </a:lnTo>
                <a:lnTo>
                  <a:pt x="453" y="761"/>
                </a:lnTo>
                <a:lnTo>
                  <a:pt x="443" y="762"/>
                </a:lnTo>
                <a:lnTo>
                  <a:pt x="433" y="764"/>
                </a:lnTo>
                <a:lnTo>
                  <a:pt x="424" y="765"/>
                </a:lnTo>
                <a:lnTo>
                  <a:pt x="413" y="766"/>
                </a:lnTo>
                <a:lnTo>
                  <a:pt x="404" y="766"/>
                </a:lnTo>
                <a:lnTo>
                  <a:pt x="393" y="767"/>
                </a:lnTo>
                <a:lnTo>
                  <a:pt x="383" y="767"/>
                </a:lnTo>
                <a:lnTo>
                  <a:pt x="373" y="767"/>
                </a:lnTo>
                <a:lnTo>
                  <a:pt x="363" y="766"/>
                </a:lnTo>
                <a:lnTo>
                  <a:pt x="353" y="766"/>
                </a:lnTo>
                <a:lnTo>
                  <a:pt x="343" y="765"/>
                </a:lnTo>
                <a:lnTo>
                  <a:pt x="333" y="764"/>
                </a:lnTo>
                <a:lnTo>
                  <a:pt x="323" y="762"/>
                </a:lnTo>
                <a:lnTo>
                  <a:pt x="314" y="761"/>
                </a:lnTo>
                <a:lnTo>
                  <a:pt x="304" y="759"/>
                </a:lnTo>
                <a:lnTo>
                  <a:pt x="294" y="756"/>
                </a:lnTo>
                <a:lnTo>
                  <a:pt x="284" y="754"/>
                </a:lnTo>
                <a:lnTo>
                  <a:pt x="275" y="751"/>
                </a:lnTo>
                <a:lnTo>
                  <a:pt x="265" y="748"/>
                </a:lnTo>
                <a:lnTo>
                  <a:pt x="256" y="745"/>
                </a:lnTo>
                <a:lnTo>
                  <a:pt x="246" y="742"/>
                </a:lnTo>
                <a:lnTo>
                  <a:pt x="237" y="738"/>
                </a:lnTo>
                <a:lnTo>
                  <a:pt x="228" y="734"/>
                </a:lnTo>
                <a:lnTo>
                  <a:pt x="219" y="730"/>
                </a:lnTo>
                <a:lnTo>
                  <a:pt x="210" y="725"/>
                </a:lnTo>
                <a:lnTo>
                  <a:pt x="201" y="721"/>
                </a:lnTo>
                <a:lnTo>
                  <a:pt x="192" y="716"/>
                </a:lnTo>
                <a:lnTo>
                  <a:pt x="183" y="711"/>
                </a:lnTo>
                <a:lnTo>
                  <a:pt x="175" y="705"/>
                </a:lnTo>
                <a:lnTo>
                  <a:pt x="167" y="699"/>
                </a:lnTo>
                <a:lnTo>
                  <a:pt x="158" y="693"/>
                </a:lnTo>
                <a:lnTo>
                  <a:pt x="150" y="687"/>
                </a:lnTo>
                <a:lnTo>
                  <a:pt x="143" y="681"/>
                </a:lnTo>
                <a:lnTo>
                  <a:pt x="135" y="674"/>
                </a:lnTo>
                <a:lnTo>
                  <a:pt x="127" y="668"/>
                </a:lnTo>
                <a:lnTo>
                  <a:pt x="120" y="661"/>
                </a:lnTo>
                <a:lnTo>
                  <a:pt x="113" y="654"/>
                </a:lnTo>
                <a:lnTo>
                  <a:pt x="106" y="647"/>
                </a:lnTo>
                <a:lnTo>
                  <a:pt x="99" y="639"/>
                </a:lnTo>
                <a:lnTo>
                  <a:pt x="92" y="632"/>
                </a:lnTo>
                <a:lnTo>
                  <a:pt x="86" y="624"/>
                </a:lnTo>
                <a:lnTo>
                  <a:pt x="80" y="616"/>
                </a:lnTo>
                <a:lnTo>
                  <a:pt x="74" y="608"/>
                </a:lnTo>
                <a:lnTo>
                  <a:pt x="68" y="600"/>
                </a:lnTo>
                <a:lnTo>
                  <a:pt x="62" y="592"/>
                </a:lnTo>
                <a:lnTo>
                  <a:pt x="57" y="583"/>
                </a:lnTo>
                <a:lnTo>
                  <a:pt x="52" y="575"/>
                </a:lnTo>
                <a:lnTo>
                  <a:pt x="47" y="566"/>
                </a:lnTo>
                <a:lnTo>
                  <a:pt x="42" y="557"/>
                </a:lnTo>
                <a:lnTo>
                  <a:pt x="38" y="548"/>
                </a:lnTo>
                <a:lnTo>
                  <a:pt x="34" y="539"/>
                </a:lnTo>
                <a:lnTo>
                  <a:pt x="30" y="530"/>
                </a:lnTo>
                <a:lnTo>
                  <a:pt x="25" y="520"/>
                </a:lnTo>
                <a:lnTo>
                  <a:pt x="22" y="511"/>
                </a:lnTo>
                <a:lnTo>
                  <a:pt x="18" y="501"/>
                </a:lnTo>
                <a:lnTo>
                  <a:pt x="15" y="492"/>
                </a:lnTo>
                <a:lnTo>
                  <a:pt x="13" y="482"/>
                </a:lnTo>
                <a:lnTo>
                  <a:pt x="8" y="463"/>
                </a:lnTo>
                <a:lnTo>
                  <a:pt x="6" y="453"/>
                </a:lnTo>
                <a:lnTo>
                  <a:pt x="4" y="443"/>
                </a:lnTo>
                <a:lnTo>
                  <a:pt x="3" y="433"/>
                </a:lnTo>
                <a:lnTo>
                  <a:pt x="2" y="423"/>
                </a:lnTo>
                <a:lnTo>
                  <a:pt x="1" y="413"/>
                </a:lnTo>
                <a:lnTo>
                  <a:pt x="0" y="403"/>
                </a:lnTo>
                <a:lnTo>
                  <a:pt x="0" y="393"/>
                </a:lnTo>
                <a:lnTo>
                  <a:pt x="0" y="383"/>
                </a:lnTo>
                <a:lnTo>
                  <a:pt x="0" y="373"/>
                </a:lnTo>
                <a:lnTo>
                  <a:pt x="0" y="363"/>
                </a:lnTo>
                <a:lnTo>
                  <a:pt x="1" y="353"/>
                </a:lnTo>
                <a:lnTo>
                  <a:pt x="2" y="343"/>
                </a:lnTo>
                <a:lnTo>
                  <a:pt x="3" y="333"/>
                </a:lnTo>
                <a:lnTo>
                  <a:pt x="4" y="323"/>
                </a:lnTo>
                <a:lnTo>
                  <a:pt x="6" y="313"/>
                </a:lnTo>
                <a:lnTo>
                  <a:pt x="8" y="304"/>
                </a:lnTo>
                <a:lnTo>
                  <a:pt x="10" y="294"/>
                </a:lnTo>
                <a:lnTo>
                  <a:pt x="13" y="284"/>
                </a:lnTo>
                <a:lnTo>
                  <a:pt x="15" y="274"/>
                </a:lnTo>
                <a:lnTo>
                  <a:pt x="18" y="265"/>
                </a:lnTo>
                <a:lnTo>
                  <a:pt x="22" y="255"/>
                </a:lnTo>
                <a:lnTo>
                  <a:pt x="25" y="246"/>
                </a:lnTo>
                <a:lnTo>
                  <a:pt x="30" y="237"/>
                </a:lnTo>
                <a:lnTo>
                  <a:pt x="34" y="227"/>
                </a:lnTo>
                <a:lnTo>
                  <a:pt x="38" y="218"/>
                </a:lnTo>
                <a:lnTo>
                  <a:pt x="42" y="209"/>
                </a:lnTo>
                <a:lnTo>
                  <a:pt x="47" y="200"/>
                </a:lnTo>
                <a:lnTo>
                  <a:pt x="52" y="192"/>
                </a:lnTo>
                <a:lnTo>
                  <a:pt x="57" y="183"/>
                </a:lnTo>
                <a:lnTo>
                  <a:pt x="62" y="175"/>
                </a:lnTo>
                <a:lnTo>
                  <a:pt x="68" y="166"/>
                </a:lnTo>
                <a:lnTo>
                  <a:pt x="74" y="158"/>
                </a:lnTo>
                <a:lnTo>
                  <a:pt x="80" y="150"/>
                </a:lnTo>
                <a:lnTo>
                  <a:pt x="86" y="142"/>
                </a:lnTo>
                <a:lnTo>
                  <a:pt x="92" y="134"/>
                </a:lnTo>
                <a:lnTo>
                  <a:pt x="99" y="127"/>
                </a:lnTo>
                <a:lnTo>
                  <a:pt x="106" y="120"/>
                </a:lnTo>
                <a:lnTo>
                  <a:pt x="113" y="112"/>
                </a:lnTo>
                <a:lnTo>
                  <a:pt x="120" y="105"/>
                </a:lnTo>
                <a:lnTo>
                  <a:pt x="127" y="99"/>
                </a:lnTo>
                <a:lnTo>
                  <a:pt x="135" y="92"/>
                </a:lnTo>
                <a:lnTo>
                  <a:pt x="143" y="86"/>
                </a:lnTo>
                <a:lnTo>
                  <a:pt x="150" y="79"/>
                </a:lnTo>
                <a:lnTo>
                  <a:pt x="158" y="73"/>
                </a:lnTo>
                <a:lnTo>
                  <a:pt x="167" y="68"/>
                </a:lnTo>
                <a:lnTo>
                  <a:pt x="175" y="62"/>
                </a:lnTo>
                <a:lnTo>
                  <a:pt x="183" y="57"/>
                </a:lnTo>
                <a:lnTo>
                  <a:pt x="192" y="52"/>
                </a:lnTo>
                <a:lnTo>
                  <a:pt x="201" y="47"/>
                </a:lnTo>
                <a:lnTo>
                  <a:pt x="210" y="42"/>
                </a:lnTo>
                <a:lnTo>
                  <a:pt x="219" y="38"/>
                </a:lnTo>
                <a:lnTo>
                  <a:pt x="228" y="33"/>
                </a:lnTo>
                <a:lnTo>
                  <a:pt x="237" y="29"/>
                </a:lnTo>
                <a:lnTo>
                  <a:pt x="246" y="26"/>
                </a:lnTo>
                <a:lnTo>
                  <a:pt x="256" y="22"/>
                </a:lnTo>
                <a:lnTo>
                  <a:pt x="265" y="19"/>
                </a:lnTo>
                <a:lnTo>
                  <a:pt x="275" y="16"/>
                </a:lnTo>
                <a:lnTo>
                  <a:pt x="284" y="13"/>
                </a:lnTo>
                <a:lnTo>
                  <a:pt x="294" y="11"/>
                </a:lnTo>
                <a:lnTo>
                  <a:pt x="304" y="9"/>
                </a:lnTo>
                <a:lnTo>
                  <a:pt x="314" y="7"/>
                </a:lnTo>
                <a:lnTo>
                  <a:pt x="323" y="5"/>
                </a:lnTo>
                <a:lnTo>
                  <a:pt x="333" y="4"/>
                </a:lnTo>
                <a:lnTo>
                  <a:pt x="343" y="2"/>
                </a:lnTo>
                <a:lnTo>
                  <a:pt x="353" y="1"/>
                </a:lnTo>
                <a:lnTo>
                  <a:pt x="363" y="1"/>
                </a:lnTo>
                <a:lnTo>
                  <a:pt x="373" y="0"/>
                </a:lnTo>
                <a:lnTo>
                  <a:pt x="383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468520" y="3327120"/>
            <a:ext cx="551520" cy="551880"/>
          </a:xfrm>
          <a:custGeom>
            <a:avLst/>
            <a:gdLst/>
            <a:ahLst/>
            <a:rect l="0" t="0" r="r" b="b"/>
            <a:pathLst>
              <a:path fill="none" w="1532" h="1533">
                <a:moveTo>
                  <a:pt x="766" y="0"/>
                </a:moveTo>
                <a:lnTo>
                  <a:pt x="787" y="1"/>
                </a:lnTo>
                <a:lnTo>
                  <a:pt x="807" y="2"/>
                </a:lnTo>
                <a:lnTo>
                  <a:pt x="826" y="3"/>
                </a:lnTo>
                <a:lnTo>
                  <a:pt x="846" y="5"/>
                </a:lnTo>
                <a:lnTo>
                  <a:pt x="866" y="7"/>
                </a:lnTo>
                <a:lnTo>
                  <a:pt x="886" y="10"/>
                </a:lnTo>
                <a:lnTo>
                  <a:pt x="906" y="13"/>
                </a:lnTo>
                <a:lnTo>
                  <a:pt x="926" y="17"/>
                </a:lnTo>
                <a:lnTo>
                  <a:pt x="945" y="22"/>
                </a:lnTo>
                <a:lnTo>
                  <a:pt x="965" y="26"/>
                </a:lnTo>
                <a:lnTo>
                  <a:pt x="984" y="32"/>
                </a:lnTo>
                <a:lnTo>
                  <a:pt x="1003" y="38"/>
                </a:lnTo>
                <a:lnTo>
                  <a:pt x="1022" y="44"/>
                </a:lnTo>
                <a:lnTo>
                  <a:pt x="1041" y="51"/>
                </a:lnTo>
                <a:lnTo>
                  <a:pt x="1060" y="59"/>
                </a:lnTo>
                <a:lnTo>
                  <a:pt x="1078" y="67"/>
                </a:lnTo>
                <a:lnTo>
                  <a:pt x="1096" y="75"/>
                </a:lnTo>
                <a:lnTo>
                  <a:pt x="1114" y="84"/>
                </a:lnTo>
                <a:lnTo>
                  <a:pt x="1132" y="93"/>
                </a:lnTo>
                <a:lnTo>
                  <a:pt x="1149" y="103"/>
                </a:lnTo>
                <a:lnTo>
                  <a:pt x="1166" y="113"/>
                </a:lnTo>
                <a:lnTo>
                  <a:pt x="1183" y="124"/>
                </a:lnTo>
                <a:lnTo>
                  <a:pt x="1200" y="135"/>
                </a:lnTo>
                <a:lnTo>
                  <a:pt x="1216" y="147"/>
                </a:lnTo>
                <a:lnTo>
                  <a:pt x="1233" y="159"/>
                </a:lnTo>
                <a:lnTo>
                  <a:pt x="1248" y="171"/>
                </a:lnTo>
                <a:lnTo>
                  <a:pt x="1264" y="184"/>
                </a:lnTo>
                <a:lnTo>
                  <a:pt x="1279" y="197"/>
                </a:lnTo>
                <a:lnTo>
                  <a:pt x="1293" y="211"/>
                </a:lnTo>
                <a:lnTo>
                  <a:pt x="1308" y="225"/>
                </a:lnTo>
                <a:lnTo>
                  <a:pt x="1322" y="239"/>
                </a:lnTo>
                <a:lnTo>
                  <a:pt x="1336" y="254"/>
                </a:lnTo>
                <a:lnTo>
                  <a:pt x="1349" y="269"/>
                </a:lnTo>
                <a:lnTo>
                  <a:pt x="1361" y="284"/>
                </a:lnTo>
                <a:lnTo>
                  <a:pt x="1374" y="300"/>
                </a:lnTo>
                <a:lnTo>
                  <a:pt x="1386" y="316"/>
                </a:lnTo>
                <a:lnTo>
                  <a:pt x="1397" y="332"/>
                </a:lnTo>
                <a:lnTo>
                  <a:pt x="1409" y="349"/>
                </a:lnTo>
                <a:lnTo>
                  <a:pt x="1419" y="366"/>
                </a:lnTo>
                <a:lnTo>
                  <a:pt x="1430" y="383"/>
                </a:lnTo>
                <a:lnTo>
                  <a:pt x="1439" y="401"/>
                </a:lnTo>
                <a:lnTo>
                  <a:pt x="1449" y="418"/>
                </a:lnTo>
                <a:lnTo>
                  <a:pt x="1457" y="437"/>
                </a:lnTo>
                <a:lnTo>
                  <a:pt x="1466" y="455"/>
                </a:lnTo>
                <a:lnTo>
                  <a:pt x="1474" y="473"/>
                </a:lnTo>
                <a:lnTo>
                  <a:pt x="1481" y="492"/>
                </a:lnTo>
                <a:lnTo>
                  <a:pt x="1488" y="511"/>
                </a:lnTo>
                <a:lnTo>
                  <a:pt x="1495" y="530"/>
                </a:lnTo>
                <a:lnTo>
                  <a:pt x="1501" y="549"/>
                </a:lnTo>
                <a:lnTo>
                  <a:pt x="1506" y="568"/>
                </a:lnTo>
                <a:lnTo>
                  <a:pt x="1511" y="587"/>
                </a:lnTo>
                <a:lnTo>
                  <a:pt x="1515" y="607"/>
                </a:lnTo>
                <a:lnTo>
                  <a:pt x="1519" y="627"/>
                </a:lnTo>
                <a:lnTo>
                  <a:pt x="1523" y="646"/>
                </a:lnTo>
                <a:lnTo>
                  <a:pt x="1526" y="666"/>
                </a:lnTo>
                <a:lnTo>
                  <a:pt x="1528" y="686"/>
                </a:lnTo>
                <a:lnTo>
                  <a:pt x="1530" y="706"/>
                </a:lnTo>
                <a:lnTo>
                  <a:pt x="1531" y="727"/>
                </a:lnTo>
                <a:lnTo>
                  <a:pt x="1532" y="747"/>
                </a:lnTo>
                <a:lnTo>
                  <a:pt x="1532" y="767"/>
                </a:lnTo>
                <a:lnTo>
                  <a:pt x="1532" y="787"/>
                </a:lnTo>
                <a:lnTo>
                  <a:pt x="1531" y="807"/>
                </a:lnTo>
                <a:lnTo>
                  <a:pt x="1530" y="827"/>
                </a:lnTo>
                <a:lnTo>
                  <a:pt x="1528" y="847"/>
                </a:lnTo>
                <a:lnTo>
                  <a:pt x="1526" y="867"/>
                </a:lnTo>
                <a:lnTo>
                  <a:pt x="1523" y="887"/>
                </a:lnTo>
                <a:lnTo>
                  <a:pt x="1519" y="907"/>
                </a:lnTo>
                <a:lnTo>
                  <a:pt x="1515" y="926"/>
                </a:lnTo>
                <a:lnTo>
                  <a:pt x="1511" y="946"/>
                </a:lnTo>
                <a:lnTo>
                  <a:pt x="1506" y="965"/>
                </a:lnTo>
                <a:lnTo>
                  <a:pt x="1501" y="985"/>
                </a:lnTo>
                <a:lnTo>
                  <a:pt x="1495" y="1004"/>
                </a:lnTo>
                <a:lnTo>
                  <a:pt x="1488" y="1023"/>
                </a:lnTo>
                <a:lnTo>
                  <a:pt x="1481" y="1042"/>
                </a:lnTo>
                <a:lnTo>
                  <a:pt x="1474" y="1060"/>
                </a:lnTo>
                <a:lnTo>
                  <a:pt x="1466" y="1079"/>
                </a:lnTo>
                <a:lnTo>
                  <a:pt x="1457" y="1097"/>
                </a:lnTo>
                <a:lnTo>
                  <a:pt x="1449" y="1115"/>
                </a:lnTo>
                <a:lnTo>
                  <a:pt x="1439" y="1132"/>
                </a:lnTo>
                <a:lnTo>
                  <a:pt x="1430" y="1150"/>
                </a:lnTo>
                <a:lnTo>
                  <a:pt x="1419" y="1167"/>
                </a:lnTo>
                <a:lnTo>
                  <a:pt x="1409" y="1184"/>
                </a:lnTo>
                <a:lnTo>
                  <a:pt x="1397" y="1201"/>
                </a:lnTo>
                <a:lnTo>
                  <a:pt x="1386" y="1217"/>
                </a:lnTo>
                <a:lnTo>
                  <a:pt x="1374" y="1233"/>
                </a:lnTo>
                <a:lnTo>
                  <a:pt x="1361" y="1249"/>
                </a:lnTo>
                <a:lnTo>
                  <a:pt x="1349" y="1264"/>
                </a:lnTo>
                <a:lnTo>
                  <a:pt x="1336" y="1280"/>
                </a:lnTo>
                <a:lnTo>
                  <a:pt x="1322" y="1294"/>
                </a:lnTo>
                <a:lnTo>
                  <a:pt x="1308" y="1309"/>
                </a:lnTo>
                <a:lnTo>
                  <a:pt x="1293" y="1323"/>
                </a:lnTo>
                <a:lnTo>
                  <a:pt x="1279" y="1336"/>
                </a:lnTo>
                <a:lnTo>
                  <a:pt x="1264" y="1349"/>
                </a:lnTo>
                <a:lnTo>
                  <a:pt x="1248" y="1362"/>
                </a:lnTo>
                <a:lnTo>
                  <a:pt x="1233" y="1375"/>
                </a:lnTo>
                <a:lnTo>
                  <a:pt x="1216" y="1387"/>
                </a:lnTo>
                <a:lnTo>
                  <a:pt x="1200" y="1398"/>
                </a:lnTo>
                <a:lnTo>
                  <a:pt x="1183" y="1409"/>
                </a:lnTo>
                <a:lnTo>
                  <a:pt x="1166" y="1420"/>
                </a:lnTo>
                <a:lnTo>
                  <a:pt x="1149" y="1430"/>
                </a:lnTo>
                <a:lnTo>
                  <a:pt x="1132" y="1440"/>
                </a:lnTo>
                <a:lnTo>
                  <a:pt x="1114" y="1449"/>
                </a:lnTo>
                <a:lnTo>
                  <a:pt x="1096" y="1458"/>
                </a:lnTo>
                <a:lnTo>
                  <a:pt x="1078" y="1467"/>
                </a:lnTo>
                <a:lnTo>
                  <a:pt x="1060" y="1475"/>
                </a:lnTo>
                <a:lnTo>
                  <a:pt x="1041" y="1482"/>
                </a:lnTo>
                <a:lnTo>
                  <a:pt x="1022" y="1489"/>
                </a:lnTo>
                <a:lnTo>
                  <a:pt x="1003" y="1495"/>
                </a:lnTo>
                <a:lnTo>
                  <a:pt x="984" y="1501"/>
                </a:lnTo>
                <a:lnTo>
                  <a:pt x="965" y="1507"/>
                </a:lnTo>
                <a:lnTo>
                  <a:pt x="945" y="1512"/>
                </a:lnTo>
                <a:lnTo>
                  <a:pt x="926" y="1516"/>
                </a:lnTo>
                <a:lnTo>
                  <a:pt x="906" y="1520"/>
                </a:lnTo>
                <a:lnTo>
                  <a:pt x="886" y="1523"/>
                </a:lnTo>
                <a:lnTo>
                  <a:pt x="866" y="1526"/>
                </a:lnTo>
                <a:lnTo>
                  <a:pt x="846" y="1529"/>
                </a:lnTo>
                <a:lnTo>
                  <a:pt x="826" y="1530"/>
                </a:lnTo>
                <a:lnTo>
                  <a:pt x="807" y="1532"/>
                </a:lnTo>
                <a:lnTo>
                  <a:pt x="787" y="1533"/>
                </a:lnTo>
                <a:lnTo>
                  <a:pt x="766" y="1533"/>
                </a:lnTo>
                <a:lnTo>
                  <a:pt x="746" y="1533"/>
                </a:lnTo>
                <a:lnTo>
                  <a:pt x="726" y="1532"/>
                </a:lnTo>
                <a:lnTo>
                  <a:pt x="706" y="1530"/>
                </a:lnTo>
                <a:lnTo>
                  <a:pt x="686" y="1529"/>
                </a:lnTo>
                <a:lnTo>
                  <a:pt x="666" y="1526"/>
                </a:lnTo>
                <a:lnTo>
                  <a:pt x="647" y="1523"/>
                </a:lnTo>
                <a:lnTo>
                  <a:pt x="627" y="1520"/>
                </a:lnTo>
                <a:lnTo>
                  <a:pt x="607" y="1516"/>
                </a:lnTo>
                <a:lnTo>
                  <a:pt x="588" y="1512"/>
                </a:lnTo>
                <a:lnTo>
                  <a:pt x="568" y="1507"/>
                </a:lnTo>
                <a:lnTo>
                  <a:pt x="549" y="1501"/>
                </a:lnTo>
                <a:lnTo>
                  <a:pt x="530" y="1495"/>
                </a:lnTo>
                <a:lnTo>
                  <a:pt x="511" y="1489"/>
                </a:lnTo>
                <a:lnTo>
                  <a:pt x="492" y="1482"/>
                </a:lnTo>
                <a:lnTo>
                  <a:pt x="473" y="1475"/>
                </a:lnTo>
                <a:lnTo>
                  <a:pt x="455" y="1467"/>
                </a:lnTo>
                <a:lnTo>
                  <a:pt x="437" y="1458"/>
                </a:lnTo>
                <a:lnTo>
                  <a:pt x="419" y="1449"/>
                </a:lnTo>
                <a:lnTo>
                  <a:pt x="401" y="1440"/>
                </a:lnTo>
                <a:lnTo>
                  <a:pt x="384" y="1430"/>
                </a:lnTo>
                <a:lnTo>
                  <a:pt x="366" y="1420"/>
                </a:lnTo>
                <a:lnTo>
                  <a:pt x="349" y="1409"/>
                </a:lnTo>
                <a:lnTo>
                  <a:pt x="333" y="1398"/>
                </a:lnTo>
                <a:lnTo>
                  <a:pt x="316" y="1387"/>
                </a:lnTo>
                <a:lnTo>
                  <a:pt x="300" y="1375"/>
                </a:lnTo>
                <a:lnTo>
                  <a:pt x="284" y="1362"/>
                </a:lnTo>
                <a:lnTo>
                  <a:pt x="269" y="1349"/>
                </a:lnTo>
                <a:lnTo>
                  <a:pt x="254" y="1336"/>
                </a:lnTo>
                <a:lnTo>
                  <a:pt x="239" y="1323"/>
                </a:lnTo>
                <a:lnTo>
                  <a:pt x="225" y="1309"/>
                </a:lnTo>
                <a:lnTo>
                  <a:pt x="211" y="1294"/>
                </a:lnTo>
                <a:lnTo>
                  <a:pt x="197" y="1280"/>
                </a:lnTo>
                <a:lnTo>
                  <a:pt x="184" y="1264"/>
                </a:lnTo>
                <a:lnTo>
                  <a:pt x="171" y="1249"/>
                </a:lnTo>
                <a:lnTo>
                  <a:pt x="159" y="1233"/>
                </a:lnTo>
                <a:lnTo>
                  <a:pt x="147" y="1217"/>
                </a:lnTo>
                <a:lnTo>
                  <a:pt x="135" y="1201"/>
                </a:lnTo>
                <a:lnTo>
                  <a:pt x="124" y="1184"/>
                </a:lnTo>
                <a:lnTo>
                  <a:pt x="113" y="1167"/>
                </a:lnTo>
                <a:lnTo>
                  <a:pt x="103" y="1150"/>
                </a:lnTo>
                <a:lnTo>
                  <a:pt x="94" y="1132"/>
                </a:lnTo>
                <a:lnTo>
                  <a:pt x="84" y="1115"/>
                </a:lnTo>
                <a:lnTo>
                  <a:pt x="75" y="1097"/>
                </a:lnTo>
                <a:lnTo>
                  <a:pt x="67" y="1079"/>
                </a:lnTo>
                <a:lnTo>
                  <a:pt x="59" y="1060"/>
                </a:lnTo>
                <a:lnTo>
                  <a:pt x="51" y="1042"/>
                </a:lnTo>
                <a:lnTo>
                  <a:pt x="45" y="1023"/>
                </a:lnTo>
                <a:lnTo>
                  <a:pt x="38" y="1004"/>
                </a:lnTo>
                <a:lnTo>
                  <a:pt x="31" y="985"/>
                </a:lnTo>
                <a:lnTo>
                  <a:pt x="26" y="965"/>
                </a:lnTo>
                <a:lnTo>
                  <a:pt x="21" y="946"/>
                </a:lnTo>
                <a:lnTo>
                  <a:pt x="16" y="926"/>
                </a:lnTo>
                <a:lnTo>
                  <a:pt x="12" y="907"/>
                </a:lnTo>
                <a:lnTo>
                  <a:pt x="9" y="887"/>
                </a:lnTo>
                <a:lnTo>
                  <a:pt x="6" y="867"/>
                </a:lnTo>
                <a:lnTo>
                  <a:pt x="4" y="847"/>
                </a:lnTo>
                <a:lnTo>
                  <a:pt x="2" y="827"/>
                </a:lnTo>
                <a:lnTo>
                  <a:pt x="1" y="807"/>
                </a:lnTo>
                <a:lnTo>
                  <a:pt x="0" y="787"/>
                </a:lnTo>
                <a:lnTo>
                  <a:pt x="0" y="767"/>
                </a:lnTo>
                <a:lnTo>
                  <a:pt x="0" y="747"/>
                </a:lnTo>
                <a:lnTo>
                  <a:pt x="1" y="727"/>
                </a:lnTo>
                <a:lnTo>
                  <a:pt x="2" y="706"/>
                </a:lnTo>
                <a:lnTo>
                  <a:pt x="4" y="686"/>
                </a:lnTo>
                <a:lnTo>
                  <a:pt x="6" y="666"/>
                </a:lnTo>
                <a:lnTo>
                  <a:pt x="9" y="646"/>
                </a:lnTo>
                <a:lnTo>
                  <a:pt x="12" y="627"/>
                </a:lnTo>
                <a:lnTo>
                  <a:pt x="16" y="607"/>
                </a:lnTo>
                <a:lnTo>
                  <a:pt x="21" y="587"/>
                </a:lnTo>
                <a:lnTo>
                  <a:pt x="26" y="568"/>
                </a:lnTo>
                <a:lnTo>
                  <a:pt x="31" y="549"/>
                </a:lnTo>
                <a:lnTo>
                  <a:pt x="38" y="530"/>
                </a:lnTo>
                <a:lnTo>
                  <a:pt x="45" y="511"/>
                </a:lnTo>
                <a:lnTo>
                  <a:pt x="51" y="492"/>
                </a:lnTo>
                <a:lnTo>
                  <a:pt x="59" y="473"/>
                </a:lnTo>
                <a:lnTo>
                  <a:pt x="67" y="455"/>
                </a:lnTo>
                <a:lnTo>
                  <a:pt x="75" y="437"/>
                </a:lnTo>
                <a:lnTo>
                  <a:pt x="84" y="418"/>
                </a:lnTo>
                <a:lnTo>
                  <a:pt x="94" y="401"/>
                </a:lnTo>
                <a:lnTo>
                  <a:pt x="103" y="383"/>
                </a:lnTo>
                <a:lnTo>
                  <a:pt x="113" y="366"/>
                </a:lnTo>
                <a:lnTo>
                  <a:pt x="124" y="349"/>
                </a:lnTo>
                <a:lnTo>
                  <a:pt x="135" y="332"/>
                </a:lnTo>
                <a:lnTo>
                  <a:pt x="147" y="316"/>
                </a:lnTo>
                <a:lnTo>
                  <a:pt x="159" y="300"/>
                </a:lnTo>
                <a:lnTo>
                  <a:pt x="171" y="284"/>
                </a:lnTo>
                <a:lnTo>
                  <a:pt x="184" y="269"/>
                </a:lnTo>
                <a:lnTo>
                  <a:pt x="197" y="254"/>
                </a:lnTo>
                <a:lnTo>
                  <a:pt x="211" y="239"/>
                </a:lnTo>
                <a:lnTo>
                  <a:pt x="225" y="225"/>
                </a:lnTo>
                <a:lnTo>
                  <a:pt x="239" y="211"/>
                </a:lnTo>
                <a:lnTo>
                  <a:pt x="254" y="197"/>
                </a:lnTo>
                <a:lnTo>
                  <a:pt x="269" y="184"/>
                </a:lnTo>
                <a:lnTo>
                  <a:pt x="284" y="171"/>
                </a:lnTo>
                <a:lnTo>
                  <a:pt x="300" y="159"/>
                </a:lnTo>
                <a:lnTo>
                  <a:pt x="316" y="147"/>
                </a:lnTo>
                <a:lnTo>
                  <a:pt x="333" y="135"/>
                </a:lnTo>
                <a:lnTo>
                  <a:pt x="349" y="124"/>
                </a:lnTo>
                <a:lnTo>
                  <a:pt x="366" y="113"/>
                </a:lnTo>
                <a:lnTo>
                  <a:pt x="384" y="103"/>
                </a:lnTo>
                <a:lnTo>
                  <a:pt x="401" y="93"/>
                </a:lnTo>
                <a:lnTo>
                  <a:pt x="419" y="84"/>
                </a:lnTo>
                <a:lnTo>
                  <a:pt x="437" y="75"/>
                </a:lnTo>
                <a:lnTo>
                  <a:pt x="455" y="67"/>
                </a:lnTo>
                <a:lnTo>
                  <a:pt x="473" y="59"/>
                </a:lnTo>
                <a:lnTo>
                  <a:pt x="492" y="51"/>
                </a:lnTo>
                <a:lnTo>
                  <a:pt x="511" y="44"/>
                </a:lnTo>
                <a:lnTo>
                  <a:pt x="530" y="38"/>
                </a:lnTo>
                <a:lnTo>
                  <a:pt x="549" y="32"/>
                </a:lnTo>
                <a:lnTo>
                  <a:pt x="568" y="26"/>
                </a:lnTo>
                <a:lnTo>
                  <a:pt x="588" y="22"/>
                </a:lnTo>
                <a:lnTo>
                  <a:pt x="607" y="17"/>
                </a:lnTo>
                <a:lnTo>
                  <a:pt x="627" y="13"/>
                </a:lnTo>
                <a:lnTo>
                  <a:pt x="647" y="10"/>
                </a:lnTo>
                <a:lnTo>
                  <a:pt x="666" y="7"/>
                </a:lnTo>
                <a:lnTo>
                  <a:pt x="686" y="5"/>
                </a:lnTo>
                <a:lnTo>
                  <a:pt x="706" y="3"/>
                </a:lnTo>
                <a:lnTo>
                  <a:pt x="726" y="2"/>
                </a:lnTo>
                <a:lnTo>
                  <a:pt x="746" y="1"/>
                </a:lnTo>
                <a:lnTo>
                  <a:pt x="766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330640" y="3189600"/>
            <a:ext cx="827280" cy="827280"/>
          </a:xfrm>
          <a:custGeom>
            <a:avLst/>
            <a:gdLst/>
            <a:ahLst/>
            <a:rect l="0" t="0" r="r" b="b"/>
            <a:pathLst>
              <a:path fill="none" w="2298" h="2298">
                <a:moveTo>
                  <a:pt x="1148" y="0"/>
                </a:moveTo>
                <a:lnTo>
                  <a:pt x="1178" y="0"/>
                </a:lnTo>
                <a:lnTo>
                  <a:pt x="1208" y="1"/>
                </a:lnTo>
                <a:lnTo>
                  <a:pt x="1239" y="3"/>
                </a:lnTo>
                <a:lnTo>
                  <a:pt x="1268" y="6"/>
                </a:lnTo>
                <a:lnTo>
                  <a:pt x="1298" y="9"/>
                </a:lnTo>
                <a:lnTo>
                  <a:pt x="1328" y="14"/>
                </a:lnTo>
                <a:lnTo>
                  <a:pt x="1358" y="19"/>
                </a:lnTo>
                <a:lnTo>
                  <a:pt x="1387" y="25"/>
                </a:lnTo>
                <a:lnTo>
                  <a:pt x="1417" y="31"/>
                </a:lnTo>
                <a:lnTo>
                  <a:pt x="1446" y="39"/>
                </a:lnTo>
                <a:lnTo>
                  <a:pt x="1475" y="47"/>
                </a:lnTo>
                <a:lnTo>
                  <a:pt x="1503" y="56"/>
                </a:lnTo>
                <a:lnTo>
                  <a:pt x="1532" y="65"/>
                </a:lnTo>
                <a:lnTo>
                  <a:pt x="1560" y="76"/>
                </a:lnTo>
                <a:lnTo>
                  <a:pt x="1589" y="87"/>
                </a:lnTo>
                <a:lnTo>
                  <a:pt x="1617" y="99"/>
                </a:lnTo>
                <a:lnTo>
                  <a:pt x="1644" y="111"/>
                </a:lnTo>
                <a:lnTo>
                  <a:pt x="1671" y="125"/>
                </a:lnTo>
                <a:lnTo>
                  <a:pt x="1697" y="139"/>
                </a:lnTo>
                <a:lnTo>
                  <a:pt x="1724" y="153"/>
                </a:lnTo>
                <a:lnTo>
                  <a:pt x="1750" y="169"/>
                </a:lnTo>
                <a:lnTo>
                  <a:pt x="1775" y="185"/>
                </a:lnTo>
                <a:lnTo>
                  <a:pt x="1800" y="202"/>
                </a:lnTo>
                <a:lnTo>
                  <a:pt x="1825" y="219"/>
                </a:lnTo>
                <a:lnTo>
                  <a:pt x="1849" y="237"/>
                </a:lnTo>
                <a:lnTo>
                  <a:pt x="1872" y="255"/>
                </a:lnTo>
                <a:lnTo>
                  <a:pt x="1895" y="275"/>
                </a:lnTo>
                <a:lnTo>
                  <a:pt x="1918" y="295"/>
                </a:lnTo>
                <a:lnTo>
                  <a:pt x="1940" y="315"/>
                </a:lnTo>
                <a:lnTo>
                  <a:pt x="1962" y="336"/>
                </a:lnTo>
                <a:lnTo>
                  <a:pt x="1983" y="357"/>
                </a:lnTo>
                <a:lnTo>
                  <a:pt x="2003" y="380"/>
                </a:lnTo>
                <a:lnTo>
                  <a:pt x="2023" y="402"/>
                </a:lnTo>
                <a:lnTo>
                  <a:pt x="2042" y="425"/>
                </a:lnTo>
                <a:lnTo>
                  <a:pt x="2061" y="449"/>
                </a:lnTo>
                <a:lnTo>
                  <a:pt x="2079" y="473"/>
                </a:lnTo>
                <a:lnTo>
                  <a:pt x="2096" y="498"/>
                </a:lnTo>
                <a:lnTo>
                  <a:pt x="2113" y="523"/>
                </a:lnTo>
                <a:lnTo>
                  <a:pt x="2129" y="548"/>
                </a:lnTo>
                <a:lnTo>
                  <a:pt x="2144" y="574"/>
                </a:lnTo>
                <a:lnTo>
                  <a:pt x="2159" y="600"/>
                </a:lnTo>
                <a:lnTo>
                  <a:pt x="2173" y="627"/>
                </a:lnTo>
                <a:lnTo>
                  <a:pt x="2186" y="654"/>
                </a:lnTo>
                <a:lnTo>
                  <a:pt x="2199" y="681"/>
                </a:lnTo>
                <a:lnTo>
                  <a:pt x="2211" y="709"/>
                </a:lnTo>
                <a:lnTo>
                  <a:pt x="2222" y="737"/>
                </a:lnTo>
                <a:lnTo>
                  <a:pt x="2232" y="765"/>
                </a:lnTo>
                <a:lnTo>
                  <a:pt x="2242" y="793"/>
                </a:lnTo>
                <a:lnTo>
                  <a:pt x="2251" y="822"/>
                </a:lnTo>
                <a:lnTo>
                  <a:pt x="2259" y="851"/>
                </a:lnTo>
                <a:lnTo>
                  <a:pt x="2266" y="880"/>
                </a:lnTo>
                <a:lnTo>
                  <a:pt x="2273" y="909"/>
                </a:lnTo>
                <a:lnTo>
                  <a:pt x="2279" y="939"/>
                </a:lnTo>
                <a:lnTo>
                  <a:pt x="2284" y="968"/>
                </a:lnTo>
                <a:lnTo>
                  <a:pt x="2288" y="998"/>
                </a:lnTo>
                <a:lnTo>
                  <a:pt x="2292" y="1028"/>
                </a:lnTo>
                <a:lnTo>
                  <a:pt x="2294" y="1058"/>
                </a:lnTo>
                <a:lnTo>
                  <a:pt x="2296" y="1088"/>
                </a:lnTo>
                <a:lnTo>
                  <a:pt x="2298" y="1118"/>
                </a:lnTo>
                <a:lnTo>
                  <a:pt x="2298" y="1148"/>
                </a:lnTo>
                <a:lnTo>
                  <a:pt x="2298" y="1178"/>
                </a:lnTo>
                <a:lnTo>
                  <a:pt x="2296" y="1208"/>
                </a:lnTo>
                <a:lnTo>
                  <a:pt x="2294" y="1238"/>
                </a:lnTo>
                <a:lnTo>
                  <a:pt x="2292" y="1268"/>
                </a:lnTo>
                <a:lnTo>
                  <a:pt x="2288" y="1298"/>
                </a:lnTo>
                <a:lnTo>
                  <a:pt x="2284" y="1328"/>
                </a:lnTo>
                <a:lnTo>
                  <a:pt x="2279" y="1358"/>
                </a:lnTo>
                <a:lnTo>
                  <a:pt x="2273" y="1387"/>
                </a:lnTo>
                <a:lnTo>
                  <a:pt x="2266" y="1416"/>
                </a:lnTo>
                <a:lnTo>
                  <a:pt x="2259" y="1445"/>
                </a:lnTo>
                <a:lnTo>
                  <a:pt x="2251" y="1474"/>
                </a:lnTo>
                <a:lnTo>
                  <a:pt x="2242" y="1504"/>
                </a:lnTo>
                <a:lnTo>
                  <a:pt x="2232" y="1533"/>
                </a:lnTo>
                <a:lnTo>
                  <a:pt x="2222" y="1561"/>
                </a:lnTo>
                <a:lnTo>
                  <a:pt x="2211" y="1589"/>
                </a:lnTo>
                <a:lnTo>
                  <a:pt x="2199" y="1616"/>
                </a:lnTo>
                <a:lnTo>
                  <a:pt x="2186" y="1644"/>
                </a:lnTo>
                <a:lnTo>
                  <a:pt x="2173" y="1671"/>
                </a:lnTo>
                <a:lnTo>
                  <a:pt x="2159" y="1697"/>
                </a:lnTo>
                <a:lnTo>
                  <a:pt x="2144" y="1723"/>
                </a:lnTo>
                <a:lnTo>
                  <a:pt x="2129" y="1749"/>
                </a:lnTo>
                <a:lnTo>
                  <a:pt x="2113" y="1775"/>
                </a:lnTo>
                <a:lnTo>
                  <a:pt x="2096" y="1800"/>
                </a:lnTo>
                <a:lnTo>
                  <a:pt x="2079" y="1824"/>
                </a:lnTo>
                <a:lnTo>
                  <a:pt x="2061" y="1848"/>
                </a:lnTo>
                <a:lnTo>
                  <a:pt x="2042" y="1872"/>
                </a:lnTo>
                <a:lnTo>
                  <a:pt x="2023" y="1895"/>
                </a:lnTo>
                <a:lnTo>
                  <a:pt x="2003" y="1918"/>
                </a:lnTo>
                <a:lnTo>
                  <a:pt x="1983" y="1940"/>
                </a:lnTo>
                <a:lnTo>
                  <a:pt x="1962" y="1961"/>
                </a:lnTo>
                <a:lnTo>
                  <a:pt x="1940" y="1982"/>
                </a:lnTo>
                <a:lnTo>
                  <a:pt x="1918" y="2003"/>
                </a:lnTo>
                <a:lnTo>
                  <a:pt x="1895" y="2023"/>
                </a:lnTo>
                <a:lnTo>
                  <a:pt x="1872" y="2042"/>
                </a:lnTo>
                <a:lnTo>
                  <a:pt x="1849" y="2060"/>
                </a:lnTo>
                <a:lnTo>
                  <a:pt x="1825" y="2078"/>
                </a:lnTo>
                <a:lnTo>
                  <a:pt x="1800" y="2096"/>
                </a:lnTo>
                <a:lnTo>
                  <a:pt x="1775" y="2112"/>
                </a:lnTo>
                <a:lnTo>
                  <a:pt x="1750" y="2128"/>
                </a:lnTo>
                <a:lnTo>
                  <a:pt x="1724" y="2144"/>
                </a:lnTo>
                <a:lnTo>
                  <a:pt x="1697" y="2159"/>
                </a:lnTo>
                <a:lnTo>
                  <a:pt x="1671" y="2173"/>
                </a:lnTo>
                <a:lnTo>
                  <a:pt x="1644" y="2186"/>
                </a:lnTo>
                <a:lnTo>
                  <a:pt x="1617" y="2198"/>
                </a:lnTo>
                <a:lnTo>
                  <a:pt x="1589" y="2210"/>
                </a:lnTo>
                <a:lnTo>
                  <a:pt x="1560" y="2221"/>
                </a:lnTo>
                <a:lnTo>
                  <a:pt x="1532" y="2232"/>
                </a:lnTo>
                <a:lnTo>
                  <a:pt x="1503" y="2242"/>
                </a:lnTo>
                <a:lnTo>
                  <a:pt x="1475" y="2250"/>
                </a:lnTo>
                <a:lnTo>
                  <a:pt x="1446" y="2259"/>
                </a:lnTo>
                <a:lnTo>
                  <a:pt x="1417" y="2266"/>
                </a:lnTo>
                <a:lnTo>
                  <a:pt x="1387" y="2273"/>
                </a:lnTo>
                <a:lnTo>
                  <a:pt x="1358" y="2279"/>
                </a:lnTo>
                <a:lnTo>
                  <a:pt x="1328" y="2284"/>
                </a:lnTo>
                <a:lnTo>
                  <a:pt x="1298" y="2288"/>
                </a:lnTo>
                <a:lnTo>
                  <a:pt x="1268" y="2291"/>
                </a:lnTo>
                <a:lnTo>
                  <a:pt x="1239" y="2294"/>
                </a:lnTo>
                <a:lnTo>
                  <a:pt x="1208" y="2296"/>
                </a:lnTo>
                <a:lnTo>
                  <a:pt x="1178" y="2297"/>
                </a:lnTo>
                <a:lnTo>
                  <a:pt x="1148" y="2298"/>
                </a:lnTo>
                <a:lnTo>
                  <a:pt x="1118" y="2297"/>
                </a:lnTo>
                <a:lnTo>
                  <a:pt x="1088" y="2296"/>
                </a:lnTo>
                <a:lnTo>
                  <a:pt x="1058" y="2294"/>
                </a:lnTo>
                <a:lnTo>
                  <a:pt x="1028" y="2291"/>
                </a:lnTo>
                <a:lnTo>
                  <a:pt x="998" y="2288"/>
                </a:lnTo>
                <a:lnTo>
                  <a:pt x="969" y="2284"/>
                </a:lnTo>
                <a:lnTo>
                  <a:pt x="939" y="2279"/>
                </a:lnTo>
                <a:lnTo>
                  <a:pt x="910" y="2273"/>
                </a:lnTo>
                <a:lnTo>
                  <a:pt x="880" y="2266"/>
                </a:lnTo>
                <a:lnTo>
                  <a:pt x="851" y="2259"/>
                </a:lnTo>
                <a:lnTo>
                  <a:pt x="822" y="2250"/>
                </a:lnTo>
                <a:lnTo>
                  <a:pt x="793" y="2242"/>
                </a:lnTo>
                <a:lnTo>
                  <a:pt x="765" y="2232"/>
                </a:lnTo>
                <a:lnTo>
                  <a:pt x="737" y="2221"/>
                </a:lnTo>
                <a:lnTo>
                  <a:pt x="709" y="2210"/>
                </a:lnTo>
                <a:lnTo>
                  <a:pt x="681" y="2198"/>
                </a:lnTo>
                <a:lnTo>
                  <a:pt x="654" y="2186"/>
                </a:lnTo>
                <a:lnTo>
                  <a:pt x="627" y="2173"/>
                </a:lnTo>
                <a:lnTo>
                  <a:pt x="600" y="2159"/>
                </a:lnTo>
                <a:lnTo>
                  <a:pt x="574" y="2144"/>
                </a:lnTo>
                <a:lnTo>
                  <a:pt x="548" y="2128"/>
                </a:lnTo>
                <a:lnTo>
                  <a:pt x="523" y="2112"/>
                </a:lnTo>
                <a:lnTo>
                  <a:pt x="498" y="2096"/>
                </a:lnTo>
                <a:lnTo>
                  <a:pt x="473" y="2078"/>
                </a:lnTo>
                <a:lnTo>
                  <a:pt x="449" y="2060"/>
                </a:lnTo>
                <a:lnTo>
                  <a:pt x="426" y="2042"/>
                </a:lnTo>
                <a:lnTo>
                  <a:pt x="402" y="2023"/>
                </a:lnTo>
                <a:lnTo>
                  <a:pt x="380" y="2003"/>
                </a:lnTo>
                <a:lnTo>
                  <a:pt x="358" y="1982"/>
                </a:lnTo>
                <a:lnTo>
                  <a:pt x="336" y="1961"/>
                </a:lnTo>
                <a:lnTo>
                  <a:pt x="315" y="1940"/>
                </a:lnTo>
                <a:lnTo>
                  <a:pt x="295" y="1918"/>
                </a:lnTo>
                <a:lnTo>
                  <a:pt x="275" y="1895"/>
                </a:lnTo>
                <a:lnTo>
                  <a:pt x="256" y="1872"/>
                </a:lnTo>
                <a:lnTo>
                  <a:pt x="237" y="1848"/>
                </a:lnTo>
                <a:lnTo>
                  <a:pt x="219" y="1824"/>
                </a:lnTo>
                <a:lnTo>
                  <a:pt x="202" y="1800"/>
                </a:lnTo>
                <a:lnTo>
                  <a:pt x="185" y="1775"/>
                </a:lnTo>
                <a:lnTo>
                  <a:pt x="169" y="1749"/>
                </a:lnTo>
                <a:lnTo>
                  <a:pt x="154" y="1723"/>
                </a:lnTo>
                <a:lnTo>
                  <a:pt x="139" y="1697"/>
                </a:lnTo>
                <a:lnTo>
                  <a:pt x="125" y="1671"/>
                </a:lnTo>
                <a:lnTo>
                  <a:pt x="112" y="1644"/>
                </a:lnTo>
                <a:lnTo>
                  <a:pt x="99" y="1616"/>
                </a:lnTo>
                <a:lnTo>
                  <a:pt x="87" y="1589"/>
                </a:lnTo>
                <a:lnTo>
                  <a:pt x="76" y="1561"/>
                </a:lnTo>
                <a:lnTo>
                  <a:pt x="66" y="1533"/>
                </a:lnTo>
                <a:lnTo>
                  <a:pt x="56" y="1504"/>
                </a:lnTo>
                <a:lnTo>
                  <a:pt x="47" y="1474"/>
                </a:lnTo>
                <a:lnTo>
                  <a:pt x="39" y="1445"/>
                </a:lnTo>
                <a:lnTo>
                  <a:pt x="31" y="1416"/>
                </a:lnTo>
                <a:lnTo>
                  <a:pt x="25" y="1387"/>
                </a:lnTo>
                <a:lnTo>
                  <a:pt x="19" y="1358"/>
                </a:lnTo>
                <a:lnTo>
                  <a:pt x="14" y="1328"/>
                </a:lnTo>
                <a:lnTo>
                  <a:pt x="10" y="1298"/>
                </a:lnTo>
                <a:lnTo>
                  <a:pt x="6" y="1268"/>
                </a:lnTo>
                <a:lnTo>
                  <a:pt x="3" y="1238"/>
                </a:lnTo>
                <a:lnTo>
                  <a:pt x="1" y="1208"/>
                </a:lnTo>
                <a:lnTo>
                  <a:pt x="0" y="1178"/>
                </a:lnTo>
                <a:lnTo>
                  <a:pt x="0" y="1148"/>
                </a:lnTo>
                <a:lnTo>
                  <a:pt x="0" y="1118"/>
                </a:lnTo>
                <a:lnTo>
                  <a:pt x="1" y="1088"/>
                </a:lnTo>
                <a:lnTo>
                  <a:pt x="3" y="1058"/>
                </a:lnTo>
                <a:lnTo>
                  <a:pt x="6" y="1028"/>
                </a:lnTo>
                <a:lnTo>
                  <a:pt x="10" y="998"/>
                </a:lnTo>
                <a:lnTo>
                  <a:pt x="14" y="968"/>
                </a:lnTo>
                <a:lnTo>
                  <a:pt x="19" y="939"/>
                </a:lnTo>
                <a:lnTo>
                  <a:pt x="25" y="909"/>
                </a:lnTo>
                <a:lnTo>
                  <a:pt x="31" y="880"/>
                </a:lnTo>
                <a:lnTo>
                  <a:pt x="39" y="851"/>
                </a:lnTo>
                <a:lnTo>
                  <a:pt x="47" y="822"/>
                </a:lnTo>
                <a:lnTo>
                  <a:pt x="56" y="793"/>
                </a:lnTo>
                <a:lnTo>
                  <a:pt x="66" y="765"/>
                </a:lnTo>
                <a:lnTo>
                  <a:pt x="76" y="737"/>
                </a:lnTo>
                <a:lnTo>
                  <a:pt x="87" y="709"/>
                </a:lnTo>
                <a:lnTo>
                  <a:pt x="99" y="681"/>
                </a:lnTo>
                <a:lnTo>
                  <a:pt x="112" y="654"/>
                </a:lnTo>
                <a:lnTo>
                  <a:pt x="125" y="627"/>
                </a:lnTo>
                <a:lnTo>
                  <a:pt x="139" y="600"/>
                </a:lnTo>
                <a:lnTo>
                  <a:pt x="154" y="574"/>
                </a:lnTo>
                <a:lnTo>
                  <a:pt x="169" y="548"/>
                </a:lnTo>
                <a:lnTo>
                  <a:pt x="185" y="523"/>
                </a:lnTo>
                <a:lnTo>
                  <a:pt x="202" y="498"/>
                </a:lnTo>
                <a:lnTo>
                  <a:pt x="219" y="473"/>
                </a:lnTo>
                <a:lnTo>
                  <a:pt x="237" y="449"/>
                </a:lnTo>
                <a:lnTo>
                  <a:pt x="256" y="425"/>
                </a:lnTo>
                <a:lnTo>
                  <a:pt x="275" y="402"/>
                </a:lnTo>
                <a:lnTo>
                  <a:pt x="295" y="380"/>
                </a:lnTo>
                <a:lnTo>
                  <a:pt x="315" y="357"/>
                </a:lnTo>
                <a:lnTo>
                  <a:pt x="336" y="336"/>
                </a:lnTo>
                <a:lnTo>
                  <a:pt x="358" y="315"/>
                </a:lnTo>
                <a:lnTo>
                  <a:pt x="380" y="295"/>
                </a:lnTo>
                <a:lnTo>
                  <a:pt x="402" y="275"/>
                </a:lnTo>
                <a:lnTo>
                  <a:pt x="426" y="255"/>
                </a:lnTo>
                <a:lnTo>
                  <a:pt x="449" y="237"/>
                </a:lnTo>
                <a:lnTo>
                  <a:pt x="473" y="219"/>
                </a:lnTo>
                <a:lnTo>
                  <a:pt x="498" y="202"/>
                </a:lnTo>
                <a:lnTo>
                  <a:pt x="523" y="185"/>
                </a:lnTo>
                <a:lnTo>
                  <a:pt x="548" y="169"/>
                </a:lnTo>
                <a:lnTo>
                  <a:pt x="574" y="153"/>
                </a:lnTo>
                <a:lnTo>
                  <a:pt x="600" y="139"/>
                </a:lnTo>
                <a:lnTo>
                  <a:pt x="627" y="125"/>
                </a:lnTo>
                <a:lnTo>
                  <a:pt x="654" y="111"/>
                </a:lnTo>
                <a:lnTo>
                  <a:pt x="681" y="99"/>
                </a:lnTo>
                <a:lnTo>
                  <a:pt x="709" y="87"/>
                </a:lnTo>
                <a:lnTo>
                  <a:pt x="737" y="76"/>
                </a:lnTo>
                <a:lnTo>
                  <a:pt x="765" y="65"/>
                </a:lnTo>
                <a:lnTo>
                  <a:pt x="793" y="56"/>
                </a:lnTo>
                <a:lnTo>
                  <a:pt x="822" y="47"/>
                </a:lnTo>
                <a:lnTo>
                  <a:pt x="851" y="39"/>
                </a:lnTo>
                <a:lnTo>
                  <a:pt x="880" y="31"/>
                </a:lnTo>
                <a:lnTo>
                  <a:pt x="910" y="25"/>
                </a:lnTo>
                <a:lnTo>
                  <a:pt x="939" y="19"/>
                </a:lnTo>
                <a:lnTo>
                  <a:pt x="969" y="14"/>
                </a:lnTo>
                <a:lnTo>
                  <a:pt x="998" y="9"/>
                </a:lnTo>
                <a:lnTo>
                  <a:pt x="1028" y="6"/>
                </a:lnTo>
                <a:lnTo>
                  <a:pt x="1058" y="3"/>
                </a:lnTo>
                <a:lnTo>
                  <a:pt x="1088" y="1"/>
                </a:lnTo>
                <a:lnTo>
                  <a:pt x="1118" y="0"/>
                </a:lnTo>
                <a:lnTo>
                  <a:pt x="1148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 flipV="1">
            <a:off x="2743920" y="3189600"/>
            <a:ext cx="0" cy="4132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 flipV="1">
            <a:off x="2743920" y="3310560"/>
            <a:ext cx="29304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2743920" y="3602880"/>
            <a:ext cx="41364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2743920" y="3602880"/>
            <a:ext cx="29304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2743920" y="3602880"/>
            <a:ext cx="0" cy="41364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 flipH="1">
            <a:off x="2451600" y="360288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 flipH="1">
            <a:off x="2330640" y="3602880"/>
            <a:ext cx="41328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 flipH="1" flipV="1">
            <a:off x="2451600" y="331056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2684880" y="3588840"/>
            <a:ext cx="433800" cy="111960"/>
          </a:xfrm>
          <a:custGeom>
            <a:avLst/>
            <a:gdLst/>
            <a:ahLst/>
            <a:rect l="0" t="0" r="r" b="b"/>
            <a:pathLst>
              <a:path w="1205" h="311">
                <a:moveTo>
                  <a:pt x="164" y="39"/>
                </a:moveTo>
                <a:lnTo>
                  <a:pt x="203" y="0"/>
                </a:lnTo>
                <a:lnTo>
                  <a:pt x="1205" y="39"/>
                </a:lnTo>
                <a:lnTo>
                  <a:pt x="436" y="311"/>
                </a:lnTo>
                <a:lnTo>
                  <a:pt x="164" y="150"/>
                </a:lnTo>
                <a:lnTo>
                  <a:pt x="48" y="156"/>
                </a:lnTo>
                <a:lnTo>
                  <a:pt x="0" y="39"/>
                </a:lnTo>
                <a:lnTo>
                  <a:pt x="164" y="39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2684880" y="3588840"/>
            <a:ext cx="433800" cy="111960"/>
          </a:xfrm>
          <a:custGeom>
            <a:avLst/>
            <a:gdLst/>
            <a:ahLst/>
            <a:rect l="0" t="0" r="r" b="b"/>
            <a:pathLst>
              <a:path fill="none" w="1205" h="311">
                <a:moveTo>
                  <a:pt x="164" y="39"/>
                </a:moveTo>
                <a:lnTo>
                  <a:pt x="203" y="0"/>
                </a:lnTo>
                <a:lnTo>
                  <a:pt x="1205" y="39"/>
                </a:lnTo>
                <a:lnTo>
                  <a:pt x="436" y="311"/>
                </a:lnTo>
                <a:lnTo>
                  <a:pt x="164" y="150"/>
                </a:lnTo>
                <a:lnTo>
                  <a:pt x="48" y="156"/>
                </a:lnTo>
                <a:lnTo>
                  <a:pt x="0" y="39"/>
                </a:lnTo>
                <a:lnTo>
                  <a:pt x="164" y="39"/>
                </a:lnTo>
              </a:path>
            </a:pathLst>
          </a:custGeom>
          <a:ln w="11880">
            <a:solidFill>
              <a:srgbClr val="1A1A1A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15632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718720" y="30927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317844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718720" y="4024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308040" y="3089520"/>
            <a:ext cx="1027440" cy="1027080"/>
          </a:xfrm>
          <a:custGeom>
            <a:avLst/>
            <a:gdLst/>
            <a:ahLst/>
            <a:rect l="0" t="0" r="r" b="b"/>
            <a:pathLst>
              <a:path w="2854" h="2853">
                <a:moveTo>
                  <a:pt x="0" y="0"/>
                </a:moveTo>
                <a:lnTo>
                  <a:pt x="2854" y="0"/>
                </a:lnTo>
                <a:lnTo>
                  <a:pt x="2854" y="2853"/>
                </a:lnTo>
                <a:lnTo>
                  <a:pt x="0" y="2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3683880" y="3465000"/>
            <a:ext cx="275760" cy="276120"/>
          </a:xfrm>
          <a:custGeom>
            <a:avLst/>
            <a:gdLst/>
            <a:ahLst/>
            <a:rect l="0" t="0" r="r" b="b"/>
            <a:pathLst>
              <a:path fill="none" w="766" h="767">
                <a:moveTo>
                  <a:pt x="383" y="0"/>
                </a:moveTo>
                <a:lnTo>
                  <a:pt x="393" y="0"/>
                </a:lnTo>
                <a:lnTo>
                  <a:pt x="403" y="1"/>
                </a:lnTo>
                <a:lnTo>
                  <a:pt x="413" y="1"/>
                </a:lnTo>
                <a:lnTo>
                  <a:pt x="423" y="2"/>
                </a:lnTo>
                <a:lnTo>
                  <a:pt x="433" y="4"/>
                </a:lnTo>
                <a:lnTo>
                  <a:pt x="443" y="5"/>
                </a:lnTo>
                <a:lnTo>
                  <a:pt x="453" y="7"/>
                </a:lnTo>
                <a:lnTo>
                  <a:pt x="463" y="9"/>
                </a:lnTo>
                <a:lnTo>
                  <a:pt x="473" y="11"/>
                </a:lnTo>
                <a:lnTo>
                  <a:pt x="482" y="13"/>
                </a:lnTo>
                <a:lnTo>
                  <a:pt x="492" y="16"/>
                </a:lnTo>
                <a:lnTo>
                  <a:pt x="502" y="19"/>
                </a:lnTo>
                <a:lnTo>
                  <a:pt x="511" y="22"/>
                </a:lnTo>
                <a:lnTo>
                  <a:pt x="521" y="26"/>
                </a:lnTo>
                <a:lnTo>
                  <a:pt x="530" y="29"/>
                </a:lnTo>
                <a:lnTo>
                  <a:pt x="539" y="33"/>
                </a:lnTo>
                <a:lnTo>
                  <a:pt x="548" y="38"/>
                </a:lnTo>
                <a:lnTo>
                  <a:pt x="557" y="42"/>
                </a:lnTo>
                <a:lnTo>
                  <a:pt x="566" y="47"/>
                </a:lnTo>
                <a:lnTo>
                  <a:pt x="575" y="52"/>
                </a:lnTo>
                <a:lnTo>
                  <a:pt x="583" y="57"/>
                </a:lnTo>
                <a:lnTo>
                  <a:pt x="592" y="62"/>
                </a:lnTo>
                <a:lnTo>
                  <a:pt x="600" y="68"/>
                </a:lnTo>
                <a:lnTo>
                  <a:pt x="608" y="73"/>
                </a:lnTo>
                <a:lnTo>
                  <a:pt x="616" y="79"/>
                </a:lnTo>
                <a:lnTo>
                  <a:pt x="624" y="86"/>
                </a:lnTo>
                <a:lnTo>
                  <a:pt x="632" y="92"/>
                </a:lnTo>
                <a:lnTo>
                  <a:pt x="640" y="99"/>
                </a:lnTo>
                <a:lnTo>
                  <a:pt x="647" y="105"/>
                </a:lnTo>
                <a:lnTo>
                  <a:pt x="654" y="112"/>
                </a:lnTo>
                <a:lnTo>
                  <a:pt x="661" y="120"/>
                </a:lnTo>
                <a:lnTo>
                  <a:pt x="668" y="127"/>
                </a:lnTo>
                <a:lnTo>
                  <a:pt x="675" y="134"/>
                </a:lnTo>
                <a:lnTo>
                  <a:pt x="681" y="142"/>
                </a:lnTo>
                <a:lnTo>
                  <a:pt x="687" y="150"/>
                </a:lnTo>
                <a:lnTo>
                  <a:pt x="693" y="158"/>
                </a:lnTo>
                <a:lnTo>
                  <a:pt x="699" y="166"/>
                </a:lnTo>
                <a:lnTo>
                  <a:pt x="704" y="175"/>
                </a:lnTo>
                <a:lnTo>
                  <a:pt x="710" y="183"/>
                </a:lnTo>
                <a:lnTo>
                  <a:pt x="715" y="192"/>
                </a:lnTo>
                <a:lnTo>
                  <a:pt x="720" y="200"/>
                </a:lnTo>
                <a:lnTo>
                  <a:pt x="724" y="209"/>
                </a:lnTo>
                <a:lnTo>
                  <a:pt x="729" y="218"/>
                </a:lnTo>
                <a:lnTo>
                  <a:pt x="733" y="227"/>
                </a:lnTo>
                <a:lnTo>
                  <a:pt x="737" y="237"/>
                </a:lnTo>
                <a:lnTo>
                  <a:pt x="741" y="246"/>
                </a:lnTo>
                <a:lnTo>
                  <a:pt x="744" y="255"/>
                </a:lnTo>
                <a:lnTo>
                  <a:pt x="747" y="265"/>
                </a:lnTo>
                <a:lnTo>
                  <a:pt x="750" y="274"/>
                </a:lnTo>
                <a:lnTo>
                  <a:pt x="753" y="284"/>
                </a:lnTo>
                <a:lnTo>
                  <a:pt x="756" y="294"/>
                </a:lnTo>
                <a:lnTo>
                  <a:pt x="758" y="304"/>
                </a:lnTo>
                <a:lnTo>
                  <a:pt x="760" y="313"/>
                </a:lnTo>
                <a:lnTo>
                  <a:pt x="762" y="323"/>
                </a:lnTo>
                <a:lnTo>
                  <a:pt x="763" y="333"/>
                </a:lnTo>
                <a:lnTo>
                  <a:pt x="764" y="343"/>
                </a:lnTo>
                <a:lnTo>
                  <a:pt x="765" y="353"/>
                </a:lnTo>
                <a:lnTo>
                  <a:pt x="766" y="363"/>
                </a:lnTo>
                <a:lnTo>
                  <a:pt x="766" y="373"/>
                </a:lnTo>
                <a:lnTo>
                  <a:pt x="766" y="383"/>
                </a:lnTo>
                <a:lnTo>
                  <a:pt x="766" y="393"/>
                </a:lnTo>
                <a:lnTo>
                  <a:pt x="766" y="403"/>
                </a:lnTo>
                <a:lnTo>
                  <a:pt x="765" y="413"/>
                </a:lnTo>
                <a:lnTo>
                  <a:pt x="764" y="423"/>
                </a:lnTo>
                <a:lnTo>
                  <a:pt x="763" y="433"/>
                </a:lnTo>
                <a:lnTo>
                  <a:pt x="762" y="443"/>
                </a:lnTo>
                <a:lnTo>
                  <a:pt x="760" y="453"/>
                </a:lnTo>
                <a:lnTo>
                  <a:pt x="758" y="463"/>
                </a:lnTo>
                <a:lnTo>
                  <a:pt x="756" y="472"/>
                </a:lnTo>
                <a:lnTo>
                  <a:pt x="753" y="482"/>
                </a:lnTo>
                <a:lnTo>
                  <a:pt x="750" y="492"/>
                </a:lnTo>
                <a:lnTo>
                  <a:pt x="747" y="501"/>
                </a:lnTo>
                <a:lnTo>
                  <a:pt x="744" y="511"/>
                </a:lnTo>
                <a:lnTo>
                  <a:pt x="741" y="520"/>
                </a:lnTo>
                <a:lnTo>
                  <a:pt x="737" y="530"/>
                </a:lnTo>
                <a:lnTo>
                  <a:pt x="733" y="539"/>
                </a:lnTo>
                <a:lnTo>
                  <a:pt x="729" y="548"/>
                </a:lnTo>
                <a:lnTo>
                  <a:pt x="724" y="557"/>
                </a:lnTo>
                <a:lnTo>
                  <a:pt x="720" y="566"/>
                </a:lnTo>
                <a:lnTo>
                  <a:pt x="715" y="575"/>
                </a:lnTo>
                <a:lnTo>
                  <a:pt x="710" y="583"/>
                </a:lnTo>
                <a:lnTo>
                  <a:pt x="704" y="592"/>
                </a:lnTo>
                <a:lnTo>
                  <a:pt x="699" y="600"/>
                </a:lnTo>
                <a:lnTo>
                  <a:pt x="693" y="608"/>
                </a:lnTo>
                <a:lnTo>
                  <a:pt x="687" y="616"/>
                </a:lnTo>
                <a:lnTo>
                  <a:pt x="681" y="624"/>
                </a:lnTo>
                <a:lnTo>
                  <a:pt x="675" y="632"/>
                </a:lnTo>
                <a:lnTo>
                  <a:pt x="668" y="639"/>
                </a:lnTo>
                <a:lnTo>
                  <a:pt x="661" y="647"/>
                </a:lnTo>
                <a:lnTo>
                  <a:pt x="654" y="654"/>
                </a:lnTo>
                <a:lnTo>
                  <a:pt x="647" y="661"/>
                </a:lnTo>
                <a:lnTo>
                  <a:pt x="640" y="668"/>
                </a:lnTo>
                <a:lnTo>
                  <a:pt x="632" y="674"/>
                </a:lnTo>
                <a:lnTo>
                  <a:pt x="624" y="681"/>
                </a:lnTo>
                <a:lnTo>
                  <a:pt x="616" y="687"/>
                </a:lnTo>
                <a:lnTo>
                  <a:pt x="608" y="693"/>
                </a:lnTo>
                <a:lnTo>
                  <a:pt x="600" y="699"/>
                </a:lnTo>
                <a:lnTo>
                  <a:pt x="592" y="705"/>
                </a:lnTo>
                <a:lnTo>
                  <a:pt x="583" y="711"/>
                </a:lnTo>
                <a:lnTo>
                  <a:pt x="575" y="716"/>
                </a:lnTo>
                <a:lnTo>
                  <a:pt x="566" y="721"/>
                </a:lnTo>
                <a:lnTo>
                  <a:pt x="557" y="725"/>
                </a:lnTo>
                <a:lnTo>
                  <a:pt x="548" y="730"/>
                </a:lnTo>
                <a:lnTo>
                  <a:pt x="539" y="734"/>
                </a:lnTo>
                <a:lnTo>
                  <a:pt x="530" y="738"/>
                </a:lnTo>
                <a:lnTo>
                  <a:pt x="521" y="742"/>
                </a:lnTo>
                <a:lnTo>
                  <a:pt x="511" y="745"/>
                </a:lnTo>
                <a:lnTo>
                  <a:pt x="502" y="748"/>
                </a:lnTo>
                <a:lnTo>
                  <a:pt x="492" y="751"/>
                </a:lnTo>
                <a:lnTo>
                  <a:pt x="482" y="754"/>
                </a:lnTo>
                <a:lnTo>
                  <a:pt x="473" y="756"/>
                </a:lnTo>
                <a:lnTo>
                  <a:pt x="463" y="759"/>
                </a:lnTo>
                <a:lnTo>
                  <a:pt x="453" y="761"/>
                </a:lnTo>
                <a:lnTo>
                  <a:pt x="443" y="762"/>
                </a:lnTo>
                <a:lnTo>
                  <a:pt x="433" y="764"/>
                </a:lnTo>
                <a:lnTo>
                  <a:pt x="423" y="765"/>
                </a:lnTo>
                <a:lnTo>
                  <a:pt x="413" y="766"/>
                </a:lnTo>
                <a:lnTo>
                  <a:pt x="403" y="766"/>
                </a:lnTo>
                <a:lnTo>
                  <a:pt x="393" y="767"/>
                </a:lnTo>
                <a:lnTo>
                  <a:pt x="383" y="767"/>
                </a:lnTo>
                <a:lnTo>
                  <a:pt x="373" y="767"/>
                </a:lnTo>
                <a:lnTo>
                  <a:pt x="363" y="766"/>
                </a:lnTo>
                <a:lnTo>
                  <a:pt x="353" y="766"/>
                </a:lnTo>
                <a:lnTo>
                  <a:pt x="343" y="765"/>
                </a:lnTo>
                <a:lnTo>
                  <a:pt x="333" y="764"/>
                </a:lnTo>
                <a:lnTo>
                  <a:pt x="323" y="762"/>
                </a:lnTo>
                <a:lnTo>
                  <a:pt x="314" y="761"/>
                </a:lnTo>
                <a:lnTo>
                  <a:pt x="304" y="759"/>
                </a:lnTo>
                <a:lnTo>
                  <a:pt x="294" y="756"/>
                </a:lnTo>
                <a:lnTo>
                  <a:pt x="284" y="754"/>
                </a:lnTo>
                <a:lnTo>
                  <a:pt x="275" y="751"/>
                </a:lnTo>
                <a:lnTo>
                  <a:pt x="265" y="748"/>
                </a:lnTo>
                <a:lnTo>
                  <a:pt x="255" y="745"/>
                </a:lnTo>
                <a:lnTo>
                  <a:pt x="246" y="742"/>
                </a:lnTo>
                <a:lnTo>
                  <a:pt x="237" y="738"/>
                </a:lnTo>
                <a:lnTo>
                  <a:pt x="228" y="734"/>
                </a:lnTo>
                <a:lnTo>
                  <a:pt x="219" y="730"/>
                </a:lnTo>
                <a:lnTo>
                  <a:pt x="210" y="725"/>
                </a:lnTo>
                <a:lnTo>
                  <a:pt x="201" y="721"/>
                </a:lnTo>
                <a:lnTo>
                  <a:pt x="192" y="716"/>
                </a:lnTo>
                <a:lnTo>
                  <a:pt x="183" y="711"/>
                </a:lnTo>
                <a:lnTo>
                  <a:pt x="175" y="705"/>
                </a:lnTo>
                <a:lnTo>
                  <a:pt x="166" y="699"/>
                </a:lnTo>
                <a:lnTo>
                  <a:pt x="158" y="693"/>
                </a:lnTo>
                <a:lnTo>
                  <a:pt x="150" y="687"/>
                </a:lnTo>
                <a:lnTo>
                  <a:pt x="142" y="681"/>
                </a:lnTo>
                <a:lnTo>
                  <a:pt x="135" y="674"/>
                </a:lnTo>
                <a:lnTo>
                  <a:pt x="127" y="668"/>
                </a:lnTo>
                <a:lnTo>
                  <a:pt x="120" y="661"/>
                </a:lnTo>
                <a:lnTo>
                  <a:pt x="113" y="654"/>
                </a:lnTo>
                <a:lnTo>
                  <a:pt x="106" y="647"/>
                </a:lnTo>
                <a:lnTo>
                  <a:pt x="99" y="639"/>
                </a:lnTo>
                <a:lnTo>
                  <a:pt x="91" y="632"/>
                </a:lnTo>
                <a:lnTo>
                  <a:pt x="85" y="624"/>
                </a:lnTo>
                <a:lnTo>
                  <a:pt x="79" y="616"/>
                </a:lnTo>
                <a:lnTo>
                  <a:pt x="73" y="608"/>
                </a:lnTo>
                <a:lnTo>
                  <a:pt x="67" y="600"/>
                </a:lnTo>
                <a:lnTo>
                  <a:pt x="61" y="592"/>
                </a:lnTo>
                <a:lnTo>
                  <a:pt x="56" y="583"/>
                </a:lnTo>
                <a:lnTo>
                  <a:pt x="51" y="575"/>
                </a:lnTo>
                <a:lnTo>
                  <a:pt x="46" y="566"/>
                </a:lnTo>
                <a:lnTo>
                  <a:pt x="41" y="557"/>
                </a:lnTo>
                <a:lnTo>
                  <a:pt x="37" y="548"/>
                </a:lnTo>
                <a:lnTo>
                  <a:pt x="33" y="539"/>
                </a:lnTo>
                <a:lnTo>
                  <a:pt x="29" y="530"/>
                </a:lnTo>
                <a:lnTo>
                  <a:pt x="25" y="520"/>
                </a:lnTo>
                <a:lnTo>
                  <a:pt x="21" y="511"/>
                </a:lnTo>
                <a:lnTo>
                  <a:pt x="18" y="501"/>
                </a:lnTo>
                <a:lnTo>
                  <a:pt x="15" y="492"/>
                </a:lnTo>
                <a:lnTo>
                  <a:pt x="13" y="482"/>
                </a:lnTo>
                <a:lnTo>
                  <a:pt x="10" y="472"/>
                </a:lnTo>
                <a:lnTo>
                  <a:pt x="8" y="463"/>
                </a:lnTo>
                <a:lnTo>
                  <a:pt x="6" y="453"/>
                </a:lnTo>
                <a:lnTo>
                  <a:pt x="4" y="443"/>
                </a:lnTo>
                <a:lnTo>
                  <a:pt x="3" y="433"/>
                </a:lnTo>
                <a:lnTo>
                  <a:pt x="2" y="423"/>
                </a:lnTo>
                <a:lnTo>
                  <a:pt x="1" y="413"/>
                </a:lnTo>
                <a:lnTo>
                  <a:pt x="0" y="403"/>
                </a:lnTo>
                <a:lnTo>
                  <a:pt x="0" y="393"/>
                </a:lnTo>
                <a:lnTo>
                  <a:pt x="0" y="373"/>
                </a:lnTo>
                <a:lnTo>
                  <a:pt x="0" y="363"/>
                </a:lnTo>
                <a:lnTo>
                  <a:pt x="1" y="353"/>
                </a:lnTo>
                <a:lnTo>
                  <a:pt x="2" y="343"/>
                </a:lnTo>
                <a:lnTo>
                  <a:pt x="3" y="333"/>
                </a:lnTo>
                <a:lnTo>
                  <a:pt x="4" y="323"/>
                </a:lnTo>
                <a:lnTo>
                  <a:pt x="6" y="313"/>
                </a:lnTo>
                <a:lnTo>
                  <a:pt x="8" y="304"/>
                </a:lnTo>
                <a:lnTo>
                  <a:pt x="10" y="294"/>
                </a:lnTo>
                <a:lnTo>
                  <a:pt x="13" y="284"/>
                </a:lnTo>
                <a:lnTo>
                  <a:pt x="15" y="274"/>
                </a:lnTo>
                <a:lnTo>
                  <a:pt x="18" y="265"/>
                </a:lnTo>
                <a:lnTo>
                  <a:pt x="21" y="255"/>
                </a:lnTo>
                <a:lnTo>
                  <a:pt x="25" y="246"/>
                </a:lnTo>
                <a:lnTo>
                  <a:pt x="29" y="237"/>
                </a:lnTo>
                <a:lnTo>
                  <a:pt x="33" y="227"/>
                </a:lnTo>
                <a:lnTo>
                  <a:pt x="37" y="218"/>
                </a:lnTo>
                <a:lnTo>
                  <a:pt x="41" y="209"/>
                </a:lnTo>
                <a:lnTo>
                  <a:pt x="46" y="200"/>
                </a:lnTo>
                <a:lnTo>
                  <a:pt x="51" y="192"/>
                </a:lnTo>
                <a:lnTo>
                  <a:pt x="56" y="183"/>
                </a:lnTo>
                <a:lnTo>
                  <a:pt x="61" y="175"/>
                </a:lnTo>
                <a:lnTo>
                  <a:pt x="67" y="166"/>
                </a:lnTo>
                <a:lnTo>
                  <a:pt x="73" y="158"/>
                </a:lnTo>
                <a:lnTo>
                  <a:pt x="79" y="150"/>
                </a:lnTo>
                <a:lnTo>
                  <a:pt x="85" y="142"/>
                </a:lnTo>
                <a:lnTo>
                  <a:pt x="91" y="134"/>
                </a:lnTo>
                <a:lnTo>
                  <a:pt x="99" y="127"/>
                </a:lnTo>
                <a:lnTo>
                  <a:pt x="106" y="120"/>
                </a:lnTo>
                <a:lnTo>
                  <a:pt x="113" y="112"/>
                </a:lnTo>
                <a:lnTo>
                  <a:pt x="120" y="105"/>
                </a:lnTo>
                <a:lnTo>
                  <a:pt x="127" y="99"/>
                </a:lnTo>
                <a:lnTo>
                  <a:pt x="135" y="92"/>
                </a:lnTo>
                <a:lnTo>
                  <a:pt x="142" y="86"/>
                </a:lnTo>
                <a:lnTo>
                  <a:pt x="150" y="79"/>
                </a:lnTo>
                <a:lnTo>
                  <a:pt x="158" y="73"/>
                </a:lnTo>
                <a:lnTo>
                  <a:pt x="166" y="68"/>
                </a:lnTo>
                <a:lnTo>
                  <a:pt x="175" y="62"/>
                </a:lnTo>
                <a:lnTo>
                  <a:pt x="183" y="57"/>
                </a:lnTo>
                <a:lnTo>
                  <a:pt x="192" y="52"/>
                </a:lnTo>
                <a:lnTo>
                  <a:pt x="201" y="47"/>
                </a:lnTo>
                <a:lnTo>
                  <a:pt x="210" y="42"/>
                </a:lnTo>
                <a:lnTo>
                  <a:pt x="219" y="38"/>
                </a:lnTo>
                <a:lnTo>
                  <a:pt x="228" y="33"/>
                </a:lnTo>
                <a:lnTo>
                  <a:pt x="237" y="29"/>
                </a:lnTo>
                <a:lnTo>
                  <a:pt x="246" y="26"/>
                </a:lnTo>
                <a:lnTo>
                  <a:pt x="255" y="22"/>
                </a:lnTo>
                <a:lnTo>
                  <a:pt x="265" y="19"/>
                </a:lnTo>
                <a:lnTo>
                  <a:pt x="275" y="16"/>
                </a:lnTo>
                <a:lnTo>
                  <a:pt x="284" y="13"/>
                </a:lnTo>
                <a:lnTo>
                  <a:pt x="294" y="11"/>
                </a:lnTo>
                <a:lnTo>
                  <a:pt x="304" y="9"/>
                </a:lnTo>
                <a:lnTo>
                  <a:pt x="314" y="7"/>
                </a:lnTo>
                <a:lnTo>
                  <a:pt x="323" y="5"/>
                </a:lnTo>
                <a:lnTo>
                  <a:pt x="333" y="4"/>
                </a:lnTo>
                <a:lnTo>
                  <a:pt x="343" y="2"/>
                </a:lnTo>
                <a:lnTo>
                  <a:pt x="353" y="1"/>
                </a:lnTo>
                <a:lnTo>
                  <a:pt x="363" y="1"/>
                </a:lnTo>
                <a:lnTo>
                  <a:pt x="373" y="0"/>
                </a:lnTo>
                <a:lnTo>
                  <a:pt x="383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3546000" y="3327120"/>
            <a:ext cx="551520" cy="551880"/>
          </a:xfrm>
          <a:custGeom>
            <a:avLst/>
            <a:gdLst/>
            <a:ahLst/>
            <a:rect l="0" t="0" r="r" b="b"/>
            <a:pathLst>
              <a:path fill="none" w="1532" h="1533">
                <a:moveTo>
                  <a:pt x="766" y="0"/>
                </a:moveTo>
                <a:lnTo>
                  <a:pt x="786" y="1"/>
                </a:lnTo>
                <a:lnTo>
                  <a:pt x="806" y="2"/>
                </a:lnTo>
                <a:lnTo>
                  <a:pt x="826" y="3"/>
                </a:lnTo>
                <a:lnTo>
                  <a:pt x="846" y="5"/>
                </a:lnTo>
                <a:lnTo>
                  <a:pt x="866" y="7"/>
                </a:lnTo>
                <a:lnTo>
                  <a:pt x="886" y="10"/>
                </a:lnTo>
                <a:lnTo>
                  <a:pt x="906" y="13"/>
                </a:lnTo>
                <a:lnTo>
                  <a:pt x="926" y="17"/>
                </a:lnTo>
                <a:lnTo>
                  <a:pt x="945" y="22"/>
                </a:lnTo>
                <a:lnTo>
                  <a:pt x="965" y="26"/>
                </a:lnTo>
                <a:lnTo>
                  <a:pt x="984" y="32"/>
                </a:lnTo>
                <a:lnTo>
                  <a:pt x="1003" y="38"/>
                </a:lnTo>
                <a:lnTo>
                  <a:pt x="1022" y="44"/>
                </a:lnTo>
                <a:lnTo>
                  <a:pt x="1041" y="51"/>
                </a:lnTo>
                <a:lnTo>
                  <a:pt x="1059" y="59"/>
                </a:lnTo>
                <a:lnTo>
                  <a:pt x="1078" y="67"/>
                </a:lnTo>
                <a:lnTo>
                  <a:pt x="1096" y="75"/>
                </a:lnTo>
                <a:lnTo>
                  <a:pt x="1114" y="84"/>
                </a:lnTo>
                <a:lnTo>
                  <a:pt x="1132" y="93"/>
                </a:lnTo>
                <a:lnTo>
                  <a:pt x="1149" y="103"/>
                </a:lnTo>
                <a:lnTo>
                  <a:pt x="1166" y="113"/>
                </a:lnTo>
                <a:lnTo>
                  <a:pt x="1183" y="124"/>
                </a:lnTo>
                <a:lnTo>
                  <a:pt x="1200" y="135"/>
                </a:lnTo>
                <a:lnTo>
                  <a:pt x="1216" y="147"/>
                </a:lnTo>
                <a:lnTo>
                  <a:pt x="1233" y="159"/>
                </a:lnTo>
                <a:lnTo>
                  <a:pt x="1248" y="171"/>
                </a:lnTo>
                <a:lnTo>
                  <a:pt x="1264" y="184"/>
                </a:lnTo>
                <a:lnTo>
                  <a:pt x="1279" y="197"/>
                </a:lnTo>
                <a:lnTo>
                  <a:pt x="1293" y="211"/>
                </a:lnTo>
                <a:lnTo>
                  <a:pt x="1308" y="225"/>
                </a:lnTo>
                <a:lnTo>
                  <a:pt x="1322" y="239"/>
                </a:lnTo>
                <a:lnTo>
                  <a:pt x="1335" y="254"/>
                </a:lnTo>
                <a:lnTo>
                  <a:pt x="1349" y="269"/>
                </a:lnTo>
                <a:lnTo>
                  <a:pt x="1361" y="284"/>
                </a:lnTo>
                <a:lnTo>
                  <a:pt x="1374" y="300"/>
                </a:lnTo>
                <a:lnTo>
                  <a:pt x="1386" y="316"/>
                </a:lnTo>
                <a:lnTo>
                  <a:pt x="1397" y="332"/>
                </a:lnTo>
                <a:lnTo>
                  <a:pt x="1409" y="349"/>
                </a:lnTo>
                <a:lnTo>
                  <a:pt x="1419" y="366"/>
                </a:lnTo>
                <a:lnTo>
                  <a:pt x="1429" y="383"/>
                </a:lnTo>
                <a:lnTo>
                  <a:pt x="1439" y="401"/>
                </a:lnTo>
                <a:lnTo>
                  <a:pt x="1449" y="418"/>
                </a:lnTo>
                <a:lnTo>
                  <a:pt x="1457" y="437"/>
                </a:lnTo>
                <a:lnTo>
                  <a:pt x="1466" y="455"/>
                </a:lnTo>
                <a:lnTo>
                  <a:pt x="1474" y="473"/>
                </a:lnTo>
                <a:lnTo>
                  <a:pt x="1481" y="492"/>
                </a:lnTo>
                <a:lnTo>
                  <a:pt x="1488" y="511"/>
                </a:lnTo>
                <a:lnTo>
                  <a:pt x="1495" y="530"/>
                </a:lnTo>
                <a:lnTo>
                  <a:pt x="1501" y="549"/>
                </a:lnTo>
                <a:lnTo>
                  <a:pt x="1506" y="568"/>
                </a:lnTo>
                <a:lnTo>
                  <a:pt x="1511" y="587"/>
                </a:lnTo>
                <a:lnTo>
                  <a:pt x="1515" y="607"/>
                </a:lnTo>
                <a:lnTo>
                  <a:pt x="1519" y="627"/>
                </a:lnTo>
                <a:lnTo>
                  <a:pt x="1523" y="646"/>
                </a:lnTo>
                <a:lnTo>
                  <a:pt x="1526" y="666"/>
                </a:lnTo>
                <a:lnTo>
                  <a:pt x="1528" y="686"/>
                </a:lnTo>
                <a:lnTo>
                  <a:pt x="1530" y="706"/>
                </a:lnTo>
                <a:lnTo>
                  <a:pt x="1531" y="727"/>
                </a:lnTo>
                <a:lnTo>
                  <a:pt x="1532" y="747"/>
                </a:lnTo>
                <a:lnTo>
                  <a:pt x="1532" y="767"/>
                </a:lnTo>
                <a:lnTo>
                  <a:pt x="1532" y="787"/>
                </a:lnTo>
                <a:lnTo>
                  <a:pt x="1531" y="807"/>
                </a:lnTo>
                <a:lnTo>
                  <a:pt x="1530" y="827"/>
                </a:lnTo>
                <a:lnTo>
                  <a:pt x="1528" y="847"/>
                </a:lnTo>
                <a:lnTo>
                  <a:pt x="1526" y="867"/>
                </a:lnTo>
                <a:lnTo>
                  <a:pt x="1523" y="887"/>
                </a:lnTo>
                <a:lnTo>
                  <a:pt x="1519" y="907"/>
                </a:lnTo>
                <a:lnTo>
                  <a:pt x="1515" y="926"/>
                </a:lnTo>
                <a:lnTo>
                  <a:pt x="1511" y="946"/>
                </a:lnTo>
                <a:lnTo>
                  <a:pt x="1506" y="965"/>
                </a:lnTo>
                <a:lnTo>
                  <a:pt x="1501" y="985"/>
                </a:lnTo>
                <a:lnTo>
                  <a:pt x="1495" y="1004"/>
                </a:lnTo>
                <a:lnTo>
                  <a:pt x="1488" y="1023"/>
                </a:lnTo>
                <a:lnTo>
                  <a:pt x="1481" y="1042"/>
                </a:lnTo>
                <a:lnTo>
                  <a:pt x="1474" y="1060"/>
                </a:lnTo>
                <a:lnTo>
                  <a:pt x="1466" y="1079"/>
                </a:lnTo>
                <a:lnTo>
                  <a:pt x="1457" y="1097"/>
                </a:lnTo>
                <a:lnTo>
                  <a:pt x="1449" y="1115"/>
                </a:lnTo>
                <a:lnTo>
                  <a:pt x="1439" y="1132"/>
                </a:lnTo>
                <a:lnTo>
                  <a:pt x="1429" y="1150"/>
                </a:lnTo>
                <a:lnTo>
                  <a:pt x="1419" y="1167"/>
                </a:lnTo>
                <a:lnTo>
                  <a:pt x="1409" y="1184"/>
                </a:lnTo>
                <a:lnTo>
                  <a:pt x="1397" y="1201"/>
                </a:lnTo>
                <a:lnTo>
                  <a:pt x="1386" y="1217"/>
                </a:lnTo>
                <a:lnTo>
                  <a:pt x="1374" y="1233"/>
                </a:lnTo>
                <a:lnTo>
                  <a:pt x="1361" y="1249"/>
                </a:lnTo>
                <a:lnTo>
                  <a:pt x="1349" y="1264"/>
                </a:lnTo>
                <a:lnTo>
                  <a:pt x="1335" y="1280"/>
                </a:lnTo>
                <a:lnTo>
                  <a:pt x="1322" y="1294"/>
                </a:lnTo>
                <a:lnTo>
                  <a:pt x="1308" y="1309"/>
                </a:lnTo>
                <a:lnTo>
                  <a:pt x="1293" y="1323"/>
                </a:lnTo>
                <a:lnTo>
                  <a:pt x="1279" y="1336"/>
                </a:lnTo>
                <a:lnTo>
                  <a:pt x="1264" y="1349"/>
                </a:lnTo>
                <a:lnTo>
                  <a:pt x="1248" y="1362"/>
                </a:lnTo>
                <a:lnTo>
                  <a:pt x="1233" y="1375"/>
                </a:lnTo>
                <a:lnTo>
                  <a:pt x="1216" y="1387"/>
                </a:lnTo>
                <a:lnTo>
                  <a:pt x="1200" y="1398"/>
                </a:lnTo>
                <a:lnTo>
                  <a:pt x="1183" y="1409"/>
                </a:lnTo>
                <a:lnTo>
                  <a:pt x="1166" y="1420"/>
                </a:lnTo>
                <a:lnTo>
                  <a:pt x="1149" y="1430"/>
                </a:lnTo>
                <a:lnTo>
                  <a:pt x="1132" y="1440"/>
                </a:lnTo>
                <a:lnTo>
                  <a:pt x="1114" y="1449"/>
                </a:lnTo>
                <a:lnTo>
                  <a:pt x="1096" y="1458"/>
                </a:lnTo>
                <a:lnTo>
                  <a:pt x="1078" y="1467"/>
                </a:lnTo>
                <a:lnTo>
                  <a:pt x="1059" y="1475"/>
                </a:lnTo>
                <a:lnTo>
                  <a:pt x="1041" y="1482"/>
                </a:lnTo>
                <a:lnTo>
                  <a:pt x="1022" y="1489"/>
                </a:lnTo>
                <a:lnTo>
                  <a:pt x="1003" y="1495"/>
                </a:lnTo>
                <a:lnTo>
                  <a:pt x="984" y="1501"/>
                </a:lnTo>
                <a:lnTo>
                  <a:pt x="965" y="1507"/>
                </a:lnTo>
                <a:lnTo>
                  <a:pt x="945" y="1512"/>
                </a:lnTo>
                <a:lnTo>
                  <a:pt x="926" y="1516"/>
                </a:lnTo>
                <a:lnTo>
                  <a:pt x="906" y="1520"/>
                </a:lnTo>
                <a:lnTo>
                  <a:pt x="886" y="1523"/>
                </a:lnTo>
                <a:lnTo>
                  <a:pt x="866" y="1526"/>
                </a:lnTo>
                <a:lnTo>
                  <a:pt x="846" y="1529"/>
                </a:lnTo>
                <a:lnTo>
                  <a:pt x="826" y="1530"/>
                </a:lnTo>
                <a:lnTo>
                  <a:pt x="806" y="1532"/>
                </a:lnTo>
                <a:lnTo>
                  <a:pt x="786" y="1533"/>
                </a:lnTo>
                <a:lnTo>
                  <a:pt x="766" y="1533"/>
                </a:lnTo>
                <a:lnTo>
                  <a:pt x="746" y="1533"/>
                </a:lnTo>
                <a:lnTo>
                  <a:pt x="726" y="1532"/>
                </a:lnTo>
                <a:lnTo>
                  <a:pt x="706" y="1530"/>
                </a:lnTo>
                <a:lnTo>
                  <a:pt x="686" y="1529"/>
                </a:lnTo>
                <a:lnTo>
                  <a:pt x="666" y="1526"/>
                </a:lnTo>
                <a:lnTo>
                  <a:pt x="647" y="1523"/>
                </a:lnTo>
                <a:lnTo>
                  <a:pt x="627" y="1520"/>
                </a:lnTo>
                <a:lnTo>
                  <a:pt x="607" y="1516"/>
                </a:lnTo>
                <a:lnTo>
                  <a:pt x="588" y="1512"/>
                </a:lnTo>
                <a:lnTo>
                  <a:pt x="568" y="1507"/>
                </a:lnTo>
                <a:lnTo>
                  <a:pt x="549" y="1501"/>
                </a:lnTo>
                <a:lnTo>
                  <a:pt x="530" y="1495"/>
                </a:lnTo>
                <a:lnTo>
                  <a:pt x="511" y="1489"/>
                </a:lnTo>
                <a:lnTo>
                  <a:pt x="492" y="1482"/>
                </a:lnTo>
                <a:lnTo>
                  <a:pt x="473" y="1475"/>
                </a:lnTo>
                <a:lnTo>
                  <a:pt x="455" y="1467"/>
                </a:lnTo>
                <a:lnTo>
                  <a:pt x="437" y="1458"/>
                </a:lnTo>
                <a:lnTo>
                  <a:pt x="419" y="1449"/>
                </a:lnTo>
                <a:lnTo>
                  <a:pt x="401" y="1440"/>
                </a:lnTo>
                <a:lnTo>
                  <a:pt x="384" y="1430"/>
                </a:lnTo>
                <a:lnTo>
                  <a:pt x="366" y="1420"/>
                </a:lnTo>
                <a:lnTo>
                  <a:pt x="349" y="1409"/>
                </a:lnTo>
                <a:lnTo>
                  <a:pt x="333" y="1398"/>
                </a:lnTo>
                <a:lnTo>
                  <a:pt x="316" y="1387"/>
                </a:lnTo>
                <a:lnTo>
                  <a:pt x="300" y="1375"/>
                </a:lnTo>
                <a:lnTo>
                  <a:pt x="284" y="1362"/>
                </a:lnTo>
                <a:lnTo>
                  <a:pt x="269" y="1349"/>
                </a:lnTo>
                <a:lnTo>
                  <a:pt x="254" y="1336"/>
                </a:lnTo>
                <a:lnTo>
                  <a:pt x="239" y="1323"/>
                </a:lnTo>
                <a:lnTo>
                  <a:pt x="225" y="1309"/>
                </a:lnTo>
                <a:lnTo>
                  <a:pt x="211" y="1294"/>
                </a:lnTo>
                <a:lnTo>
                  <a:pt x="197" y="1280"/>
                </a:lnTo>
                <a:lnTo>
                  <a:pt x="184" y="1264"/>
                </a:lnTo>
                <a:lnTo>
                  <a:pt x="171" y="1249"/>
                </a:lnTo>
                <a:lnTo>
                  <a:pt x="159" y="1233"/>
                </a:lnTo>
                <a:lnTo>
                  <a:pt x="147" y="1217"/>
                </a:lnTo>
                <a:lnTo>
                  <a:pt x="135" y="1201"/>
                </a:lnTo>
                <a:lnTo>
                  <a:pt x="124" y="1184"/>
                </a:lnTo>
                <a:lnTo>
                  <a:pt x="113" y="1167"/>
                </a:lnTo>
                <a:lnTo>
                  <a:pt x="103" y="1150"/>
                </a:lnTo>
                <a:lnTo>
                  <a:pt x="92" y="1132"/>
                </a:lnTo>
                <a:lnTo>
                  <a:pt x="83" y="1115"/>
                </a:lnTo>
                <a:lnTo>
                  <a:pt x="74" y="1097"/>
                </a:lnTo>
                <a:lnTo>
                  <a:pt x="66" y="1079"/>
                </a:lnTo>
                <a:lnTo>
                  <a:pt x="58" y="1060"/>
                </a:lnTo>
                <a:lnTo>
                  <a:pt x="50" y="1042"/>
                </a:lnTo>
                <a:lnTo>
                  <a:pt x="44" y="1023"/>
                </a:lnTo>
                <a:lnTo>
                  <a:pt x="37" y="1004"/>
                </a:lnTo>
                <a:lnTo>
                  <a:pt x="31" y="985"/>
                </a:lnTo>
                <a:lnTo>
                  <a:pt x="26" y="965"/>
                </a:lnTo>
                <a:lnTo>
                  <a:pt x="21" y="946"/>
                </a:lnTo>
                <a:lnTo>
                  <a:pt x="16" y="926"/>
                </a:lnTo>
                <a:lnTo>
                  <a:pt x="12" y="907"/>
                </a:lnTo>
                <a:lnTo>
                  <a:pt x="9" y="887"/>
                </a:lnTo>
                <a:lnTo>
                  <a:pt x="6" y="867"/>
                </a:lnTo>
                <a:lnTo>
                  <a:pt x="4" y="847"/>
                </a:lnTo>
                <a:lnTo>
                  <a:pt x="2" y="827"/>
                </a:lnTo>
                <a:lnTo>
                  <a:pt x="1" y="807"/>
                </a:lnTo>
                <a:lnTo>
                  <a:pt x="0" y="787"/>
                </a:lnTo>
                <a:lnTo>
                  <a:pt x="0" y="767"/>
                </a:lnTo>
                <a:lnTo>
                  <a:pt x="0" y="747"/>
                </a:lnTo>
                <a:lnTo>
                  <a:pt x="1" y="727"/>
                </a:lnTo>
                <a:lnTo>
                  <a:pt x="2" y="706"/>
                </a:lnTo>
                <a:lnTo>
                  <a:pt x="4" y="686"/>
                </a:lnTo>
                <a:lnTo>
                  <a:pt x="6" y="666"/>
                </a:lnTo>
                <a:lnTo>
                  <a:pt x="9" y="646"/>
                </a:lnTo>
                <a:lnTo>
                  <a:pt x="12" y="627"/>
                </a:lnTo>
                <a:lnTo>
                  <a:pt x="16" y="607"/>
                </a:lnTo>
                <a:lnTo>
                  <a:pt x="21" y="587"/>
                </a:lnTo>
                <a:lnTo>
                  <a:pt x="26" y="568"/>
                </a:lnTo>
                <a:lnTo>
                  <a:pt x="31" y="549"/>
                </a:lnTo>
                <a:lnTo>
                  <a:pt x="37" y="530"/>
                </a:lnTo>
                <a:lnTo>
                  <a:pt x="44" y="511"/>
                </a:lnTo>
                <a:lnTo>
                  <a:pt x="50" y="492"/>
                </a:lnTo>
                <a:lnTo>
                  <a:pt x="58" y="473"/>
                </a:lnTo>
                <a:lnTo>
                  <a:pt x="66" y="455"/>
                </a:lnTo>
                <a:lnTo>
                  <a:pt x="74" y="437"/>
                </a:lnTo>
                <a:lnTo>
                  <a:pt x="83" y="418"/>
                </a:lnTo>
                <a:lnTo>
                  <a:pt x="92" y="401"/>
                </a:lnTo>
                <a:lnTo>
                  <a:pt x="103" y="383"/>
                </a:lnTo>
                <a:lnTo>
                  <a:pt x="113" y="366"/>
                </a:lnTo>
                <a:lnTo>
                  <a:pt x="124" y="349"/>
                </a:lnTo>
                <a:lnTo>
                  <a:pt x="135" y="332"/>
                </a:lnTo>
                <a:lnTo>
                  <a:pt x="147" y="316"/>
                </a:lnTo>
                <a:lnTo>
                  <a:pt x="159" y="300"/>
                </a:lnTo>
                <a:lnTo>
                  <a:pt x="171" y="284"/>
                </a:lnTo>
                <a:lnTo>
                  <a:pt x="184" y="269"/>
                </a:lnTo>
                <a:lnTo>
                  <a:pt x="197" y="254"/>
                </a:lnTo>
                <a:lnTo>
                  <a:pt x="211" y="239"/>
                </a:lnTo>
                <a:lnTo>
                  <a:pt x="225" y="225"/>
                </a:lnTo>
                <a:lnTo>
                  <a:pt x="239" y="211"/>
                </a:lnTo>
                <a:lnTo>
                  <a:pt x="254" y="197"/>
                </a:lnTo>
                <a:lnTo>
                  <a:pt x="269" y="184"/>
                </a:lnTo>
                <a:lnTo>
                  <a:pt x="284" y="171"/>
                </a:lnTo>
                <a:lnTo>
                  <a:pt x="300" y="159"/>
                </a:lnTo>
                <a:lnTo>
                  <a:pt x="316" y="147"/>
                </a:lnTo>
                <a:lnTo>
                  <a:pt x="333" y="135"/>
                </a:lnTo>
                <a:lnTo>
                  <a:pt x="349" y="124"/>
                </a:lnTo>
                <a:lnTo>
                  <a:pt x="366" y="113"/>
                </a:lnTo>
                <a:lnTo>
                  <a:pt x="384" y="103"/>
                </a:lnTo>
                <a:lnTo>
                  <a:pt x="401" y="93"/>
                </a:lnTo>
                <a:lnTo>
                  <a:pt x="419" y="84"/>
                </a:lnTo>
                <a:lnTo>
                  <a:pt x="437" y="75"/>
                </a:lnTo>
                <a:lnTo>
                  <a:pt x="455" y="67"/>
                </a:lnTo>
                <a:lnTo>
                  <a:pt x="473" y="59"/>
                </a:lnTo>
                <a:lnTo>
                  <a:pt x="492" y="51"/>
                </a:lnTo>
                <a:lnTo>
                  <a:pt x="511" y="44"/>
                </a:lnTo>
                <a:lnTo>
                  <a:pt x="530" y="38"/>
                </a:lnTo>
                <a:lnTo>
                  <a:pt x="549" y="32"/>
                </a:lnTo>
                <a:lnTo>
                  <a:pt x="568" y="26"/>
                </a:lnTo>
                <a:lnTo>
                  <a:pt x="588" y="22"/>
                </a:lnTo>
                <a:lnTo>
                  <a:pt x="607" y="17"/>
                </a:lnTo>
                <a:lnTo>
                  <a:pt x="627" y="13"/>
                </a:lnTo>
                <a:lnTo>
                  <a:pt x="647" y="10"/>
                </a:lnTo>
                <a:lnTo>
                  <a:pt x="666" y="7"/>
                </a:lnTo>
                <a:lnTo>
                  <a:pt x="686" y="5"/>
                </a:lnTo>
                <a:lnTo>
                  <a:pt x="706" y="3"/>
                </a:lnTo>
                <a:lnTo>
                  <a:pt x="726" y="2"/>
                </a:lnTo>
                <a:lnTo>
                  <a:pt x="746" y="1"/>
                </a:lnTo>
                <a:lnTo>
                  <a:pt x="766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3408120" y="3189600"/>
            <a:ext cx="827280" cy="827280"/>
          </a:xfrm>
          <a:custGeom>
            <a:avLst/>
            <a:gdLst/>
            <a:ahLst/>
            <a:rect l="0" t="0" r="r" b="b"/>
            <a:pathLst>
              <a:path fill="none" w="2298" h="2298">
                <a:moveTo>
                  <a:pt x="1149" y="0"/>
                </a:moveTo>
                <a:lnTo>
                  <a:pt x="1179" y="0"/>
                </a:lnTo>
                <a:lnTo>
                  <a:pt x="1209" y="1"/>
                </a:lnTo>
                <a:lnTo>
                  <a:pt x="1239" y="3"/>
                </a:lnTo>
                <a:lnTo>
                  <a:pt x="1269" y="6"/>
                </a:lnTo>
                <a:lnTo>
                  <a:pt x="1299" y="9"/>
                </a:lnTo>
                <a:lnTo>
                  <a:pt x="1329" y="14"/>
                </a:lnTo>
                <a:lnTo>
                  <a:pt x="1359" y="19"/>
                </a:lnTo>
                <a:lnTo>
                  <a:pt x="1388" y="25"/>
                </a:lnTo>
                <a:lnTo>
                  <a:pt x="1418" y="31"/>
                </a:lnTo>
                <a:lnTo>
                  <a:pt x="1447" y="39"/>
                </a:lnTo>
                <a:lnTo>
                  <a:pt x="1476" y="47"/>
                </a:lnTo>
                <a:lnTo>
                  <a:pt x="1504" y="56"/>
                </a:lnTo>
                <a:lnTo>
                  <a:pt x="1533" y="65"/>
                </a:lnTo>
                <a:lnTo>
                  <a:pt x="1561" y="76"/>
                </a:lnTo>
                <a:lnTo>
                  <a:pt x="1589" y="87"/>
                </a:lnTo>
                <a:lnTo>
                  <a:pt x="1617" y="99"/>
                </a:lnTo>
                <a:lnTo>
                  <a:pt x="1644" y="111"/>
                </a:lnTo>
                <a:lnTo>
                  <a:pt x="1671" y="125"/>
                </a:lnTo>
                <a:lnTo>
                  <a:pt x="1697" y="139"/>
                </a:lnTo>
                <a:lnTo>
                  <a:pt x="1724" y="153"/>
                </a:lnTo>
                <a:lnTo>
                  <a:pt x="1750" y="169"/>
                </a:lnTo>
                <a:lnTo>
                  <a:pt x="1775" y="185"/>
                </a:lnTo>
                <a:lnTo>
                  <a:pt x="1800" y="202"/>
                </a:lnTo>
                <a:lnTo>
                  <a:pt x="1824" y="219"/>
                </a:lnTo>
                <a:lnTo>
                  <a:pt x="1849" y="237"/>
                </a:lnTo>
                <a:lnTo>
                  <a:pt x="1872" y="255"/>
                </a:lnTo>
                <a:lnTo>
                  <a:pt x="1895" y="275"/>
                </a:lnTo>
                <a:lnTo>
                  <a:pt x="1918" y="295"/>
                </a:lnTo>
                <a:lnTo>
                  <a:pt x="1940" y="315"/>
                </a:lnTo>
                <a:lnTo>
                  <a:pt x="1962" y="336"/>
                </a:lnTo>
                <a:lnTo>
                  <a:pt x="1983" y="357"/>
                </a:lnTo>
                <a:lnTo>
                  <a:pt x="2003" y="380"/>
                </a:lnTo>
                <a:lnTo>
                  <a:pt x="2023" y="402"/>
                </a:lnTo>
                <a:lnTo>
                  <a:pt x="2042" y="425"/>
                </a:lnTo>
                <a:lnTo>
                  <a:pt x="2061" y="449"/>
                </a:lnTo>
                <a:lnTo>
                  <a:pt x="2079" y="473"/>
                </a:lnTo>
                <a:lnTo>
                  <a:pt x="2096" y="498"/>
                </a:lnTo>
                <a:lnTo>
                  <a:pt x="2113" y="523"/>
                </a:lnTo>
                <a:lnTo>
                  <a:pt x="2129" y="548"/>
                </a:lnTo>
                <a:lnTo>
                  <a:pt x="2144" y="574"/>
                </a:lnTo>
                <a:lnTo>
                  <a:pt x="2159" y="600"/>
                </a:lnTo>
                <a:lnTo>
                  <a:pt x="2173" y="627"/>
                </a:lnTo>
                <a:lnTo>
                  <a:pt x="2186" y="654"/>
                </a:lnTo>
                <a:lnTo>
                  <a:pt x="2199" y="681"/>
                </a:lnTo>
                <a:lnTo>
                  <a:pt x="2210" y="709"/>
                </a:lnTo>
                <a:lnTo>
                  <a:pt x="2222" y="737"/>
                </a:lnTo>
                <a:lnTo>
                  <a:pt x="2232" y="765"/>
                </a:lnTo>
                <a:lnTo>
                  <a:pt x="2242" y="793"/>
                </a:lnTo>
                <a:lnTo>
                  <a:pt x="2251" y="822"/>
                </a:lnTo>
                <a:lnTo>
                  <a:pt x="2259" y="851"/>
                </a:lnTo>
                <a:lnTo>
                  <a:pt x="2266" y="880"/>
                </a:lnTo>
                <a:lnTo>
                  <a:pt x="2273" y="909"/>
                </a:lnTo>
                <a:lnTo>
                  <a:pt x="2279" y="939"/>
                </a:lnTo>
                <a:lnTo>
                  <a:pt x="2284" y="968"/>
                </a:lnTo>
                <a:lnTo>
                  <a:pt x="2288" y="998"/>
                </a:lnTo>
                <a:lnTo>
                  <a:pt x="2292" y="1028"/>
                </a:lnTo>
                <a:lnTo>
                  <a:pt x="2294" y="1058"/>
                </a:lnTo>
                <a:lnTo>
                  <a:pt x="2296" y="1088"/>
                </a:lnTo>
                <a:lnTo>
                  <a:pt x="2298" y="1118"/>
                </a:lnTo>
                <a:lnTo>
                  <a:pt x="2298" y="1148"/>
                </a:lnTo>
                <a:lnTo>
                  <a:pt x="2298" y="1178"/>
                </a:lnTo>
                <a:lnTo>
                  <a:pt x="2296" y="1208"/>
                </a:lnTo>
                <a:lnTo>
                  <a:pt x="2294" y="1238"/>
                </a:lnTo>
                <a:lnTo>
                  <a:pt x="2292" y="1268"/>
                </a:lnTo>
                <a:lnTo>
                  <a:pt x="2288" y="1298"/>
                </a:lnTo>
                <a:lnTo>
                  <a:pt x="2284" y="1328"/>
                </a:lnTo>
                <a:lnTo>
                  <a:pt x="2279" y="1358"/>
                </a:lnTo>
                <a:lnTo>
                  <a:pt x="2273" y="1387"/>
                </a:lnTo>
                <a:lnTo>
                  <a:pt x="2266" y="1416"/>
                </a:lnTo>
                <a:lnTo>
                  <a:pt x="2259" y="1445"/>
                </a:lnTo>
                <a:lnTo>
                  <a:pt x="2251" y="1474"/>
                </a:lnTo>
                <a:lnTo>
                  <a:pt x="2242" y="1504"/>
                </a:lnTo>
                <a:lnTo>
                  <a:pt x="2232" y="1533"/>
                </a:lnTo>
                <a:lnTo>
                  <a:pt x="2222" y="1561"/>
                </a:lnTo>
                <a:lnTo>
                  <a:pt x="2210" y="1589"/>
                </a:lnTo>
                <a:lnTo>
                  <a:pt x="2199" y="1616"/>
                </a:lnTo>
                <a:lnTo>
                  <a:pt x="2186" y="1644"/>
                </a:lnTo>
                <a:lnTo>
                  <a:pt x="2173" y="1671"/>
                </a:lnTo>
                <a:lnTo>
                  <a:pt x="2159" y="1697"/>
                </a:lnTo>
                <a:lnTo>
                  <a:pt x="2144" y="1723"/>
                </a:lnTo>
                <a:lnTo>
                  <a:pt x="2129" y="1749"/>
                </a:lnTo>
                <a:lnTo>
                  <a:pt x="2113" y="1775"/>
                </a:lnTo>
                <a:lnTo>
                  <a:pt x="2096" y="1800"/>
                </a:lnTo>
                <a:lnTo>
                  <a:pt x="2079" y="1824"/>
                </a:lnTo>
                <a:lnTo>
                  <a:pt x="2061" y="1848"/>
                </a:lnTo>
                <a:lnTo>
                  <a:pt x="2042" y="1872"/>
                </a:lnTo>
                <a:lnTo>
                  <a:pt x="2023" y="1895"/>
                </a:lnTo>
                <a:lnTo>
                  <a:pt x="2003" y="1918"/>
                </a:lnTo>
                <a:lnTo>
                  <a:pt x="1983" y="1940"/>
                </a:lnTo>
                <a:lnTo>
                  <a:pt x="1962" y="1961"/>
                </a:lnTo>
                <a:lnTo>
                  <a:pt x="1940" y="1982"/>
                </a:lnTo>
                <a:lnTo>
                  <a:pt x="1918" y="2003"/>
                </a:lnTo>
                <a:lnTo>
                  <a:pt x="1895" y="2023"/>
                </a:lnTo>
                <a:lnTo>
                  <a:pt x="1872" y="2042"/>
                </a:lnTo>
                <a:lnTo>
                  <a:pt x="1849" y="2060"/>
                </a:lnTo>
                <a:lnTo>
                  <a:pt x="1824" y="2078"/>
                </a:lnTo>
                <a:lnTo>
                  <a:pt x="1800" y="2096"/>
                </a:lnTo>
                <a:lnTo>
                  <a:pt x="1775" y="2112"/>
                </a:lnTo>
                <a:lnTo>
                  <a:pt x="1750" y="2128"/>
                </a:lnTo>
                <a:lnTo>
                  <a:pt x="1724" y="2144"/>
                </a:lnTo>
                <a:lnTo>
                  <a:pt x="1697" y="2159"/>
                </a:lnTo>
                <a:lnTo>
                  <a:pt x="1671" y="2173"/>
                </a:lnTo>
                <a:lnTo>
                  <a:pt x="1644" y="2186"/>
                </a:lnTo>
                <a:lnTo>
                  <a:pt x="1617" y="2198"/>
                </a:lnTo>
                <a:lnTo>
                  <a:pt x="1589" y="2210"/>
                </a:lnTo>
                <a:lnTo>
                  <a:pt x="1561" y="2221"/>
                </a:lnTo>
                <a:lnTo>
                  <a:pt x="1533" y="2232"/>
                </a:lnTo>
                <a:lnTo>
                  <a:pt x="1504" y="2242"/>
                </a:lnTo>
                <a:lnTo>
                  <a:pt x="1476" y="2250"/>
                </a:lnTo>
                <a:lnTo>
                  <a:pt x="1447" y="2259"/>
                </a:lnTo>
                <a:lnTo>
                  <a:pt x="1418" y="2266"/>
                </a:lnTo>
                <a:lnTo>
                  <a:pt x="1388" y="2273"/>
                </a:lnTo>
                <a:lnTo>
                  <a:pt x="1359" y="2279"/>
                </a:lnTo>
                <a:lnTo>
                  <a:pt x="1329" y="2284"/>
                </a:lnTo>
                <a:lnTo>
                  <a:pt x="1299" y="2288"/>
                </a:lnTo>
                <a:lnTo>
                  <a:pt x="1269" y="2291"/>
                </a:lnTo>
                <a:lnTo>
                  <a:pt x="1239" y="2294"/>
                </a:lnTo>
                <a:lnTo>
                  <a:pt x="1209" y="2296"/>
                </a:lnTo>
                <a:lnTo>
                  <a:pt x="1179" y="2297"/>
                </a:lnTo>
                <a:lnTo>
                  <a:pt x="1149" y="2298"/>
                </a:lnTo>
                <a:lnTo>
                  <a:pt x="1119" y="2297"/>
                </a:lnTo>
                <a:lnTo>
                  <a:pt x="1089" y="2296"/>
                </a:lnTo>
                <a:lnTo>
                  <a:pt x="1059" y="2294"/>
                </a:lnTo>
                <a:lnTo>
                  <a:pt x="1029" y="2291"/>
                </a:lnTo>
                <a:lnTo>
                  <a:pt x="999" y="2288"/>
                </a:lnTo>
                <a:lnTo>
                  <a:pt x="970" y="2284"/>
                </a:lnTo>
                <a:lnTo>
                  <a:pt x="940" y="2279"/>
                </a:lnTo>
                <a:lnTo>
                  <a:pt x="911" y="2273"/>
                </a:lnTo>
                <a:lnTo>
                  <a:pt x="881" y="2266"/>
                </a:lnTo>
                <a:lnTo>
                  <a:pt x="851" y="2259"/>
                </a:lnTo>
                <a:lnTo>
                  <a:pt x="822" y="2250"/>
                </a:lnTo>
                <a:lnTo>
                  <a:pt x="793" y="2242"/>
                </a:lnTo>
                <a:lnTo>
                  <a:pt x="765" y="2232"/>
                </a:lnTo>
                <a:lnTo>
                  <a:pt x="737" y="2221"/>
                </a:lnTo>
                <a:lnTo>
                  <a:pt x="709" y="2210"/>
                </a:lnTo>
                <a:lnTo>
                  <a:pt x="681" y="2198"/>
                </a:lnTo>
                <a:lnTo>
                  <a:pt x="654" y="2186"/>
                </a:lnTo>
                <a:lnTo>
                  <a:pt x="627" y="2173"/>
                </a:lnTo>
                <a:lnTo>
                  <a:pt x="600" y="2159"/>
                </a:lnTo>
                <a:lnTo>
                  <a:pt x="574" y="2144"/>
                </a:lnTo>
                <a:lnTo>
                  <a:pt x="548" y="2128"/>
                </a:lnTo>
                <a:lnTo>
                  <a:pt x="523" y="2112"/>
                </a:lnTo>
                <a:lnTo>
                  <a:pt x="498" y="2096"/>
                </a:lnTo>
                <a:lnTo>
                  <a:pt x="473" y="2078"/>
                </a:lnTo>
                <a:lnTo>
                  <a:pt x="449" y="2060"/>
                </a:lnTo>
                <a:lnTo>
                  <a:pt x="425" y="2042"/>
                </a:lnTo>
                <a:lnTo>
                  <a:pt x="402" y="2023"/>
                </a:lnTo>
                <a:lnTo>
                  <a:pt x="380" y="2003"/>
                </a:lnTo>
                <a:lnTo>
                  <a:pt x="358" y="1982"/>
                </a:lnTo>
                <a:lnTo>
                  <a:pt x="336" y="1961"/>
                </a:lnTo>
                <a:lnTo>
                  <a:pt x="315" y="1940"/>
                </a:lnTo>
                <a:lnTo>
                  <a:pt x="295" y="1918"/>
                </a:lnTo>
                <a:lnTo>
                  <a:pt x="275" y="1895"/>
                </a:lnTo>
                <a:lnTo>
                  <a:pt x="256" y="1872"/>
                </a:lnTo>
                <a:lnTo>
                  <a:pt x="237" y="1848"/>
                </a:lnTo>
                <a:lnTo>
                  <a:pt x="219" y="1824"/>
                </a:lnTo>
                <a:lnTo>
                  <a:pt x="202" y="1800"/>
                </a:lnTo>
                <a:lnTo>
                  <a:pt x="185" y="1775"/>
                </a:lnTo>
                <a:lnTo>
                  <a:pt x="169" y="1749"/>
                </a:lnTo>
                <a:lnTo>
                  <a:pt x="154" y="1723"/>
                </a:lnTo>
                <a:lnTo>
                  <a:pt x="139" y="1697"/>
                </a:lnTo>
                <a:lnTo>
                  <a:pt x="125" y="1671"/>
                </a:lnTo>
                <a:lnTo>
                  <a:pt x="112" y="1644"/>
                </a:lnTo>
                <a:lnTo>
                  <a:pt x="99" y="1616"/>
                </a:lnTo>
                <a:lnTo>
                  <a:pt x="87" y="1589"/>
                </a:lnTo>
                <a:lnTo>
                  <a:pt x="76" y="1561"/>
                </a:lnTo>
                <a:lnTo>
                  <a:pt x="66" y="1533"/>
                </a:lnTo>
                <a:lnTo>
                  <a:pt x="56" y="1504"/>
                </a:lnTo>
                <a:lnTo>
                  <a:pt x="47" y="1474"/>
                </a:lnTo>
                <a:lnTo>
                  <a:pt x="39" y="1445"/>
                </a:lnTo>
                <a:lnTo>
                  <a:pt x="31" y="1416"/>
                </a:lnTo>
                <a:lnTo>
                  <a:pt x="25" y="1387"/>
                </a:lnTo>
                <a:lnTo>
                  <a:pt x="19" y="1358"/>
                </a:lnTo>
                <a:lnTo>
                  <a:pt x="14" y="1328"/>
                </a:lnTo>
                <a:lnTo>
                  <a:pt x="10" y="1298"/>
                </a:lnTo>
                <a:lnTo>
                  <a:pt x="6" y="1268"/>
                </a:lnTo>
                <a:lnTo>
                  <a:pt x="3" y="1238"/>
                </a:lnTo>
                <a:lnTo>
                  <a:pt x="1" y="1208"/>
                </a:lnTo>
                <a:lnTo>
                  <a:pt x="0" y="1178"/>
                </a:lnTo>
                <a:lnTo>
                  <a:pt x="0" y="1148"/>
                </a:lnTo>
                <a:lnTo>
                  <a:pt x="0" y="1118"/>
                </a:lnTo>
                <a:lnTo>
                  <a:pt x="1" y="1088"/>
                </a:lnTo>
                <a:lnTo>
                  <a:pt x="3" y="1058"/>
                </a:lnTo>
                <a:lnTo>
                  <a:pt x="6" y="1028"/>
                </a:lnTo>
                <a:lnTo>
                  <a:pt x="10" y="998"/>
                </a:lnTo>
                <a:lnTo>
                  <a:pt x="14" y="968"/>
                </a:lnTo>
                <a:lnTo>
                  <a:pt x="19" y="939"/>
                </a:lnTo>
                <a:lnTo>
                  <a:pt x="25" y="909"/>
                </a:lnTo>
                <a:lnTo>
                  <a:pt x="31" y="880"/>
                </a:lnTo>
                <a:lnTo>
                  <a:pt x="39" y="851"/>
                </a:lnTo>
                <a:lnTo>
                  <a:pt x="47" y="822"/>
                </a:lnTo>
                <a:lnTo>
                  <a:pt x="56" y="793"/>
                </a:lnTo>
                <a:lnTo>
                  <a:pt x="66" y="765"/>
                </a:lnTo>
                <a:lnTo>
                  <a:pt x="76" y="737"/>
                </a:lnTo>
                <a:lnTo>
                  <a:pt x="87" y="709"/>
                </a:lnTo>
                <a:lnTo>
                  <a:pt x="99" y="681"/>
                </a:lnTo>
                <a:lnTo>
                  <a:pt x="112" y="654"/>
                </a:lnTo>
                <a:lnTo>
                  <a:pt x="125" y="627"/>
                </a:lnTo>
                <a:lnTo>
                  <a:pt x="139" y="600"/>
                </a:lnTo>
                <a:lnTo>
                  <a:pt x="154" y="574"/>
                </a:lnTo>
                <a:lnTo>
                  <a:pt x="169" y="548"/>
                </a:lnTo>
                <a:lnTo>
                  <a:pt x="185" y="523"/>
                </a:lnTo>
                <a:lnTo>
                  <a:pt x="202" y="498"/>
                </a:lnTo>
                <a:lnTo>
                  <a:pt x="219" y="473"/>
                </a:lnTo>
                <a:lnTo>
                  <a:pt x="237" y="449"/>
                </a:lnTo>
                <a:lnTo>
                  <a:pt x="256" y="425"/>
                </a:lnTo>
                <a:lnTo>
                  <a:pt x="275" y="402"/>
                </a:lnTo>
                <a:lnTo>
                  <a:pt x="295" y="380"/>
                </a:lnTo>
                <a:lnTo>
                  <a:pt x="315" y="357"/>
                </a:lnTo>
                <a:lnTo>
                  <a:pt x="336" y="336"/>
                </a:lnTo>
                <a:lnTo>
                  <a:pt x="358" y="315"/>
                </a:lnTo>
                <a:lnTo>
                  <a:pt x="380" y="295"/>
                </a:lnTo>
                <a:lnTo>
                  <a:pt x="402" y="275"/>
                </a:lnTo>
                <a:lnTo>
                  <a:pt x="425" y="255"/>
                </a:lnTo>
                <a:lnTo>
                  <a:pt x="449" y="237"/>
                </a:lnTo>
                <a:lnTo>
                  <a:pt x="473" y="219"/>
                </a:lnTo>
                <a:lnTo>
                  <a:pt x="498" y="202"/>
                </a:lnTo>
                <a:lnTo>
                  <a:pt x="523" y="185"/>
                </a:lnTo>
                <a:lnTo>
                  <a:pt x="548" y="169"/>
                </a:lnTo>
                <a:lnTo>
                  <a:pt x="574" y="153"/>
                </a:lnTo>
                <a:lnTo>
                  <a:pt x="600" y="139"/>
                </a:lnTo>
                <a:lnTo>
                  <a:pt x="627" y="125"/>
                </a:lnTo>
                <a:lnTo>
                  <a:pt x="654" y="111"/>
                </a:lnTo>
                <a:lnTo>
                  <a:pt x="681" y="99"/>
                </a:lnTo>
                <a:lnTo>
                  <a:pt x="709" y="87"/>
                </a:lnTo>
                <a:lnTo>
                  <a:pt x="737" y="76"/>
                </a:lnTo>
                <a:lnTo>
                  <a:pt x="765" y="65"/>
                </a:lnTo>
                <a:lnTo>
                  <a:pt x="793" y="56"/>
                </a:lnTo>
                <a:lnTo>
                  <a:pt x="822" y="47"/>
                </a:lnTo>
                <a:lnTo>
                  <a:pt x="851" y="39"/>
                </a:lnTo>
                <a:lnTo>
                  <a:pt x="881" y="31"/>
                </a:lnTo>
                <a:lnTo>
                  <a:pt x="911" y="25"/>
                </a:lnTo>
                <a:lnTo>
                  <a:pt x="940" y="19"/>
                </a:lnTo>
                <a:lnTo>
                  <a:pt x="970" y="14"/>
                </a:lnTo>
                <a:lnTo>
                  <a:pt x="999" y="9"/>
                </a:lnTo>
                <a:lnTo>
                  <a:pt x="1029" y="6"/>
                </a:lnTo>
                <a:lnTo>
                  <a:pt x="1059" y="3"/>
                </a:lnTo>
                <a:lnTo>
                  <a:pt x="1089" y="1"/>
                </a:lnTo>
                <a:lnTo>
                  <a:pt x="1119" y="0"/>
                </a:lnTo>
                <a:lnTo>
                  <a:pt x="1149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 flipV="1">
            <a:off x="3821400" y="3189600"/>
            <a:ext cx="0" cy="4132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 flipV="1">
            <a:off x="3821400" y="3310560"/>
            <a:ext cx="29304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821400" y="3602880"/>
            <a:ext cx="41364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821400" y="3602880"/>
            <a:ext cx="29304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3821400" y="3602880"/>
            <a:ext cx="0" cy="41364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 flipH="1">
            <a:off x="3529080" y="360288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 flipH="1">
            <a:off x="3408120" y="3602880"/>
            <a:ext cx="41328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 flipH="1" flipV="1">
            <a:off x="3529080" y="331056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3775680" y="3404880"/>
            <a:ext cx="282960" cy="244080"/>
          </a:xfrm>
          <a:custGeom>
            <a:avLst/>
            <a:gdLst/>
            <a:ahLst/>
            <a:rect l="0" t="0" r="r" b="b"/>
            <a:pathLst>
              <a:path w="786" h="678">
                <a:moveTo>
                  <a:pt x="128" y="551"/>
                </a:moveTo>
                <a:lnTo>
                  <a:pt x="678" y="0"/>
                </a:lnTo>
                <a:lnTo>
                  <a:pt x="786" y="551"/>
                </a:lnTo>
                <a:lnTo>
                  <a:pt x="255" y="678"/>
                </a:lnTo>
                <a:lnTo>
                  <a:pt x="128" y="611"/>
                </a:lnTo>
                <a:lnTo>
                  <a:pt x="0" y="678"/>
                </a:lnTo>
                <a:lnTo>
                  <a:pt x="68" y="551"/>
                </a:lnTo>
                <a:lnTo>
                  <a:pt x="128" y="551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3775680" y="3404880"/>
            <a:ext cx="282960" cy="244080"/>
          </a:xfrm>
          <a:custGeom>
            <a:avLst/>
            <a:gdLst/>
            <a:ahLst/>
            <a:rect l="0" t="0" r="r" b="b"/>
            <a:pathLst>
              <a:path fill="none" w="786" h="678">
                <a:moveTo>
                  <a:pt x="128" y="551"/>
                </a:moveTo>
                <a:lnTo>
                  <a:pt x="678" y="0"/>
                </a:lnTo>
                <a:lnTo>
                  <a:pt x="786" y="551"/>
                </a:lnTo>
                <a:lnTo>
                  <a:pt x="255" y="678"/>
                </a:lnTo>
                <a:lnTo>
                  <a:pt x="128" y="611"/>
                </a:lnTo>
                <a:lnTo>
                  <a:pt x="0" y="678"/>
                </a:lnTo>
                <a:lnTo>
                  <a:pt x="68" y="551"/>
                </a:lnTo>
                <a:lnTo>
                  <a:pt x="128" y="551"/>
                </a:lnTo>
              </a:path>
            </a:pathLst>
          </a:custGeom>
          <a:ln w="11880">
            <a:solidFill>
              <a:srgbClr val="1A1A1A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223380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3796200" y="30927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425592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796200" y="4024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4385520" y="3089520"/>
            <a:ext cx="1027080" cy="1027080"/>
          </a:xfrm>
          <a:custGeom>
            <a:avLst/>
            <a:gdLst/>
            <a:ahLst/>
            <a:rect l="0" t="0" r="r" b="b"/>
            <a:pathLst>
              <a:path w="2853" h="2853">
                <a:moveTo>
                  <a:pt x="0" y="0"/>
                </a:moveTo>
                <a:lnTo>
                  <a:pt x="2853" y="0"/>
                </a:lnTo>
                <a:lnTo>
                  <a:pt x="2853" y="2853"/>
                </a:lnTo>
                <a:lnTo>
                  <a:pt x="0" y="2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4761000" y="3465000"/>
            <a:ext cx="276120" cy="276120"/>
          </a:xfrm>
          <a:custGeom>
            <a:avLst/>
            <a:gdLst/>
            <a:ahLst/>
            <a:rect l="0" t="0" r="r" b="b"/>
            <a:pathLst>
              <a:path fill="none" w="767" h="767">
                <a:moveTo>
                  <a:pt x="384" y="0"/>
                </a:moveTo>
                <a:lnTo>
                  <a:pt x="394" y="0"/>
                </a:lnTo>
                <a:lnTo>
                  <a:pt x="404" y="1"/>
                </a:lnTo>
                <a:lnTo>
                  <a:pt x="414" y="1"/>
                </a:lnTo>
                <a:lnTo>
                  <a:pt x="424" y="2"/>
                </a:lnTo>
                <a:lnTo>
                  <a:pt x="434" y="4"/>
                </a:lnTo>
                <a:lnTo>
                  <a:pt x="444" y="5"/>
                </a:lnTo>
                <a:lnTo>
                  <a:pt x="454" y="7"/>
                </a:lnTo>
                <a:lnTo>
                  <a:pt x="464" y="9"/>
                </a:lnTo>
                <a:lnTo>
                  <a:pt x="474" y="11"/>
                </a:lnTo>
                <a:lnTo>
                  <a:pt x="483" y="13"/>
                </a:lnTo>
                <a:lnTo>
                  <a:pt x="493" y="16"/>
                </a:lnTo>
                <a:lnTo>
                  <a:pt x="503" y="19"/>
                </a:lnTo>
                <a:lnTo>
                  <a:pt x="512" y="22"/>
                </a:lnTo>
                <a:lnTo>
                  <a:pt x="521" y="26"/>
                </a:lnTo>
                <a:lnTo>
                  <a:pt x="531" y="29"/>
                </a:lnTo>
                <a:lnTo>
                  <a:pt x="540" y="33"/>
                </a:lnTo>
                <a:lnTo>
                  <a:pt x="549" y="38"/>
                </a:lnTo>
                <a:lnTo>
                  <a:pt x="558" y="42"/>
                </a:lnTo>
                <a:lnTo>
                  <a:pt x="567" y="47"/>
                </a:lnTo>
                <a:lnTo>
                  <a:pt x="576" y="52"/>
                </a:lnTo>
                <a:lnTo>
                  <a:pt x="584" y="57"/>
                </a:lnTo>
                <a:lnTo>
                  <a:pt x="593" y="62"/>
                </a:lnTo>
                <a:lnTo>
                  <a:pt x="601" y="68"/>
                </a:lnTo>
                <a:lnTo>
                  <a:pt x="609" y="73"/>
                </a:lnTo>
                <a:lnTo>
                  <a:pt x="617" y="79"/>
                </a:lnTo>
                <a:lnTo>
                  <a:pt x="625" y="86"/>
                </a:lnTo>
                <a:lnTo>
                  <a:pt x="633" y="92"/>
                </a:lnTo>
                <a:lnTo>
                  <a:pt x="640" y="99"/>
                </a:lnTo>
                <a:lnTo>
                  <a:pt x="648" y="105"/>
                </a:lnTo>
                <a:lnTo>
                  <a:pt x="655" y="112"/>
                </a:lnTo>
                <a:lnTo>
                  <a:pt x="662" y="120"/>
                </a:lnTo>
                <a:lnTo>
                  <a:pt x="669" y="127"/>
                </a:lnTo>
                <a:lnTo>
                  <a:pt x="675" y="134"/>
                </a:lnTo>
                <a:lnTo>
                  <a:pt x="682" y="142"/>
                </a:lnTo>
                <a:lnTo>
                  <a:pt x="688" y="150"/>
                </a:lnTo>
                <a:lnTo>
                  <a:pt x="694" y="158"/>
                </a:lnTo>
                <a:lnTo>
                  <a:pt x="700" y="166"/>
                </a:lnTo>
                <a:lnTo>
                  <a:pt x="705" y="175"/>
                </a:lnTo>
                <a:lnTo>
                  <a:pt x="711" y="183"/>
                </a:lnTo>
                <a:lnTo>
                  <a:pt x="716" y="192"/>
                </a:lnTo>
                <a:lnTo>
                  <a:pt x="721" y="200"/>
                </a:lnTo>
                <a:lnTo>
                  <a:pt x="725" y="209"/>
                </a:lnTo>
                <a:lnTo>
                  <a:pt x="730" y="218"/>
                </a:lnTo>
                <a:lnTo>
                  <a:pt x="734" y="227"/>
                </a:lnTo>
                <a:lnTo>
                  <a:pt x="738" y="237"/>
                </a:lnTo>
                <a:lnTo>
                  <a:pt x="742" y="246"/>
                </a:lnTo>
                <a:lnTo>
                  <a:pt x="745" y="255"/>
                </a:lnTo>
                <a:lnTo>
                  <a:pt x="748" y="265"/>
                </a:lnTo>
                <a:lnTo>
                  <a:pt x="751" y="274"/>
                </a:lnTo>
                <a:lnTo>
                  <a:pt x="754" y="284"/>
                </a:lnTo>
                <a:lnTo>
                  <a:pt x="757" y="294"/>
                </a:lnTo>
                <a:lnTo>
                  <a:pt x="759" y="304"/>
                </a:lnTo>
                <a:lnTo>
                  <a:pt x="761" y="313"/>
                </a:lnTo>
                <a:lnTo>
                  <a:pt x="762" y="323"/>
                </a:lnTo>
                <a:lnTo>
                  <a:pt x="764" y="333"/>
                </a:lnTo>
                <a:lnTo>
                  <a:pt x="765" y="343"/>
                </a:lnTo>
                <a:lnTo>
                  <a:pt x="766" y="353"/>
                </a:lnTo>
                <a:lnTo>
                  <a:pt x="767" y="363"/>
                </a:lnTo>
                <a:lnTo>
                  <a:pt x="767" y="373"/>
                </a:lnTo>
                <a:lnTo>
                  <a:pt x="767" y="383"/>
                </a:lnTo>
                <a:lnTo>
                  <a:pt x="767" y="393"/>
                </a:lnTo>
                <a:lnTo>
                  <a:pt x="767" y="403"/>
                </a:lnTo>
                <a:lnTo>
                  <a:pt x="766" y="413"/>
                </a:lnTo>
                <a:lnTo>
                  <a:pt x="765" y="423"/>
                </a:lnTo>
                <a:lnTo>
                  <a:pt x="764" y="433"/>
                </a:lnTo>
                <a:lnTo>
                  <a:pt x="762" y="443"/>
                </a:lnTo>
                <a:lnTo>
                  <a:pt x="761" y="453"/>
                </a:lnTo>
                <a:lnTo>
                  <a:pt x="759" y="463"/>
                </a:lnTo>
                <a:lnTo>
                  <a:pt x="757" y="472"/>
                </a:lnTo>
                <a:lnTo>
                  <a:pt x="754" y="482"/>
                </a:lnTo>
                <a:lnTo>
                  <a:pt x="751" y="492"/>
                </a:lnTo>
                <a:lnTo>
                  <a:pt x="748" y="501"/>
                </a:lnTo>
                <a:lnTo>
                  <a:pt x="745" y="511"/>
                </a:lnTo>
                <a:lnTo>
                  <a:pt x="742" y="520"/>
                </a:lnTo>
                <a:lnTo>
                  <a:pt x="738" y="530"/>
                </a:lnTo>
                <a:lnTo>
                  <a:pt x="734" y="539"/>
                </a:lnTo>
                <a:lnTo>
                  <a:pt x="730" y="548"/>
                </a:lnTo>
                <a:lnTo>
                  <a:pt x="725" y="557"/>
                </a:lnTo>
                <a:lnTo>
                  <a:pt x="721" y="566"/>
                </a:lnTo>
                <a:lnTo>
                  <a:pt x="716" y="575"/>
                </a:lnTo>
                <a:lnTo>
                  <a:pt x="711" y="583"/>
                </a:lnTo>
                <a:lnTo>
                  <a:pt x="705" y="592"/>
                </a:lnTo>
                <a:lnTo>
                  <a:pt x="700" y="600"/>
                </a:lnTo>
                <a:lnTo>
                  <a:pt x="694" y="608"/>
                </a:lnTo>
                <a:lnTo>
                  <a:pt x="688" y="616"/>
                </a:lnTo>
                <a:lnTo>
                  <a:pt x="682" y="624"/>
                </a:lnTo>
                <a:lnTo>
                  <a:pt x="675" y="632"/>
                </a:lnTo>
                <a:lnTo>
                  <a:pt x="669" y="639"/>
                </a:lnTo>
                <a:lnTo>
                  <a:pt x="662" y="647"/>
                </a:lnTo>
                <a:lnTo>
                  <a:pt x="655" y="654"/>
                </a:lnTo>
                <a:lnTo>
                  <a:pt x="648" y="661"/>
                </a:lnTo>
                <a:lnTo>
                  <a:pt x="640" y="668"/>
                </a:lnTo>
                <a:lnTo>
                  <a:pt x="633" y="674"/>
                </a:lnTo>
                <a:lnTo>
                  <a:pt x="625" y="681"/>
                </a:lnTo>
                <a:lnTo>
                  <a:pt x="617" y="687"/>
                </a:lnTo>
                <a:lnTo>
                  <a:pt x="609" y="693"/>
                </a:lnTo>
                <a:lnTo>
                  <a:pt x="601" y="699"/>
                </a:lnTo>
                <a:lnTo>
                  <a:pt x="593" y="705"/>
                </a:lnTo>
                <a:lnTo>
                  <a:pt x="584" y="711"/>
                </a:lnTo>
                <a:lnTo>
                  <a:pt x="576" y="716"/>
                </a:lnTo>
                <a:lnTo>
                  <a:pt x="567" y="721"/>
                </a:lnTo>
                <a:lnTo>
                  <a:pt x="558" y="725"/>
                </a:lnTo>
                <a:lnTo>
                  <a:pt x="549" y="730"/>
                </a:lnTo>
                <a:lnTo>
                  <a:pt x="540" y="734"/>
                </a:lnTo>
                <a:lnTo>
                  <a:pt x="531" y="738"/>
                </a:lnTo>
                <a:lnTo>
                  <a:pt x="521" y="742"/>
                </a:lnTo>
                <a:lnTo>
                  <a:pt x="512" y="745"/>
                </a:lnTo>
                <a:lnTo>
                  <a:pt x="503" y="748"/>
                </a:lnTo>
                <a:lnTo>
                  <a:pt x="493" y="751"/>
                </a:lnTo>
                <a:lnTo>
                  <a:pt x="483" y="754"/>
                </a:lnTo>
                <a:lnTo>
                  <a:pt x="474" y="756"/>
                </a:lnTo>
                <a:lnTo>
                  <a:pt x="464" y="759"/>
                </a:lnTo>
                <a:lnTo>
                  <a:pt x="454" y="761"/>
                </a:lnTo>
                <a:lnTo>
                  <a:pt x="444" y="762"/>
                </a:lnTo>
                <a:lnTo>
                  <a:pt x="434" y="764"/>
                </a:lnTo>
                <a:lnTo>
                  <a:pt x="424" y="765"/>
                </a:lnTo>
                <a:lnTo>
                  <a:pt x="414" y="766"/>
                </a:lnTo>
                <a:lnTo>
                  <a:pt x="404" y="766"/>
                </a:lnTo>
                <a:lnTo>
                  <a:pt x="394" y="767"/>
                </a:lnTo>
                <a:lnTo>
                  <a:pt x="384" y="767"/>
                </a:lnTo>
                <a:lnTo>
                  <a:pt x="374" y="767"/>
                </a:lnTo>
                <a:lnTo>
                  <a:pt x="364" y="766"/>
                </a:lnTo>
                <a:lnTo>
                  <a:pt x="354" y="766"/>
                </a:lnTo>
                <a:lnTo>
                  <a:pt x="344" y="765"/>
                </a:lnTo>
                <a:lnTo>
                  <a:pt x="334" y="764"/>
                </a:lnTo>
                <a:lnTo>
                  <a:pt x="324" y="762"/>
                </a:lnTo>
                <a:lnTo>
                  <a:pt x="314" y="761"/>
                </a:lnTo>
                <a:lnTo>
                  <a:pt x="305" y="759"/>
                </a:lnTo>
                <a:lnTo>
                  <a:pt x="295" y="756"/>
                </a:lnTo>
                <a:lnTo>
                  <a:pt x="285" y="754"/>
                </a:lnTo>
                <a:lnTo>
                  <a:pt x="276" y="751"/>
                </a:lnTo>
                <a:lnTo>
                  <a:pt x="266" y="748"/>
                </a:lnTo>
                <a:lnTo>
                  <a:pt x="256" y="745"/>
                </a:lnTo>
                <a:lnTo>
                  <a:pt x="247" y="742"/>
                </a:lnTo>
                <a:lnTo>
                  <a:pt x="238" y="738"/>
                </a:lnTo>
                <a:lnTo>
                  <a:pt x="229" y="734"/>
                </a:lnTo>
                <a:lnTo>
                  <a:pt x="220" y="730"/>
                </a:lnTo>
                <a:lnTo>
                  <a:pt x="210" y="725"/>
                </a:lnTo>
                <a:lnTo>
                  <a:pt x="202" y="721"/>
                </a:lnTo>
                <a:lnTo>
                  <a:pt x="193" y="716"/>
                </a:lnTo>
                <a:lnTo>
                  <a:pt x="184" y="711"/>
                </a:lnTo>
                <a:lnTo>
                  <a:pt x="176" y="705"/>
                </a:lnTo>
                <a:lnTo>
                  <a:pt x="167" y="699"/>
                </a:lnTo>
                <a:lnTo>
                  <a:pt x="158" y="693"/>
                </a:lnTo>
                <a:lnTo>
                  <a:pt x="150" y="687"/>
                </a:lnTo>
                <a:lnTo>
                  <a:pt x="142" y="681"/>
                </a:lnTo>
                <a:lnTo>
                  <a:pt x="135" y="674"/>
                </a:lnTo>
                <a:lnTo>
                  <a:pt x="127" y="668"/>
                </a:lnTo>
                <a:lnTo>
                  <a:pt x="120" y="661"/>
                </a:lnTo>
                <a:lnTo>
                  <a:pt x="113" y="654"/>
                </a:lnTo>
                <a:lnTo>
                  <a:pt x="106" y="647"/>
                </a:lnTo>
                <a:lnTo>
                  <a:pt x="99" y="639"/>
                </a:lnTo>
                <a:lnTo>
                  <a:pt x="92" y="632"/>
                </a:lnTo>
                <a:lnTo>
                  <a:pt x="86" y="624"/>
                </a:lnTo>
                <a:lnTo>
                  <a:pt x="79" y="616"/>
                </a:lnTo>
                <a:lnTo>
                  <a:pt x="74" y="608"/>
                </a:lnTo>
                <a:lnTo>
                  <a:pt x="68" y="600"/>
                </a:lnTo>
                <a:lnTo>
                  <a:pt x="62" y="592"/>
                </a:lnTo>
                <a:lnTo>
                  <a:pt x="57" y="583"/>
                </a:lnTo>
                <a:lnTo>
                  <a:pt x="52" y="575"/>
                </a:lnTo>
                <a:lnTo>
                  <a:pt x="47" y="566"/>
                </a:lnTo>
                <a:lnTo>
                  <a:pt x="42" y="557"/>
                </a:lnTo>
                <a:lnTo>
                  <a:pt x="38" y="548"/>
                </a:lnTo>
                <a:lnTo>
                  <a:pt x="33" y="539"/>
                </a:lnTo>
                <a:lnTo>
                  <a:pt x="30" y="530"/>
                </a:lnTo>
                <a:lnTo>
                  <a:pt x="26" y="520"/>
                </a:lnTo>
                <a:lnTo>
                  <a:pt x="22" y="511"/>
                </a:lnTo>
                <a:lnTo>
                  <a:pt x="19" y="501"/>
                </a:lnTo>
                <a:lnTo>
                  <a:pt x="16" y="492"/>
                </a:lnTo>
                <a:lnTo>
                  <a:pt x="13" y="482"/>
                </a:lnTo>
                <a:lnTo>
                  <a:pt x="11" y="472"/>
                </a:lnTo>
                <a:lnTo>
                  <a:pt x="9" y="463"/>
                </a:lnTo>
                <a:lnTo>
                  <a:pt x="7" y="453"/>
                </a:lnTo>
                <a:lnTo>
                  <a:pt x="5" y="443"/>
                </a:lnTo>
                <a:lnTo>
                  <a:pt x="4" y="433"/>
                </a:lnTo>
                <a:lnTo>
                  <a:pt x="3" y="423"/>
                </a:lnTo>
                <a:lnTo>
                  <a:pt x="2" y="413"/>
                </a:lnTo>
                <a:lnTo>
                  <a:pt x="1" y="403"/>
                </a:lnTo>
                <a:lnTo>
                  <a:pt x="0" y="393"/>
                </a:lnTo>
                <a:lnTo>
                  <a:pt x="0" y="383"/>
                </a:lnTo>
                <a:lnTo>
                  <a:pt x="0" y="373"/>
                </a:lnTo>
                <a:lnTo>
                  <a:pt x="1" y="363"/>
                </a:lnTo>
                <a:lnTo>
                  <a:pt x="2" y="353"/>
                </a:lnTo>
                <a:lnTo>
                  <a:pt x="3" y="343"/>
                </a:lnTo>
                <a:lnTo>
                  <a:pt x="4" y="333"/>
                </a:lnTo>
                <a:lnTo>
                  <a:pt x="5" y="323"/>
                </a:lnTo>
                <a:lnTo>
                  <a:pt x="7" y="313"/>
                </a:lnTo>
                <a:lnTo>
                  <a:pt x="9" y="304"/>
                </a:lnTo>
                <a:lnTo>
                  <a:pt x="11" y="294"/>
                </a:lnTo>
                <a:lnTo>
                  <a:pt x="13" y="284"/>
                </a:lnTo>
                <a:lnTo>
                  <a:pt x="16" y="274"/>
                </a:lnTo>
                <a:lnTo>
                  <a:pt x="19" y="265"/>
                </a:lnTo>
                <a:lnTo>
                  <a:pt x="22" y="255"/>
                </a:lnTo>
                <a:lnTo>
                  <a:pt x="26" y="246"/>
                </a:lnTo>
                <a:lnTo>
                  <a:pt x="30" y="237"/>
                </a:lnTo>
                <a:lnTo>
                  <a:pt x="33" y="227"/>
                </a:lnTo>
                <a:lnTo>
                  <a:pt x="38" y="218"/>
                </a:lnTo>
                <a:lnTo>
                  <a:pt x="42" y="209"/>
                </a:lnTo>
                <a:lnTo>
                  <a:pt x="47" y="200"/>
                </a:lnTo>
                <a:lnTo>
                  <a:pt x="52" y="192"/>
                </a:lnTo>
                <a:lnTo>
                  <a:pt x="57" y="183"/>
                </a:lnTo>
                <a:lnTo>
                  <a:pt x="62" y="175"/>
                </a:lnTo>
                <a:lnTo>
                  <a:pt x="68" y="166"/>
                </a:lnTo>
                <a:lnTo>
                  <a:pt x="74" y="158"/>
                </a:lnTo>
                <a:lnTo>
                  <a:pt x="79" y="150"/>
                </a:lnTo>
                <a:lnTo>
                  <a:pt x="86" y="142"/>
                </a:lnTo>
                <a:lnTo>
                  <a:pt x="92" y="134"/>
                </a:lnTo>
                <a:lnTo>
                  <a:pt x="99" y="127"/>
                </a:lnTo>
                <a:lnTo>
                  <a:pt x="106" y="120"/>
                </a:lnTo>
                <a:lnTo>
                  <a:pt x="113" y="112"/>
                </a:lnTo>
                <a:lnTo>
                  <a:pt x="120" y="105"/>
                </a:lnTo>
                <a:lnTo>
                  <a:pt x="127" y="99"/>
                </a:lnTo>
                <a:lnTo>
                  <a:pt x="135" y="92"/>
                </a:lnTo>
                <a:lnTo>
                  <a:pt x="142" y="86"/>
                </a:lnTo>
                <a:lnTo>
                  <a:pt x="150" y="79"/>
                </a:lnTo>
                <a:lnTo>
                  <a:pt x="158" y="73"/>
                </a:lnTo>
                <a:lnTo>
                  <a:pt x="167" y="68"/>
                </a:lnTo>
                <a:lnTo>
                  <a:pt x="176" y="62"/>
                </a:lnTo>
                <a:lnTo>
                  <a:pt x="184" y="57"/>
                </a:lnTo>
                <a:lnTo>
                  <a:pt x="193" y="52"/>
                </a:lnTo>
                <a:lnTo>
                  <a:pt x="202" y="47"/>
                </a:lnTo>
                <a:lnTo>
                  <a:pt x="210" y="42"/>
                </a:lnTo>
                <a:lnTo>
                  <a:pt x="220" y="38"/>
                </a:lnTo>
                <a:lnTo>
                  <a:pt x="229" y="33"/>
                </a:lnTo>
                <a:lnTo>
                  <a:pt x="238" y="29"/>
                </a:lnTo>
                <a:lnTo>
                  <a:pt x="247" y="26"/>
                </a:lnTo>
                <a:lnTo>
                  <a:pt x="256" y="22"/>
                </a:lnTo>
                <a:lnTo>
                  <a:pt x="266" y="19"/>
                </a:lnTo>
                <a:lnTo>
                  <a:pt x="276" y="16"/>
                </a:lnTo>
                <a:lnTo>
                  <a:pt x="285" y="13"/>
                </a:lnTo>
                <a:lnTo>
                  <a:pt x="295" y="11"/>
                </a:lnTo>
                <a:lnTo>
                  <a:pt x="305" y="9"/>
                </a:lnTo>
                <a:lnTo>
                  <a:pt x="314" y="7"/>
                </a:lnTo>
                <a:lnTo>
                  <a:pt x="324" y="5"/>
                </a:lnTo>
                <a:lnTo>
                  <a:pt x="334" y="4"/>
                </a:lnTo>
                <a:lnTo>
                  <a:pt x="344" y="2"/>
                </a:lnTo>
                <a:lnTo>
                  <a:pt x="354" y="1"/>
                </a:lnTo>
                <a:lnTo>
                  <a:pt x="364" y="1"/>
                </a:lnTo>
                <a:lnTo>
                  <a:pt x="374" y="0"/>
                </a:lnTo>
                <a:lnTo>
                  <a:pt x="384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4623480" y="3327120"/>
            <a:ext cx="551520" cy="551880"/>
          </a:xfrm>
          <a:custGeom>
            <a:avLst/>
            <a:gdLst/>
            <a:ahLst/>
            <a:rect l="0" t="0" r="r" b="b"/>
            <a:pathLst>
              <a:path fill="none" w="1532" h="1533">
                <a:moveTo>
                  <a:pt x="766" y="0"/>
                </a:moveTo>
                <a:lnTo>
                  <a:pt x="786" y="1"/>
                </a:lnTo>
                <a:lnTo>
                  <a:pt x="806" y="2"/>
                </a:lnTo>
                <a:lnTo>
                  <a:pt x="826" y="3"/>
                </a:lnTo>
                <a:lnTo>
                  <a:pt x="846" y="5"/>
                </a:lnTo>
                <a:lnTo>
                  <a:pt x="866" y="7"/>
                </a:lnTo>
                <a:lnTo>
                  <a:pt x="886" y="10"/>
                </a:lnTo>
                <a:lnTo>
                  <a:pt x="906" y="13"/>
                </a:lnTo>
                <a:lnTo>
                  <a:pt x="925" y="17"/>
                </a:lnTo>
                <a:lnTo>
                  <a:pt x="945" y="22"/>
                </a:lnTo>
                <a:lnTo>
                  <a:pt x="964" y="26"/>
                </a:lnTo>
                <a:lnTo>
                  <a:pt x="984" y="32"/>
                </a:lnTo>
                <a:lnTo>
                  <a:pt x="1003" y="38"/>
                </a:lnTo>
                <a:lnTo>
                  <a:pt x="1022" y="44"/>
                </a:lnTo>
                <a:lnTo>
                  <a:pt x="1041" y="51"/>
                </a:lnTo>
                <a:lnTo>
                  <a:pt x="1059" y="59"/>
                </a:lnTo>
                <a:lnTo>
                  <a:pt x="1078" y="67"/>
                </a:lnTo>
                <a:lnTo>
                  <a:pt x="1096" y="75"/>
                </a:lnTo>
                <a:lnTo>
                  <a:pt x="1114" y="84"/>
                </a:lnTo>
                <a:lnTo>
                  <a:pt x="1132" y="93"/>
                </a:lnTo>
                <a:lnTo>
                  <a:pt x="1149" y="103"/>
                </a:lnTo>
                <a:lnTo>
                  <a:pt x="1166" y="113"/>
                </a:lnTo>
                <a:lnTo>
                  <a:pt x="1183" y="124"/>
                </a:lnTo>
                <a:lnTo>
                  <a:pt x="1200" y="135"/>
                </a:lnTo>
                <a:lnTo>
                  <a:pt x="1216" y="147"/>
                </a:lnTo>
                <a:lnTo>
                  <a:pt x="1232" y="159"/>
                </a:lnTo>
                <a:lnTo>
                  <a:pt x="1248" y="171"/>
                </a:lnTo>
                <a:lnTo>
                  <a:pt x="1263" y="184"/>
                </a:lnTo>
                <a:lnTo>
                  <a:pt x="1279" y="197"/>
                </a:lnTo>
                <a:lnTo>
                  <a:pt x="1293" y="211"/>
                </a:lnTo>
                <a:lnTo>
                  <a:pt x="1308" y="225"/>
                </a:lnTo>
                <a:lnTo>
                  <a:pt x="1322" y="239"/>
                </a:lnTo>
                <a:lnTo>
                  <a:pt x="1335" y="254"/>
                </a:lnTo>
                <a:lnTo>
                  <a:pt x="1349" y="269"/>
                </a:lnTo>
                <a:lnTo>
                  <a:pt x="1361" y="284"/>
                </a:lnTo>
                <a:lnTo>
                  <a:pt x="1374" y="300"/>
                </a:lnTo>
                <a:lnTo>
                  <a:pt x="1386" y="316"/>
                </a:lnTo>
                <a:lnTo>
                  <a:pt x="1397" y="332"/>
                </a:lnTo>
                <a:lnTo>
                  <a:pt x="1408" y="349"/>
                </a:lnTo>
                <a:lnTo>
                  <a:pt x="1419" y="366"/>
                </a:lnTo>
                <a:lnTo>
                  <a:pt x="1429" y="383"/>
                </a:lnTo>
                <a:lnTo>
                  <a:pt x="1439" y="401"/>
                </a:lnTo>
                <a:lnTo>
                  <a:pt x="1449" y="418"/>
                </a:lnTo>
                <a:lnTo>
                  <a:pt x="1457" y="437"/>
                </a:lnTo>
                <a:lnTo>
                  <a:pt x="1466" y="455"/>
                </a:lnTo>
                <a:lnTo>
                  <a:pt x="1474" y="473"/>
                </a:lnTo>
                <a:lnTo>
                  <a:pt x="1481" y="492"/>
                </a:lnTo>
                <a:lnTo>
                  <a:pt x="1488" y="511"/>
                </a:lnTo>
                <a:lnTo>
                  <a:pt x="1494" y="530"/>
                </a:lnTo>
                <a:lnTo>
                  <a:pt x="1500" y="549"/>
                </a:lnTo>
                <a:lnTo>
                  <a:pt x="1506" y="568"/>
                </a:lnTo>
                <a:lnTo>
                  <a:pt x="1511" y="587"/>
                </a:lnTo>
                <a:lnTo>
                  <a:pt x="1515" y="607"/>
                </a:lnTo>
                <a:lnTo>
                  <a:pt x="1519" y="627"/>
                </a:lnTo>
                <a:lnTo>
                  <a:pt x="1523" y="646"/>
                </a:lnTo>
                <a:lnTo>
                  <a:pt x="1525" y="666"/>
                </a:lnTo>
                <a:lnTo>
                  <a:pt x="1528" y="686"/>
                </a:lnTo>
                <a:lnTo>
                  <a:pt x="1530" y="706"/>
                </a:lnTo>
                <a:lnTo>
                  <a:pt x="1531" y="727"/>
                </a:lnTo>
                <a:lnTo>
                  <a:pt x="1532" y="747"/>
                </a:lnTo>
                <a:lnTo>
                  <a:pt x="1532" y="767"/>
                </a:lnTo>
                <a:lnTo>
                  <a:pt x="1532" y="787"/>
                </a:lnTo>
                <a:lnTo>
                  <a:pt x="1531" y="807"/>
                </a:lnTo>
                <a:lnTo>
                  <a:pt x="1530" y="827"/>
                </a:lnTo>
                <a:lnTo>
                  <a:pt x="1528" y="847"/>
                </a:lnTo>
                <a:lnTo>
                  <a:pt x="1525" y="867"/>
                </a:lnTo>
                <a:lnTo>
                  <a:pt x="1523" y="887"/>
                </a:lnTo>
                <a:lnTo>
                  <a:pt x="1519" y="907"/>
                </a:lnTo>
                <a:lnTo>
                  <a:pt x="1515" y="926"/>
                </a:lnTo>
                <a:lnTo>
                  <a:pt x="1511" y="946"/>
                </a:lnTo>
                <a:lnTo>
                  <a:pt x="1506" y="965"/>
                </a:lnTo>
                <a:lnTo>
                  <a:pt x="1500" y="985"/>
                </a:lnTo>
                <a:lnTo>
                  <a:pt x="1494" y="1004"/>
                </a:lnTo>
                <a:lnTo>
                  <a:pt x="1488" y="1023"/>
                </a:lnTo>
                <a:lnTo>
                  <a:pt x="1481" y="1042"/>
                </a:lnTo>
                <a:lnTo>
                  <a:pt x="1474" y="1060"/>
                </a:lnTo>
                <a:lnTo>
                  <a:pt x="1466" y="1079"/>
                </a:lnTo>
                <a:lnTo>
                  <a:pt x="1457" y="1097"/>
                </a:lnTo>
                <a:lnTo>
                  <a:pt x="1449" y="1115"/>
                </a:lnTo>
                <a:lnTo>
                  <a:pt x="1439" y="1132"/>
                </a:lnTo>
                <a:lnTo>
                  <a:pt x="1429" y="1150"/>
                </a:lnTo>
                <a:lnTo>
                  <a:pt x="1419" y="1167"/>
                </a:lnTo>
                <a:lnTo>
                  <a:pt x="1408" y="1184"/>
                </a:lnTo>
                <a:lnTo>
                  <a:pt x="1397" y="1201"/>
                </a:lnTo>
                <a:lnTo>
                  <a:pt x="1386" y="1217"/>
                </a:lnTo>
                <a:lnTo>
                  <a:pt x="1374" y="1233"/>
                </a:lnTo>
                <a:lnTo>
                  <a:pt x="1361" y="1249"/>
                </a:lnTo>
                <a:lnTo>
                  <a:pt x="1349" y="1264"/>
                </a:lnTo>
                <a:lnTo>
                  <a:pt x="1335" y="1280"/>
                </a:lnTo>
                <a:lnTo>
                  <a:pt x="1322" y="1294"/>
                </a:lnTo>
                <a:lnTo>
                  <a:pt x="1308" y="1309"/>
                </a:lnTo>
                <a:lnTo>
                  <a:pt x="1293" y="1323"/>
                </a:lnTo>
                <a:lnTo>
                  <a:pt x="1279" y="1336"/>
                </a:lnTo>
                <a:lnTo>
                  <a:pt x="1263" y="1349"/>
                </a:lnTo>
                <a:lnTo>
                  <a:pt x="1248" y="1362"/>
                </a:lnTo>
                <a:lnTo>
                  <a:pt x="1232" y="1375"/>
                </a:lnTo>
                <a:lnTo>
                  <a:pt x="1216" y="1387"/>
                </a:lnTo>
                <a:lnTo>
                  <a:pt x="1200" y="1398"/>
                </a:lnTo>
                <a:lnTo>
                  <a:pt x="1183" y="1409"/>
                </a:lnTo>
                <a:lnTo>
                  <a:pt x="1166" y="1420"/>
                </a:lnTo>
                <a:lnTo>
                  <a:pt x="1149" y="1430"/>
                </a:lnTo>
                <a:lnTo>
                  <a:pt x="1132" y="1440"/>
                </a:lnTo>
                <a:lnTo>
                  <a:pt x="1114" y="1449"/>
                </a:lnTo>
                <a:lnTo>
                  <a:pt x="1096" y="1458"/>
                </a:lnTo>
                <a:lnTo>
                  <a:pt x="1078" y="1467"/>
                </a:lnTo>
                <a:lnTo>
                  <a:pt x="1059" y="1475"/>
                </a:lnTo>
                <a:lnTo>
                  <a:pt x="1041" y="1482"/>
                </a:lnTo>
                <a:lnTo>
                  <a:pt x="1022" y="1489"/>
                </a:lnTo>
                <a:lnTo>
                  <a:pt x="1003" y="1495"/>
                </a:lnTo>
                <a:lnTo>
                  <a:pt x="984" y="1501"/>
                </a:lnTo>
                <a:lnTo>
                  <a:pt x="964" y="1507"/>
                </a:lnTo>
                <a:lnTo>
                  <a:pt x="945" y="1512"/>
                </a:lnTo>
                <a:lnTo>
                  <a:pt x="925" y="1516"/>
                </a:lnTo>
                <a:lnTo>
                  <a:pt x="906" y="1520"/>
                </a:lnTo>
                <a:lnTo>
                  <a:pt x="886" y="1523"/>
                </a:lnTo>
                <a:lnTo>
                  <a:pt x="866" y="1526"/>
                </a:lnTo>
                <a:lnTo>
                  <a:pt x="846" y="1529"/>
                </a:lnTo>
                <a:lnTo>
                  <a:pt x="826" y="1530"/>
                </a:lnTo>
                <a:lnTo>
                  <a:pt x="806" y="1532"/>
                </a:lnTo>
                <a:lnTo>
                  <a:pt x="786" y="1533"/>
                </a:lnTo>
                <a:lnTo>
                  <a:pt x="766" y="1533"/>
                </a:lnTo>
                <a:lnTo>
                  <a:pt x="746" y="1533"/>
                </a:lnTo>
                <a:lnTo>
                  <a:pt x="726" y="1532"/>
                </a:lnTo>
                <a:lnTo>
                  <a:pt x="706" y="1530"/>
                </a:lnTo>
                <a:lnTo>
                  <a:pt x="686" y="1529"/>
                </a:lnTo>
                <a:lnTo>
                  <a:pt x="666" y="1526"/>
                </a:lnTo>
                <a:lnTo>
                  <a:pt x="646" y="1523"/>
                </a:lnTo>
                <a:lnTo>
                  <a:pt x="627" y="1520"/>
                </a:lnTo>
                <a:lnTo>
                  <a:pt x="607" y="1516"/>
                </a:lnTo>
                <a:lnTo>
                  <a:pt x="587" y="1512"/>
                </a:lnTo>
                <a:lnTo>
                  <a:pt x="568" y="1507"/>
                </a:lnTo>
                <a:lnTo>
                  <a:pt x="549" y="1501"/>
                </a:lnTo>
                <a:lnTo>
                  <a:pt x="530" y="1495"/>
                </a:lnTo>
                <a:lnTo>
                  <a:pt x="511" y="1489"/>
                </a:lnTo>
                <a:lnTo>
                  <a:pt x="492" y="1482"/>
                </a:lnTo>
                <a:lnTo>
                  <a:pt x="473" y="1475"/>
                </a:lnTo>
                <a:lnTo>
                  <a:pt x="455" y="1467"/>
                </a:lnTo>
                <a:lnTo>
                  <a:pt x="437" y="1458"/>
                </a:lnTo>
                <a:lnTo>
                  <a:pt x="419" y="1449"/>
                </a:lnTo>
                <a:lnTo>
                  <a:pt x="401" y="1440"/>
                </a:lnTo>
                <a:lnTo>
                  <a:pt x="383" y="1430"/>
                </a:lnTo>
                <a:lnTo>
                  <a:pt x="366" y="1420"/>
                </a:lnTo>
                <a:lnTo>
                  <a:pt x="349" y="1409"/>
                </a:lnTo>
                <a:lnTo>
                  <a:pt x="333" y="1398"/>
                </a:lnTo>
                <a:lnTo>
                  <a:pt x="316" y="1387"/>
                </a:lnTo>
                <a:lnTo>
                  <a:pt x="300" y="1375"/>
                </a:lnTo>
                <a:lnTo>
                  <a:pt x="284" y="1362"/>
                </a:lnTo>
                <a:lnTo>
                  <a:pt x="269" y="1349"/>
                </a:lnTo>
                <a:lnTo>
                  <a:pt x="254" y="1336"/>
                </a:lnTo>
                <a:lnTo>
                  <a:pt x="239" y="1323"/>
                </a:lnTo>
                <a:lnTo>
                  <a:pt x="225" y="1309"/>
                </a:lnTo>
                <a:lnTo>
                  <a:pt x="211" y="1294"/>
                </a:lnTo>
                <a:lnTo>
                  <a:pt x="197" y="1280"/>
                </a:lnTo>
                <a:lnTo>
                  <a:pt x="184" y="1264"/>
                </a:lnTo>
                <a:lnTo>
                  <a:pt x="170" y="1249"/>
                </a:lnTo>
                <a:lnTo>
                  <a:pt x="158" y="1233"/>
                </a:lnTo>
                <a:lnTo>
                  <a:pt x="146" y="1217"/>
                </a:lnTo>
                <a:lnTo>
                  <a:pt x="134" y="1201"/>
                </a:lnTo>
                <a:lnTo>
                  <a:pt x="123" y="1184"/>
                </a:lnTo>
                <a:lnTo>
                  <a:pt x="112" y="1167"/>
                </a:lnTo>
                <a:lnTo>
                  <a:pt x="102" y="1150"/>
                </a:lnTo>
                <a:lnTo>
                  <a:pt x="92" y="1132"/>
                </a:lnTo>
                <a:lnTo>
                  <a:pt x="83" y="1115"/>
                </a:lnTo>
                <a:lnTo>
                  <a:pt x="74" y="1097"/>
                </a:lnTo>
                <a:lnTo>
                  <a:pt x="66" y="1079"/>
                </a:lnTo>
                <a:lnTo>
                  <a:pt x="58" y="1060"/>
                </a:lnTo>
                <a:lnTo>
                  <a:pt x="50" y="1042"/>
                </a:lnTo>
                <a:lnTo>
                  <a:pt x="44" y="1023"/>
                </a:lnTo>
                <a:lnTo>
                  <a:pt x="37" y="1004"/>
                </a:lnTo>
                <a:lnTo>
                  <a:pt x="31" y="985"/>
                </a:lnTo>
                <a:lnTo>
                  <a:pt x="26" y="965"/>
                </a:lnTo>
                <a:lnTo>
                  <a:pt x="21" y="946"/>
                </a:lnTo>
                <a:lnTo>
                  <a:pt x="16" y="926"/>
                </a:lnTo>
                <a:lnTo>
                  <a:pt x="12" y="907"/>
                </a:lnTo>
                <a:lnTo>
                  <a:pt x="9" y="887"/>
                </a:lnTo>
                <a:lnTo>
                  <a:pt x="6" y="867"/>
                </a:lnTo>
                <a:lnTo>
                  <a:pt x="4" y="847"/>
                </a:lnTo>
                <a:lnTo>
                  <a:pt x="2" y="827"/>
                </a:lnTo>
                <a:lnTo>
                  <a:pt x="1" y="807"/>
                </a:lnTo>
                <a:lnTo>
                  <a:pt x="0" y="787"/>
                </a:lnTo>
                <a:lnTo>
                  <a:pt x="0" y="767"/>
                </a:lnTo>
                <a:lnTo>
                  <a:pt x="0" y="747"/>
                </a:lnTo>
                <a:lnTo>
                  <a:pt x="1" y="727"/>
                </a:lnTo>
                <a:lnTo>
                  <a:pt x="2" y="706"/>
                </a:lnTo>
                <a:lnTo>
                  <a:pt x="4" y="686"/>
                </a:lnTo>
                <a:lnTo>
                  <a:pt x="6" y="666"/>
                </a:lnTo>
                <a:lnTo>
                  <a:pt x="9" y="646"/>
                </a:lnTo>
                <a:lnTo>
                  <a:pt x="12" y="627"/>
                </a:lnTo>
                <a:lnTo>
                  <a:pt x="16" y="607"/>
                </a:lnTo>
                <a:lnTo>
                  <a:pt x="21" y="587"/>
                </a:lnTo>
                <a:lnTo>
                  <a:pt x="26" y="568"/>
                </a:lnTo>
                <a:lnTo>
                  <a:pt x="31" y="549"/>
                </a:lnTo>
                <a:lnTo>
                  <a:pt x="37" y="530"/>
                </a:lnTo>
                <a:lnTo>
                  <a:pt x="44" y="511"/>
                </a:lnTo>
                <a:lnTo>
                  <a:pt x="50" y="492"/>
                </a:lnTo>
                <a:lnTo>
                  <a:pt x="58" y="473"/>
                </a:lnTo>
                <a:lnTo>
                  <a:pt x="66" y="455"/>
                </a:lnTo>
                <a:lnTo>
                  <a:pt x="74" y="437"/>
                </a:lnTo>
                <a:lnTo>
                  <a:pt x="83" y="418"/>
                </a:lnTo>
                <a:lnTo>
                  <a:pt x="92" y="401"/>
                </a:lnTo>
                <a:lnTo>
                  <a:pt x="102" y="383"/>
                </a:lnTo>
                <a:lnTo>
                  <a:pt x="112" y="366"/>
                </a:lnTo>
                <a:lnTo>
                  <a:pt x="123" y="349"/>
                </a:lnTo>
                <a:lnTo>
                  <a:pt x="134" y="332"/>
                </a:lnTo>
                <a:lnTo>
                  <a:pt x="146" y="316"/>
                </a:lnTo>
                <a:lnTo>
                  <a:pt x="158" y="300"/>
                </a:lnTo>
                <a:lnTo>
                  <a:pt x="170" y="284"/>
                </a:lnTo>
                <a:lnTo>
                  <a:pt x="184" y="269"/>
                </a:lnTo>
                <a:lnTo>
                  <a:pt x="197" y="254"/>
                </a:lnTo>
                <a:lnTo>
                  <a:pt x="211" y="239"/>
                </a:lnTo>
                <a:lnTo>
                  <a:pt x="225" y="225"/>
                </a:lnTo>
                <a:lnTo>
                  <a:pt x="239" y="211"/>
                </a:lnTo>
                <a:lnTo>
                  <a:pt x="254" y="197"/>
                </a:lnTo>
                <a:lnTo>
                  <a:pt x="269" y="184"/>
                </a:lnTo>
                <a:lnTo>
                  <a:pt x="284" y="171"/>
                </a:lnTo>
                <a:lnTo>
                  <a:pt x="300" y="159"/>
                </a:lnTo>
                <a:lnTo>
                  <a:pt x="316" y="147"/>
                </a:lnTo>
                <a:lnTo>
                  <a:pt x="333" y="135"/>
                </a:lnTo>
                <a:lnTo>
                  <a:pt x="349" y="124"/>
                </a:lnTo>
                <a:lnTo>
                  <a:pt x="366" y="113"/>
                </a:lnTo>
                <a:lnTo>
                  <a:pt x="383" y="103"/>
                </a:lnTo>
                <a:lnTo>
                  <a:pt x="401" y="93"/>
                </a:lnTo>
                <a:lnTo>
                  <a:pt x="419" y="84"/>
                </a:lnTo>
                <a:lnTo>
                  <a:pt x="437" y="75"/>
                </a:lnTo>
                <a:lnTo>
                  <a:pt x="455" y="67"/>
                </a:lnTo>
                <a:lnTo>
                  <a:pt x="473" y="59"/>
                </a:lnTo>
                <a:lnTo>
                  <a:pt x="492" y="51"/>
                </a:lnTo>
                <a:lnTo>
                  <a:pt x="511" y="44"/>
                </a:lnTo>
                <a:lnTo>
                  <a:pt x="530" y="38"/>
                </a:lnTo>
                <a:lnTo>
                  <a:pt x="549" y="32"/>
                </a:lnTo>
                <a:lnTo>
                  <a:pt x="568" y="26"/>
                </a:lnTo>
                <a:lnTo>
                  <a:pt x="587" y="22"/>
                </a:lnTo>
                <a:lnTo>
                  <a:pt x="607" y="17"/>
                </a:lnTo>
                <a:lnTo>
                  <a:pt x="627" y="13"/>
                </a:lnTo>
                <a:lnTo>
                  <a:pt x="646" y="10"/>
                </a:lnTo>
                <a:lnTo>
                  <a:pt x="666" y="7"/>
                </a:lnTo>
                <a:lnTo>
                  <a:pt x="686" y="5"/>
                </a:lnTo>
                <a:lnTo>
                  <a:pt x="706" y="3"/>
                </a:lnTo>
                <a:lnTo>
                  <a:pt x="726" y="2"/>
                </a:lnTo>
                <a:lnTo>
                  <a:pt x="746" y="1"/>
                </a:lnTo>
                <a:lnTo>
                  <a:pt x="766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4485600" y="3189600"/>
            <a:ext cx="827280" cy="827280"/>
          </a:xfrm>
          <a:custGeom>
            <a:avLst/>
            <a:gdLst/>
            <a:ahLst/>
            <a:rect l="0" t="0" r="r" b="b"/>
            <a:pathLst>
              <a:path fill="none" w="2298" h="2298">
                <a:moveTo>
                  <a:pt x="1149" y="0"/>
                </a:moveTo>
                <a:lnTo>
                  <a:pt x="1179" y="0"/>
                </a:lnTo>
                <a:lnTo>
                  <a:pt x="1209" y="1"/>
                </a:lnTo>
                <a:lnTo>
                  <a:pt x="1239" y="3"/>
                </a:lnTo>
                <a:lnTo>
                  <a:pt x="1269" y="6"/>
                </a:lnTo>
                <a:lnTo>
                  <a:pt x="1299" y="9"/>
                </a:lnTo>
                <a:lnTo>
                  <a:pt x="1329" y="14"/>
                </a:lnTo>
                <a:lnTo>
                  <a:pt x="1359" y="19"/>
                </a:lnTo>
                <a:lnTo>
                  <a:pt x="1388" y="25"/>
                </a:lnTo>
                <a:lnTo>
                  <a:pt x="1417" y="31"/>
                </a:lnTo>
                <a:lnTo>
                  <a:pt x="1447" y="39"/>
                </a:lnTo>
                <a:lnTo>
                  <a:pt x="1476" y="47"/>
                </a:lnTo>
                <a:lnTo>
                  <a:pt x="1504" y="56"/>
                </a:lnTo>
                <a:lnTo>
                  <a:pt x="1533" y="65"/>
                </a:lnTo>
                <a:lnTo>
                  <a:pt x="1561" y="76"/>
                </a:lnTo>
                <a:lnTo>
                  <a:pt x="1589" y="87"/>
                </a:lnTo>
                <a:lnTo>
                  <a:pt x="1616" y="99"/>
                </a:lnTo>
                <a:lnTo>
                  <a:pt x="1644" y="111"/>
                </a:lnTo>
                <a:lnTo>
                  <a:pt x="1671" y="125"/>
                </a:lnTo>
                <a:lnTo>
                  <a:pt x="1697" y="139"/>
                </a:lnTo>
                <a:lnTo>
                  <a:pt x="1724" y="153"/>
                </a:lnTo>
                <a:lnTo>
                  <a:pt x="1749" y="169"/>
                </a:lnTo>
                <a:lnTo>
                  <a:pt x="1775" y="185"/>
                </a:lnTo>
                <a:lnTo>
                  <a:pt x="1800" y="202"/>
                </a:lnTo>
                <a:lnTo>
                  <a:pt x="1824" y="219"/>
                </a:lnTo>
                <a:lnTo>
                  <a:pt x="1849" y="237"/>
                </a:lnTo>
                <a:lnTo>
                  <a:pt x="1872" y="255"/>
                </a:lnTo>
                <a:lnTo>
                  <a:pt x="1895" y="275"/>
                </a:lnTo>
                <a:lnTo>
                  <a:pt x="1918" y="295"/>
                </a:lnTo>
                <a:lnTo>
                  <a:pt x="1940" y="315"/>
                </a:lnTo>
                <a:lnTo>
                  <a:pt x="1961" y="336"/>
                </a:lnTo>
                <a:lnTo>
                  <a:pt x="1982" y="357"/>
                </a:lnTo>
                <a:lnTo>
                  <a:pt x="2003" y="380"/>
                </a:lnTo>
                <a:lnTo>
                  <a:pt x="2023" y="402"/>
                </a:lnTo>
                <a:lnTo>
                  <a:pt x="2042" y="425"/>
                </a:lnTo>
                <a:lnTo>
                  <a:pt x="2060" y="449"/>
                </a:lnTo>
                <a:lnTo>
                  <a:pt x="2079" y="473"/>
                </a:lnTo>
                <a:lnTo>
                  <a:pt x="2096" y="498"/>
                </a:lnTo>
                <a:lnTo>
                  <a:pt x="2113" y="523"/>
                </a:lnTo>
                <a:lnTo>
                  <a:pt x="2129" y="548"/>
                </a:lnTo>
                <a:lnTo>
                  <a:pt x="2144" y="574"/>
                </a:lnTo>
                <a:lnTo>
                  <a:pt x="2159" y="600"/>
                </a:lnTo>
                <a:lnTo>
                  <a:pt x="2173" y="627"/>
                </a:lnTo>
                <a:lnTo>
                  <a:pt x="2186" y="654"/>
                </a:lnTo>
                <a:lnTo>
                  <a:pt x="2199" y="681"/>
                </a:lnTo>
                <a:lnTo>
                  <a:pt x="2210" y="709"/>
                </a:lnTo>
                <a:lnTo>
                  <a:pt x="2222" y="737"/>
                </a:lnTo>
                <a:lnTo>
                  <a:pt x="2232" y="765"/>
                </a:lnTo>
                <a:lnTo>
                  <a:pt x="2242" y="793"/>
                </a:lnTo>
                <a:lnTo>
                  <a:pt x="2251" y="822"/>
                </a:lnTo>
                <a:lnTo>
                  <a:pt x="2259" y="851"/>
                </a:lnTo>
                <a:lnTo>
                  <a:pt x="2266" y="880"/>
                </a:lnTo>
                <a:lnTo>
                  <a:pt x="2273" y="909"/>
                </a:lnTo>
                <a:lnTo>
                  <a:pt x="2279" y="939"/>
                </a:lnTo>
                <a:lnTo>
                  <a:pt x="2284" y="968"/>
                </a:lnTo>
                <a:lnTo>
                  <a:pt x="2288" y="998"/>
                </a:lnTo>
                <a:lnTo>
                  <a:pt x="2292" y="1028"/>
                </a:lnTo>
                <a:lnTo>
                  <a:pt x="2294" y="1058"/>
                </a:lnTo>
                <a:lnTo>
                  <a:pt x="2296" y="1088"/>
                </a:lnTo>
                <a:lnTo>
                  <a:pt x="2298" y="1118"/>
                </a:lnTo>
                <a:lnTo>
                  <a:pt x="2298" y="1148"/>
                </a:lnTo>
                <a:lnTo>
                  <a:pt x="2298" y="1178"/>
                </a:lnTo>
                <a:lnTo>
                  <a:pt x="2296" y="1208"/>
                </a:lnTo>
                <a:lnTo>
                  <a:pt x="2294" y="1238"/>
                </a:lnTo>
                <a:lnTo>
                  <a:pt x="2292" y="1268"/>
                </a:lnTo>
                <a:lnTo>
                  <a:pt x="2288" y="1298"/>
                </a:lnTo>
                <a:lnTo>
                  <a:pt x="2284" y="1328"/>
                </a:lnTo>
                <a:lnTo>
                  <a:pt x="2279" y="1358"/>
                </a:lnTo>
                <a:lnTo>
                  <a:pt x="2273" y="1387"/>
                </a:lnTo>
                <a:lnTo>
                  <a:pt x="2266" y="1416"/>
                </a:lnTo>
                <a:lnTo>
                  <a:pt x="2259" y="1445"/>
                </a:lnTo>
                <a:lnTo>
                  <a:pt x="2251" y="1474"/>
                </a:lnTo>
                <a:lnTo>
                  <a:pt x="2242" y="1504"/>
                </a:lnTo>
                <a:lnTo>
                  <a:pt x="2232" y="1533"/>
                </a:lnTo>
                <a:lnTo>
                  <a:pt x="2222" y="1561"/>
                </a:lnTo>
                <a:lnTo>
                  <a:pt x="2210" y="1589"/>
                </a:lnTo>
                <a:lnTo>
                  <a:pt x="2199" y="1616"/>
                </a:lnTo>
                <a:lnTo>
                  <a:pt x="2186" y="1644"/>
                </a:lnTo>
                <a:lnTo>
                  <a:pt x="2173" y="1671"/>
                </a:lnTo>
                <a:lnTo>
                  <a:pt x="2159" y="1697"/>
                </a:lnTo>
                <a:lnTo>
                  <a:pt x="2144" y="1723"/>
                </a:lnTo>
                <a:lnTo>
                  <a:pt x="2129" y="1749"/>
                </a:lnTo>
                <a:lnTo>
                  <a:pt x="2113" y="1775"/>
                </a:lnTo>
                <a:lnTo>
                  <a:pt x="2096" y="1800"/>
                </a:lnTo>
                <a:lnTo>
                  <a:pt x="2079" y="1824"/>
                </a:lnTo>
                <a:lnTo>
                  <a:pt x="2060" y="1848"/>
                </a:lnTo>
                <a:lnTo>
                  <a:pt x="2042" y="1872"/>
                </a:lnTo>
                <a:lnTo>
                  <a:pt x="2023" y="1895"/>
                </a:lnTo>
                <a:lnTo>
                  <a:pt x="2003" y="1918"/>
                </a:lnTo>
                <a:lnTo>
                  <a:pt x="1982" y="1940"/>
                </a:lnTo>
                <a:lnTo>
                  <a:pt x="1961" y="1961"/>
                </a:lnTo>
                <a:lnTo>
                  <a:pt x="1940" y="1982"/>
                </a:lnTo>
                <a:lnTo>
                  <a:pt x="1918" y="2003"/>
                </a:lnTo>
                <a:lnTo>
                  <a:pt x="1895" y="2023"/>
                </a:lnTo>
                <a:lnTo>
                  <a:pt x="1872" y="2042"/>
                </a:lnTo>
                <a:lnTo>
                  <a:pt x="1849" y="2060"/>
                </a:lnTo>
                <a:lnTo>
                  <a:pt x="1824" y="2078"/>
                </a:lnTo>
                <a:lnTo>
                  <a:pt x="1800" y="2096"/>
                </a:lnTo>
                <a:lnTo>
                  <a:pt x="1775" y="2112"/>
                </a:lnTo>
                <a:lnTo>
                  <a:pt x="1749" y="2128"/>
                </a:lnTo>
                <a:lnTo>
                  <a:pt x="1724" y="2144"/>
                </a:lnTo>
                <a:lnTo>
                  <a:pt x="1697" y="2159"/>
                </a:lnTo>
                <a:lnTo>
                  <a:pt x="1671" y="2173"/>
                </a:lnTo>
                <a:lnTo>
                  <a:pt x="1644" y="2186"/>
                </a:lnTo>
                <a:lnTo>
                  <a:pt x="1616" y="2198"/>
                </a:lnTo>
                <a:lnTo>
                  <a:pt x="1589" y="2210"/>
                </a:lnTo>
                <a:lnTo>
                  <a:pt x="1561" y="2221"/>
                </a:lnTo>
                <a:lnTo>
                  <a:pt x="1533" y="2232"/>
                </a:lnTo>
                <a:lnTo>
                  <a:pt x="1504" y="2242"/>
                </a:lnTo>
                <a:lnTo>
                  <a:pt x="1476" y="2250"/>
                </a:lnTo>
                <a:lnTo>
                  <a:pt x="1447" y="2259"/>
                </a:lnTo>
                <a:lnTo>
                  <a:pt x="1417" y="2266"/>
                </a:lnTo>
                <a:lnTo>
                  <a:pt x="1388" y="2273"/>
                </a:lnTo>
                <a:lnTo>
                  <a:pt x="1359" y="2279"/>
                </a:lnTo>
                <a:lnTo>
                  <a:pt x="1329" y="2284"/>
                </a:lnTo>
                <a:lnTo>
                  <a:pt x="1299" y="2288"/>
                </a:lnTo>
                <a:lnTo>
                  <a:pt x="1269" y="2291"/>
                </a:lnTo>
                <a:lnTo>
                  <a:pt x="1239" y="2294"/>
                </a:lnTo>
                <a:lnTo>
                  <a:pt x="1209" y="2296"/>
                </a:lnTo>
                <a:lnTo>
                  <a:pt x="1179" y="2297"/>
                </a:lnTo>
                <a:lnTo>
                  <a:pt x="1149" y="2298"/>
                </a:lnTo>
                <a:lnTo>
                  <a:pt x="1119" y="2297"/>
                </a:lnTo>
                <a:lnTo>
                  <a:pt x="1089" y="2296"/>
                </a:lnTo>
                <a:lnTo>
                  <a:pt x="1059" y="2294"/>
                </a:lnTo>
                <a:lnTo>
                  <a:pt x="1029" y="2291"/>
                </a:lnTo>
                <a:lnTo>
                  <a:pt x="999" y="2288"/>
                </a:lnTo>
                <a:lnTo>
                  <a:pt x="970" y="2284"/>
                </a:lnTo>
                <a:lnTo>
                  <a:pt x="940" y="2279"/>
                </a:lnTo>
                <a:lnTo>
                  <a:pt x="910" y="2273"/>
                </a:lnTo>
                <a:lnTo>
                  <a:pt x="881" y="2266"/>
                </a:lnTo>
                <a:lnTo>
                  <a:pt x="852" y="2259"/>
                </a:lnTo>
                <a:lnTo>
                  <a:pt x="823" y="2250"/>
                </a:lnTo>
                <a:lnTo>
                  <a:pt x="794" y="2242"/>
                </a:lnTo>
                <a:lnTo>
                  <a:pt x="766" y="2232"/>
                </a:lnTo>
                <a:lnTo>
                  <a:pt x="738" y="2221"/>
                </a:lnTo>
                <a:lnTo>
                  <a:pt x="710" y="2210"/>
                </a:lnTo>
                <a:lnTo>
                  <a:pt x="682" y="2198"/>
                </a:lnTo>
                <a:lnTo>
                  <a:pt x="655" y="2186"/>
                </a:lnTo>
                <a:lnTo>
                  <a:pt x="628" y="2173"/>
                </a:lnTo>
                <a:lnTo>
                  <a:pt x="601" y="2159"/>
                </a:lnTo>
                <a:lnTo>
                  <a:pt x="575" y="2144"/>
                </a:lnTo>
                <a:lnTo>
                  <a:pt x="549" y="2128"/>
                </a:lnTo>
                <a:lnTo>
                  <a:pt x="524" y="2112"/>
                </a:lnTo>
                <a:lnTo>
                  <a:pt x="499" y="2096"/>
                </a:lnTo>
                <a:lnTo>
                  <a:pt x="474" y="2078"/>
                </a:lnTo>
                <a:lnTo>
                  <a:pt x="450" y="2060"/>
                </a:lnTo>
                <a:lnTo>
                  <a:pt x="426" y="2042"/>
                </a:lnTo>
                <a:lnTo>
                  <a:pt x="403" y="2023"/>
                </a:lnTo>
                <a:lnTo>
                  <a:pt x="381" y="2003"/>
                </a:lnTo>
                <a:lnTo>
                  <a:pt x="359" y="1982"/>
                </a:lnTo>
                <a:lnTo>
                  <a:pt x="337" y="1961"/>
                </a:lnTo>
                <a:lnTo>
                  <a:pt x="316" y="1940"/>
                </a:lnTo>
                <a:lnTo>
                  <a:pt x="296" y="1918"/>
                </a:lnTo>
                <a:lnTo>
                  <a:pt x="276" y="1895"/>
                </a:lnTo>
                <a:lnTo>
                  <a:pt x="257" y="1872"/>
                </a:lnTo>
                <a:lnTo>
                  <a:pt x="238" y="1848"/>
                </a:lnTo>
                <a:lnTo>
                  <a:pt x="220" y="1824"/>
                </a:lnTo>
                <a:lnTo>
                  <a:pt x="203" y="1800"/>
                </a:lnTo>
                <a:lnTo>
                  <a:pt x="186" y="1775"/>
                </a:lnTo>
                <a:lnTo>
                  <a:pt x="169" y="1749"/>
                </a:lnTo>
                <a:lnTo>
                  <a:pt x="153" y="1723"/>
                </a:lnTo>
                <a:lnTo>
                  <a:pt x="139" y="1697"/>
                </a:lnTo>
                <a:lnTo>
                  <a:pt x="125" y="1671"/>
                </a:lnTo>
                <a:lnTo>
                  <a:pt x="112" y="1644"/>
                </a:lnTo>
                <a:lnTo>
                  <a:pt x="99" y="1616"/>
                </a:lnTo>
                <a:lnTo>
                  <a:pt x="87" y="1589"/>
                </a:lnTo>
                <a:lnTo>
                  <a:pt x="76" y="1561"/>
                </a:lnTo>
                <a:lnTo>
                  <a:pt x="66" y="1533"/>
                </a:lnTo>
                <a:lnTo>
                  <a:pt x="56" y="1504"/>
                </a:lnTo>
                <a:lnTo>
                  <a:pt x="47" y="1474"/>
                </a:lnTo>
                <a:lnTo>
                  <a:pt x="39" y="1445"/>
                </a:lnTo>
                <a:lnTo>
                  <a:pt x="31" y="1416"/>
                </a:lnTo>
                <a:lnTo>
                  <a:pt x="25" y="1387"/>
                </a:lnTo>
                <a:lnTo>
                  <a:pt x="19" y="1358"/>
                </a:lnTo>
                <a:lnTo>
                  <a:pt x="14" y="1328"/>
                </a:lnTo>
                <a:lnTo>
                  <a:pt x="9" y="1298"/>
                </a:lnTo>
                <a:lnTo>
                  <a:pt x="6" y="1268"/>
                </a:lnTo>
                <a:lnTo>
                  <a:pt x="3" y="1238"/>
                </a:lnTo>
                <a:lnTo>
                  <a:pt x="1" y="1208"/>
                </a:lnTo>
                <a:lnTo>
                  <a:pt x="0" y="1178"/>
                </a:lnTo>
                <a:lnTo>
                  <a:pt x="0" y="1148"/>
                </a:lnTo>
                <a:lnTo>
                  <a:pt x="0" y="1118"/>
                </a:lnTo>
                <a:lnTo>
                  <a:pt x="1" y="1088"/>
                </a:lnTo>
                <a:lnTo>
                  <a:pt x="3" y="1058"/>
                </a:lnTo>
                <a:lnTo>
                  <a:pt x="6" y="1028"/>
                </a:lnTo>
                <a:lnTo>
                  <a:pt x="9" y="998"/>
                </a:lnTo>
                <a:lnTo>
                  <a:pt x="14" y="968"/>
                </a:lnTo>
                <a:lnTo>
                  <a:pt x="19" y="939"/>
                </a:lnTo>
                <a:lnTo>
                  <a:pt x="25" y="909"/>
                </a:lnTo>
                <a:lnTo>
                  <a:pt x="31" y="880"/>
                </a:lnTo>
                <a:lnTo>
                  <a:pt x="39" y="851"/>
                </a:lnTo>
                <a:lnTo>
                  <a:pt x="47" y="822"/>
                </a:lnTo>
                <a:lnTo>
                  <a:pt x="56" y="793"/>
                </a:lnTo>
                <a:lnTo>
                  <a:pt x="66" y="765"/>
                </a:lnTo>
                <a:lnTo>
                  <a:pt x="76" y="737"/>
                </a:lnTo>
                <a:lnTo>
                  <a:pt x="87" y="709"/>
                </a:lnTo>
                <a:lnTo>
                  <a:pt x="99" y="681"/>
                </a:lnTo>
                <a:lnTo>
                  <a:pt x="112" y="654"/>
                </a:lnTo>
                <a:lnTo>
                  <a:pt x="125" y="627"/>
                </a:lnTo>
                <a:lnTo>
                  <a:pt x="139" y="600"/>
                </a:lnTo>
                <a:lnTo>
                  <a:pt x="153" y="574"/>
                </a:lnTo>
                <a:lnTo>
                  <a:pt x="169" y="548"/>
                </a:lnTo>
                <a:lnTo>
                  <a:pt x="186" y="523"/>
                </a:lnTo>
                <a:lnTo>
                  <a:pt x="203" y="498"/>
                </a:lnTo>
                <a:lnTo>
                  <a:pt x="220" y="473"/>
                </a:lnTo>
                <a:lnTo>
                  <a:pt x="238" y="449"/>
                </a:lnTo>
                <a:lnTo>
                  <a:pt x="257" y="425"/>
                </a:lnTo>
                <a:lnTo>
                  <a:pt x="276" y="402"/>
                </a:lnTo>
                <a:lnTo>
                  <a:pt x="296" y="380"/>
                </a:lnTo>
                <a:lnTo>
                  <a:pt x="316" y="357"/>
                </a:lnTo>
                <a:lnTo>
                  <a:pt x="337" y="336"/>
                </a:lnTo>
                <a:lnTo>
                  <a:pt x="359" y="315"/>
                </a:lnTo>
                <a:lnTo>
                  <a:pt x="381" y="295"/>
                </a:lnTo>
                <a:lnTo>
                  <a:pt x="403" y="275"/>
                </a:lnTo>
                <a:lnTo>
                  <a:pt x="426" y="255"/>
                </a:lnTo>
                <a:lnTo>
                  <a:pt x="450" y="237"/>
                </a:lnTo>
                <a:lnTo>
                  <a:pt x="474" y="219"/>
                </a:lnTo>
                <a:lnTo>
                  <a:pt x="499" y="202"/>
                </a:lnTo>
                <a:lnTo>
                  <a:pt x="524" y="185"/>
                </a:lnTo>
                <a:lnTo>
                  <a:pt x="549" y="169"/>
                </a:lnTo>
                <a:lnTo>
                  <a:pt x="575" y="153"/>
                </a:lnTo>
                <a:lnTo>
                  <a:pt x="601" y="139"/>
                </a:lnTo>
                <a:lnTo>
                  <a:pt x="628" y="125"/>
                </a:lnTo>
                <a:lnTo>
                  <a:pt x="655" y="111"/>
                </a:lnTo>
                <a:lnTo>
                  <a:pt x="682" y="99"/>
                </a:lnTo>
                <a:lnTo>
                  <a:pt x="710" y="87"/>
                </a:lnTo>
                <a:lnTo>
                  <a:pt x="738" y="76"/>
                </a:lnTo>
                <a:lnTo>
                  <a:pt x="766" y="65"/>
                </a:lnTo>
                <a:lnTo>
                  <a:pt x="794" y="56"/>
                </a:lnTo>
                <a:lnTo>
                  <a:pt x="823" y="47"/>
                </a:lnTo>
                <a:lnTo>
                  <a:pt x="852" y="39"/>
                </a:lnTo>
                <a:lnTo>
                  <a:pt x="881" y="31"/>
                </a:lnTo>
                <a:lnTo>
                  <a:pt x="910" y="25"/>
                </a:lnTo>
                <a:lnTo>
                  <a:pt x="940" y="19"/>
                </a:lnTo>
                <a:lnTo>
                  <a:pt x="970" y="14"/>
                </a:lnTo>
                <a:lnTo>
                  <a:pt x="999" y="9"/>
                </a:lnTo>
                <a:lnTo>
                  <a:pt x="1029" y="6"/>
                </a:lnTo>
                <a:lnTo>
                  <a:pt x="1059" y="3"/>
                </a:lnTo>
                <a:lnTo>
                  <a:pt x="1089" y="1"/>
                </a:lnTo>
                <a:lnTo>
                  <a:pt x="1119" y="0"/>
                </a:lnTo>
                <a:lnTo>
                  <a:pt x="1149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 flipV="1">
            <a:off x="4898880" y="3189600"/>
            <a:ext cx="0" cy="4132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 flipV="1">
            <a:off x="4898880" y="331056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898880" y="3602880"/>
            <a:ext cx="41364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898880" y="360288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898880" y="3602880"/>
            <a:ext cx="0" cy="41364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 flipH="1">
            <a:off x="4606560" y="360288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 flipH="1">
            <a:off x="4485600" y="3602880"/>
            <a:ext cx="41328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 flipH="1" flipV="1">
            <a:off x="4606560" y="331056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4844880" y="3386520"/>
            <a:ext cx="284040" cy="216720"/>
          </a:xfrm>
          <a:custGeom>
            <a:avLst/>
            <a:gdLst/>
            <a:ahLst/>
            <a:rect l="0" t="0" r="r" b="b"/>
            <a:pathLst>
              <a:path w="789" h="602">
                <a:moveTo>
                  <a:pt x="150" y="495"/>
                </a:moveTo>
                <a:lnTo>
                  <a:pt x="753" y="0"/>
                </a:lnTo>
                <a:lnTo>
                  <a:pt x="789" y="602"/>
                </a:lnTo>
                <a:lnTo>
                  <a:pt x="150" y="602"/>
                </a:lnTo>
                <a:lnTo>
                  <a:pt x="0" y="451"/>
                </a:lnTo>
                <a:lnTo>
                  <a:pt x="150" y="495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4844880" y="3386520"/>
            <a:ext cx="284040" cy="243720"/>
          </a:xfrm>
          <a:custGeom>
            <a:avLst/>
            <a:gdLst/>
            <a:ahLst/>
            <a:rect l="0" t="0" r="r" b="b"/>
            <a:pathLst>
              <a:path fill="none" w="789" h="677">
                <a:moveTo>
                  <a:pt x="150" y="496"/>
                </a:moveTo>
                <a:lnTo>
                  <a:pt x="753" y="0"/>
                </a:lnTo>
                <a:lnTo>
                  <a:pt x="789" y="602"/>
                </a:lnTo>
                <a:lnTo>
                  <a:pt x="150" y="602"/>
                </a:lnTo>
                <a:lnTo>
                  <a:pt x="75" y="677"/>
                </a:lnTo>
                <a:lnTo>
                  <a:pt x="150" y="602"/>
                </a:lnTo>
                <a:lnTo>
                  <a:pt x="0" y="452"/>
                </a:lnTo>
                <a:lnTo>
                  <a:pt x="150" y="496"/>
                </a:lnTo>
              </a:path>
            </a:pathLst>
          </a:custGeom>
          <a:ln w="11880">
            <a:solidFill>
              <a:srgbClr val="1A1A1A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331128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873680" y="30927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533340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4873680" y="4024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5463000" y="3089520"/>
            <a:ext cx="1027080" cy="1027080"/>
          </a:xfrm>
          <a:custGeom>
            <a:avLst/>
            <a:gdLst/>
            <a:ahLst/>
            <a:rect l="0" t="0" r="r" b="b"/>
            <a:pathLst>
              <a:path w="2853" h="2853">
                <a:moveTo>
                  <a:pt x="0" y="0"/>
                </a:moveTo>
                <a:lnTo>
                  <a:pt x="2853" y="0"/>
                </a:lnTo>
                <a:lnTo>
                  <a:pt x="2853" y="2853"/>
                </a:lnTo>
                <a:lnTo>
                  <a:pt x="0" y="2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5838480" y="3465000"/>
            <a:ext cx="276120" cy="276120"/>
          </a:xfrm>
          <a:custGeom>
            <a:avLst/>
            <a:gdLst/>
            <a:ahLst/>
            <a:rect l="0" t="0" r="r" b="b"/>
            <a:pathLst>
              <a:path fill="none" w="767" h="767">
                <a:moveTo>
                  <a:pt x="384" y="0"/>
                </a:moveTo>
                <a:lnTo>
                  <a:pt x="394" y="0"/>
                </a:lnTo>
                <a:lnTo>
                  <a:pt x="404" y="1"/>
                </a:lnTo>
                <a:lnTo>
                  <a:pt x="414" y="1"/>
                </a:lnTo>
                <a:lnTo>
                  <a:pt x="424" y="2"/>
                </a:lnTo>
                <a:lnTo>
                  <a:pt x="434" y="4"/>
                </a:lnTo>
                <a:lnTo>
                  <a:pt x="444" y="5"/>
                </a:lnTo>
                <a:lnTo>
                  <a:pt x="454" y="7"/>
                </a:lnTo>
                <a:lnTo>
                  <a:pt x="464" y="9"/>
                </a:lnTo>
                <a:lnTo>
                  <a:pt x="474" y="11"/>
                </a:lnTo>
                <a:lnTo>
                  <a:pt x="483" y="13"/>
                </a:lnTo>
                <a:lnTo>
                  <a:pt x="493" y="16"/>
                </a:lnTo>
                <a:lnTo>
                  <a:pt x="503" y="19"/>
                </a:lnTo>
                <a:lnTo>
                  <a:pt x="512" y="22"/>
                </a:lnTo>
                <a:lnTo>
                  <a:pt x="521" y="26"/>
                </a:lnTo>
                <a:lnTo>
                  <a:pt x="531" y="29"/>
                </a:lnTo>
                <a:lnTo>
                  <a:pt x="540" y="33"/>
                </a:lnTo>
                <a:lnTo>
                  <a:pt x="549" y="38"/>
                </a:lnTo>
                <a:lnTo>
                  <a:pt x="558" y="42"/>
                </a:lnTo>
                <a:lnTo>
                  <a:pt x="567" y="47"/>
                </a:lnTo>
                <a:lnTo>
                  <a:pt x="576" y="52"/>
                </a:lnTo>
                <a:lnTo>
                  <a:pt x="584" y="57"/>
                </a:lnTo>
                <a:lnTo>
                  <a:pt x="593" y="62"/>
                </a:lnTo>
                <a:lnTo>
                  <a:pt x="601" y="68"/>
                </a:lnTo>
                <a:lnTo>
                  <a:pt x="609" y="73"/>
                </a:lnTo>
                <a:lnTo>
                  <a:pt x="617" y="79"/>
                </a:lnTo>
                <a:lnTo>
                  <a:pt x="625" y="86"/>
                </a:lnTo>
                <a:lnTo>
                  <a:pt x="633" y="92"/>
                </a:lnTo>
                <a:lnTo>
                  <a:pt x="640" y="99"/>
                </a:lnTo>
                <a:lnTo>
                  <a:pt x="648" y="105"/>
                </a:lnTo>
                <a:lnTo>
                  <a:pt x="655" y="112"/>
                </a:lnTo>
                <a:lnTo>
                  <a:pt x="662" y="120"/>
                </a:lnTo>
                <a:lnTo>
                  <a:pt x="669" y="127"/>
                </a:lnTo>
                <a:lnTo>
                  <a:pt x="675" y="134"/>
                </a:lnTo>
                <a:lnTo>
                  <a:pt x="682" y="142"/>
                </a:lnTo>
                <a:lnTo>
                  <a:pt x="688" y="150"/>
                </a:lnTo>
                <a:lnTo>
                  <a:pt x="694" y="158"/>
                </a:lnTo>
                <a:lnTo>
                  <a:pt x="700" y="166"/>
                </a:lnTo>
                <a:lnTo>
                  <a:pt x="705" y="175"/>
                </a:lnTo>
                <a:lnTo>
                  <a:pt x="711" y="183"/>
                </a:lnTo>
                <a:lnTo>
                  <a:pt x="716" y="192"/>
                </a:lnTo>
                <a:lnTo>
                  <a:pt x="721" y="200"/>
                </a:lnTo>
                <a:lnTo>
                  <a:pt x="725" y="209"/>
                </a:lnTo>
                <a:lnTo>
                  <a:pt x="730" y="218"/>
                </a:lnTo>
                <a:lnTo>
                  <a:pt x="734" y="227"/>
                </a:lnTo>
                <a:lnTo>
                  <a:pt x="738" y="237"/>
                </a:lnTo>
                <a:lnTo>
                  <a:pt x="742" y="246"/>
                </a:lnTo>
                <a:lnTo>
                  <a:pt x="745" y="255"/>
                </a:lnTo>
                <a:lnTo>
                  <a:pt x="748" y="265"/>
                </a:lnTo>
                <a:lnTo>
                  <a:pt x="751" y="274"/>
                </a:lnTo>
                <a:lnTo>
                  <a:pt x="754" y="284"/>
                </a:lnTo>
                <a:lnTo>
                  <a:pt x="756" y="294"/>
                </a:lnTo>
                <a:lnTo>
                  <a:pt x="759" y="304"/>
                </a:lnTo>
                <a:lnTo>
                  <a:pt x="761" y="313"/>
                </a:lnTo>
                <a:lnTo>
                  <a:pt x="762" y="323"/>
                </a:lnTo>
                <a:lnTo>
                  <a:pt x="764" y="333"/>
                </a:lnTo>
                <a:lnTo>
                  <a:pt x="765" y="343"/>
                </a:lnTo>
                <a:lnTo>
                  <a:pt x="766" y="353"/>
                </a:lnTo>
                <a:lnTo>
                  <a:pt x="767" y="363"/>
                </a:lnTo>
                <a:lnTo>
                  <a:pt x="767" y="373"/>
                </a:lnTo>
                <a:lnTo>
                  <a:pt x="767" y="383"/>
                </a:lnTo>
                <a:lnTo>
                  <a:pt x="767" y="393"/>
                </a:lnTo>
                <a:lnTo>
                  <a:pt x="767" y="403"/>
                </a:lnTo>
                <a:lnTo>
                  <a:pt x="766" y="413"/>
                </a:lnTo>
                <a:lnTo>
                  <a:pt x="765" y="423"/>
                </a:lnTo>
                <a:lnTo>
                  <a:pt x="764" y="433"/>
                </a:lnTo>
                <a:lnTo>
                  <a:pt x="762" y="443"/>
                </a:lnTo>
                <a:lnTo>
                  <a:pt x="761" y="453"/>
                </a:lnTo>
                <a:lnTo>
                  <a:pt x="759" y="463"/>
                </a:lnTo>
                <a:lnTo>
                  <a:pt x="756" y="472"/>
                </a:lnTo>
                <a:lnTo>
                  <a:pt x="754" y="482"/>
                </a:lnTo>
                <a:lnTo>
                  <a:pt x="751" y="492"/>
                </a:lnTo>
                <a:lnTo>
                  <a:pt x="748" y="501"/>
                </a:lnTo>
                <a:lnTo>
                  <a:pt x="745" y="511"/>
                </a:lnTo>
                <a:lnTo>
                  <a:pt x="742" y="520"/>
                </a:lnTo>
                <a:lnTo>
                  <a:pt x="738" y="530"/>
                </a:lnTo>
                <a:lnTo>
                  <a:pt x="734" y="539"/>
                </a:lnTo>
                <a:lnTo>
                  <a:pt x="730" y="548"/>
                </a:lnTo>
                <a:lnTo>
                  <a:pt x="725" y="557"/>
                </a:lnTo>
                <a:lnTo>
                  <a:pt x="721" y="566"/>
                </a:lnTo>
                <a:lnTo>
                  <a:pt x="716" y="575"/>
                </a:lnTo>
                <a:lnTo>
                  <a:pt x="705" y="592"/>
                </a:lnTo>
                <a:lnTo>
                  <a:pt x="700" y="600"/>
                </a:lnTo>
                <a:lnTo>
                  <a:pt x="694" y="608"/>
                </a:lnTo>
                <a:lnTo>
                  <a:pt x="688" y="616"/>
                </a:lnTo>
                <a:lnTo>
                  <a:pt x="682" y="624"/>
                </a:lnTo>
                <a:lnTo>
                  <a:pt x="675" y="632"/>
                </a:lnTo>
                <a:lnTo>
                  <a:pt x="669" y="639"/>
                </a:lnTo>
                <a:lnTo>
                  <a:pt x="662" y="647"/>
                </a:lnTo>
                <a:lnTo>
                  <a:pt x="655" y="654"/>
                </a:lnTo>
                <a:lnTo>
                  <a:pt x="648" y="661"/>
                </a:lnTo>
                <a:lnTo>
                  <a:pt x="640" y="668"/>
                </a:lnTo>
                <a:lnTo>
                  <a:pt x="633" y="674"/>
                </a:lnTo>
                <a:lnTo>
                  <a:pt x="625" y="681"/>
                </a:lnTo>
                <a:lnTo>
                  <a:pt x="617" y="687"/>
                </a:lnTo>
                <a:lnTo>
                  <a:pt x="609" y="693"/>
                </a:lnTo>
                <a:lnTo>
                  <a:pt x="601" y="699"/>
                </a:lnTo>
                <a:lnTo>
                  <a:pt x="593" y="705"/>
                </a:lnTo>
                <a:lnTo>
                  <a:pt x="584" y="711"/>
                </a:lnTo>
                <a:lnTo>
                  <a:pt x="576" y="716"/>
                </a:lnTo>
                <a:lnTo>
                  <a:pt x="567" y="721"/>
                </a:lnTo>
                <a:lnTo>
                  <a:pt x="558" y="725"/>
                </a:lnTo>
                <a:lnTo>
                  <a:pt x="549" y="730"/>
                </a:lnTo>
                <a:lnTo>
                  <a:pt x="540" y="734"/>
                </a:lnTo>
                <a:lnTo>
                  <a:pt x="531" y="738"/>
                </a:lnTo>
                <a:lnTo>
                  <a:pt x="521" y="742"/>
                </a:lnTo>
                <a:lnTo>
                  <a:pt x="512" y="745"/>
                </a:lnTo>
                <a:lnTo>
                  <a:pt x="503" y="748"/>
                </a:lnTo>
                <a:lnTo>
                  <a:pt x="493" y="751"/>
                </a:lnTo>
                <a:lnTo>
                  <a:pt x="483" y="754"/>
                </a:lnTo>
                <a:lnTo>
                  <a:pt x="474" y="756"/>
                </a:lnTo>
                <a:lnTo>
                  <a:pt x="464" y="759"/>
                </a:lnTo>
                <a:lnTo>
                  <a:pt x="454" y="761"/>
                </a:lnTo>
                <a:lnTo>
                  <a:pt x="444" y="762"/>
                </a:lnTo>
                <a:lnTo>
                  <a:pt x="434" y="764"/>
                </a:lnTo>
                <a:lnTo>
                  <a:pt x="424" y="765"/>
                </a:lnTo>
                <a:lnTo>
                  <a:pt x="414" y="766"/>
                </a:lnTo>
                <a:lnTo>
                  <a:pt x="404" y="766"/>
                </a:lnTo>
                <a:lnTo>
                  <a:pt x="394" y="767"/>
                </a:lnTo>
                <a:lnTo>
                  <a:pt x="384" y="767"/>
                </a:lnTo>
                <a:lnTo>
                  <a:pt x="374" y="767"/>
                </a:lnTo>
                <a:lnTo>
                  <a:pt x="364" y="766"/>
                </a:lnTo>
                <a:lnTo>
                  <a:pt x="354" y="766"/>
                </a:lnTo>
                <a:lnTo>
                  <a:pt x="344" y="765"/>
                </a:lnTo>
                <a:lnTo>
                  <a:pt x="334" y="764"/>
                </a:lnTo>
                <a:lnTo>
                  <a:pt x="324" y="762"/>
                </a:lnTo>
                <a:lnTo>
                  <a:pt x="314" y="761"/>
                </a:lnTo>
                <a:lnTo>
                  <a:pt x="305" y="759"/>
                </a:lnTo>
                <a:lnTo>
                  <a:pt x="295" y="756"/>
                </a:lnTo>
                <a:lnTo>
                  <a:pt x="285" y="754"/>
                </a:lnTo>
                <a:lnTo>
                  <a:pt x="275" y="751"/>
                </a:lnTo>
                <a:lnTo>
                  <a:pt x="266" y="748"/>
                </a:lnTo>
                <a:lnTo>
                  <a:pt x="256" y="745"/>
                </a:lnTo>
                <a:lnTo>
                  <a:pt x="247" y="742"/>
                </a:lnTo>
                <a:lnTo>
                  <a:pt x="238" y="738"/>
                </a:lnTo>
                <a:lnTo>
                  <a:pt x="227" y="734"/>
                </a:lnTo>
                <a:lnTo>
                  <a:pt x="218" y="730"/>
                </a:lnTo>
                <a:lnTo>
                  <a:pt x="209" y="725"/>
                </a:lnTo>
                <a:lnTo>
                  <a:pt x="201" y="721"/>
                </a:lnTo>
                <a:lnTo>
                  <a:pt x="192" y="716"/>
                </a:lnTo>
                <a:lnTo>
                  <a:pt x="183" y="711"/>
                </a:lnTo>
                <a:lnTo>
                  <a:pt x="175" y="705"/>
                </a:lnTo>
                <a:lnTo>
                  <a:pt x="166" y="699"/>
                </a:lnTo>
                <a:lnTo>
                  <a:pt x="158" y="693"/>
                </a:lnTo>
                <a:lnTo>
                  <a:pt x="150" y="687"/>
                </a:lnTo>
                <a:lnTo>
                  <a:pt x="142" y="681"/>
                </a:lnTo>
                <a:lnTo>
                  <a:pt x="135" y="674"/>
                </a:lnTo>
                <a:lnTo>
                  <a:pt x="127" y="668"/>
                </a:lnTo>
                <a:lnTo>
                  <a:pt x="120" y="661"/>
                </a:lnTo>
                <a:lnTo>
                  <a:pt x="113" y="654"/>
                </a:lnTo>
                <a:lnTo>
                  <a:pt x="105" y="647"/>
                </a:lnTo>
                <a:lnTo>
                  <a:pt x="99" y="639"/>
                </a:lnTo>
                <a:lnTo>
                  <a:pt x="92" y="632"/>
                </a:lnTo>
                <a:lnTo>
                  <a:pt x="86" y="624"/>
                </a:lnTo>
                <a:lnTo>
                  <a:pt x="79" y="616"/>
                </a:lnTo>
                <a:lnTo>
                  <a:pt x="73" y="608"/>
                </a:lnTo>
                <a:lnTo>
                  <a:pt x="68" y="600"/>
                </a:lnTo>
                <a:lnTo>
                  <a:pt x="62" y="592"/>
                </a:lnTo>
                <a:lnTo>
                  <a:pt x="57" y="583"/>
                </a:lnTo>
                <a:lnTo>
                  <a:pt x="52" y="575"/>
                </a:lnTo>
                <a:lnTo>
                  <a:pt x="47" y="566"/>
                </a:lnTo>
                <a:lnTo>
                  <a:pt x="42" y="557"/>
                </a:lnTo>
                <a:lnTo>
                  <a:pt x="38" y="548"/>
                </a:lnTo>
                <a:lnTo>
                  <a:pt x="33" y="539"/>
                </a:lnTo>
                <a:lnTo>
                  <a:pt x="30" y="530"/>
                </a:lnTo>
                <a:lnTo>
                  <a:pt x="26" y="520"/>
                </a:lnTo>
                <a:lnTo>
                  <a:pt x="22" y="511"/>
                </a:lnTo>
                <a:lnTo>
                  <a:pt x="19" y="501"/>
                </a:lnTo>
                <a:lnTo>
                  <a:pt x="16" y="492"/>
                </a:lnTo>
                <a:lnTo>
                  <a:pt x="13" y="482"/>
                </a:lnTo>
                <a:lnTo>
                  <a:pt x="11" y="472"/>
                </a:lnTo>
                <a:lnTo>
                  <a:pt x="9" y="463"/>
                </a:lnTo>
                <a:lnTo>
                  <a:pt x="7" y="453"/>
                </a:lnTo>
                <a:lnTo>
                  <a:pt x="5" y="443"/>
                </a:lnTo>
                <a:lnTo>
                  <a:pt x="4" y="433"/>
                </a:lnTo>
                <a:lnTo>
                  <a:pt x="2" y="423"/>
                </a:lnTo>
                <a:lnTo>
                  <a:pt x="2" y="413"/>
                </a:lnTo>
                <a:lnTo>
                  <a:pt x="1" y="403"/>
                </a:lnTo>
                <a:lnTo>
                  <a:pt x="0" y="393"/>
                </a:lnTo>
                <a:lnTo>
                  <a:pt x="0" y="383"/>
                </a:lnTo>
                <a:lnTo>
                  <a:pt x="0" y="373"/>
                </a:lnTo>
                <a:lnTo>
                  <a:pt x="1" y="363"/>
                </a:lnTo>
                <a:lnTo>
                  <a:pt x="2" y="353"/>
                </a:lnTo>
                <a:lnTo>
                  <a:pt x="2" y="343"/>
                </a:lnTo>
                <a:lnTo>
                  <a:pt x="4" y="333"/>
                </a:lnTo>
                <a:lnTo>
                  <a:pt x="5" y="323"/>
                </a:lnTo>
                <a:lnTo>
                  <a:pt x="7" y="313"/>
                </a:lnTo>
                <a:lnTo>
                  <a:pt x="9" y="304"/>
                </a:lnTo>
                <a:lnTo>
                  <a:pt x="11" y="294"/>
                </a:lnTo>
                <a:lnTo>
                  <a:pt x="13" y="284"/>
                </a:lnTo>
                <a:lnTo>
                  <a:pt x="16" y="274"/>
                </a:lnTo>
                <a:lnTo>
                  <a:pt x="19" y="265"/>
                </a:lnTo>
                <a:lnTo>
                  <a:pt x="22" y="255"/>
                </a:lnTo>
                <a:lnTo>
                  <a:pt x="26" y="246"/>
                </a:lnTo>
                <a:lnTo>
                  <a:pt x="30" y="237"/>
                </a:lnTo>
                <a:lnTo>
                  <a:pt x="33" y="227"/>
                </a:lnTo>
                <a:lnTo>
                  <a:pt x="38" y="218"/>
                </a:lnTo>
                <a:lnTo>
                  <a:pt x="42" y="209"/>
                </a:lnTo>
                <a:lnTo>
                  <a:pt x="47" y="200"/>
                </a:lnTo>
                <a:lnTo>
                  <a:pt x="52" y="192"/>
                </a:lnTo>
                <a:lnTo>
                  <a:pt x="57" y="183"/>
                </a:lnTo>
                <a:lnTo>
                  <a:pt x="62" y="175"/>
                </a:lnTo>
                <a:lnTo>
                  <a:pt x="68" y="166"/>
                </a:lnTo>
                <a:lnTo>
                  <a:pt x="73" y="158"/>
                </a:lnTo>
                <a:lnTo>
                  <a:pt x="79" y="150"/>
                </a:lnTo>
                <a:lnTo>
                  <a:pt x="86" y="142"/>
                </a:lnTo>
                <a:lnTo>
                  <a:pt x="92" y="134"/>
                </a:lnTo>
                <a:lnTo>
                  <a:pt x="99" y="127"/>
                </a:lnTo>
                <a:lnTo>
                  <a:pt x="105" y="120"/>
                </a:lnTo>
                <a:lnTo>
                  <a:pt x="113" y="112"/>
                </a:lnTo>
                <a:lnTo>
                  <a:pt x="120" y="105"/>
                </a:lnTo>
                <a:lnTo>
                  <a:pt x="127" y="99"/>
                </a:lnTo>
                <a:lnTo>
                  <a:pt x="135" y="92"/>
                </a:lnTo>
                <a:lnTo>
                  <a:pt x="142" y="86"/>
                </a:lnTo>
                <a:lnTo>
                  <a:pt x="150" y="79"/>
                </a:lnTo>
                <a:lnTo>
                  <a:pt x="158" y="73"/>
                </a:lnTo>
                <a:lnTo>
                  <a:pt x="166" y="68"/>
                </a:lnTo>
                <a:lnTo>
                  <a:pt x="175" y="62"/>
                </a:lnTo>
                <a:lnTo>
                  <a:pt x="183" y="57"/>
                </a:lnTo>
                <a:lnTo>
                  <a:pt x="192" y="52"/>
                </a:lnTo>
                <a:lnTo>
                  <a:pt x="201" y="47"/>
                </a:lnTo>
                <a:lnTo>
                  <a:pt x="209" y="42"/>
                </a:lnTo>
                <a:lnTo>
                  <a:pt x="218" y="38"/>
                </a:lnTo>
                <a:lnTo>
                  <a:pt x="227" y="33"/>
                </a:lnTo>
                <a:lnTo>
                  <a:pt x="238" y="29"/>
                </a:lnTo>
                <a:lnTo>
                  <a:pt x="247" y="26"/>
                </a:lnTo>
                <a:lnTo>
                  <a:pt x="256" y="22"/>
                </a:lnTo>
                <a:lnTo>
                  <a:pt x="266" y="19"/>
                </a:lnTo>
                <a:lnTo>
                  <a:pt x="275" y="16"/>
                </a:lnTo>
                <a:lnTo>
                  <a:pt x="285" y="13"/>
                </a:lnTo>
                <a:lnTo>
                  <a:pt x="295" y="11"/>
                </a:lnTo>
                <a:lnTo>
                  <a:pt x="305" y="9"/>
                </a:lnTo>
                <a:lnTo>
                  <a:pt x="314" y="7"/>
                </a:lnTo>
                <a:lnTo>
                  <a:pt x="324" y="5"/>
                </a:lnTo>
                <a:lnTo>
                  <a:pt x="334" y="4"/>
                </a:lnTo>
                <a:lnTo>
                  <a:pt x="344" y="2"/>
                </a:lnTo>
                <a:lnTo>
                  <a:pt x="354" y="1"/>
                </a:lnTo>
                <a:lnTo>
                  <a:pt x="364" y="1"/>
                </a:lnTo>
                <a:lnTo>
                  <a:pt x="374" y="0"/>
                </a:lnTo>
                <a:lnTo>
                  <a:pt x="384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5700960" y="3327120"/>
            <a:ext cx="551520" cy="551880"/>
          </a:xfrm>
          <a:custGeom>
            <a:avLst/>
            <a:gdLst/>
            <a:ahLst/>
            <a:rect l="0" t="0" r="r" b="b"/>
            <a:pathLst>
              <a:path fill="none" w="1532" h="1533">
                <a:moveTo>
                  <a:pt x="766" y="0"/>
                </a:moveTo>
                <a:lnTo>
                  <a:pt x="786" y="1"/>
                </a:lnTo>
                <a:lnTo>
                  <a:pt x="806" y="2"/>
                </a:lnTo>
                <a:lnTo>
                  <a:pt x="826" y="3"/>
                </a:lnTo>
                <a:lnTo>
                  <a:pt x="846" y="5"/>
                </a:lnTo>
                <a:lnTo>
                  <a:pt x="866" y="7"/>
                </a:lnTo>
                <a:lnTo>
                  <a:pt x="886" y="10"/>
                </a:lnTo>
                <a:lnTo>
                  <a:pt x="906" y="13"/>
                </a:lnTo>
                <a:lnTo>
                  <a:pt x="925" y="17"/>
                </a:lnTo>
                <a:lnTo>
                  <a:pt x="945" y="22"/>
                </a:lnTo>
                <a:lnTo>
                  <a:pt x="964" y="26"/>
                </a:lnTo>
                <a:lnTo>
                  <a:pt x="984" y="32"/>
                </a:lnTo>
                <a:lnTo>
                  <a:pt x="1003" y="38"/>
                </a:lnTo>
                <a:lnTo>
                  <a:pt x="1022" y="44"/>
                </a:lnTo>
                <a:lnTo>
                  <a:pt x="1041" y="51"/>
                </a:lnTo>
                <a:lnTo>
                  <a:pt x="1059" y="59"/>
                </a:lnTo>
                <a:lnTo>
                  <a:pt x="1078" y="67"/>
                </a:lnTo>
                <a:lnTo>
                  <a:pt x="1096" y="75"/>
                </a:lnTo>
                <a:lnTo>
                  <a:pt x="1114" y="84"/>
                </a:lnTo>
                <a:lnTo>
                  <a:pt x="1132" y="93"/>
                </a:lnTo>
                <a:lnTo>
                  <a:pt x="1149" y="103"/>
                </a:lnTo>
                <a:lnTo>
                  <a:pt x="1166" y="113"/>
                </a:lnTo>
                <a:lnTo>
                  <a:pt x="1183" y="124"/>
                </a:lnTo>
                <a:lnTo>
                  <a:pt x="1200" y="135"/>
                </a:lnTo>
                <a:lnTo>
                  <a:pt x="1216" y="147"/>
                </a:lnTo>
                <a:lnTo>
                  <a:pt x="1232" y="159"/>
                </a:lnTo>
                <a:lnTo>
                  <a:pt x="1248" y="171"/>
                </a:lnTo>
                <a:lnTo>
                  <a:pt x="1263" y="184"/>
                </a:lnTo>
                <a:lnTo>
                  <a:pt x="1279" y="197"/>
                </a:lnTo>
                <a:lnTo>
                  <a:pt x="1293" y="211"/>
                </a:lnTo>
                <a:lnTo>
                  <a:pt x="1308" y="225"/>
                </a:lnTo>
                <a:lnTo>
                  <a:pt x="1322" y="239"/>
                </a:lnTo>
                <a:lnTo>
                  <a:pt x="1335" y="254"/>
                </a:lnTo>
                <a:lnTo>
                  <a:pt x="1348" y="269"/>
                </a:lnTo>
                <a:lnTo>
                  <a:pt x="1361" y="284"/>
                </a:lnTo>
                <a:lnTo>
                  <a:pt x="1374" y="300"/>
                </a:lnTo>
                <a:lnTo>
                  <a:pt x="1386" y="316"/>
                </a:lnTo>
                <a:lnTo>
                  <a:pt x="1397" y="332"/>
                </a:lnTo>
                <a:lnTo>
                  <a:pt x="1408" y="349"/>
                </a:lnTo>
                <a:lnTo>
                  <a:pt x="1419" y="366"/>
                </a:lnTo>
                <a:lnTo>
                  <a:pt x="1429" y="383"/>
                </a:lnTo>
                <a:lnTo>
                  <a:pt x="1439" y="401"/>
                </a:lnTo>
                <a:lnTo>
                  <a:pt x="1448" y="418"/>
                </a:lnTo>
                <a:lnTo>
                  <a:pt x="1457" y="437"/>
                </a:lnTo>
                <a:lnTo>
                  <a:pt x="1466" y="455"/>
                </a:lnTo>
                <a:lnTo>
                  <a:pt x="1474" y="473"/>
                </a:lnTo>
                <a:lnTo>
                  <a:pt x="1481" y="492"/>
                </a:lnTo>
                <a:lnTo>
                  <a:pt x="1488" y="511"/>
                </a:lnTo>
                <a:lnTo>
                  <a:pt x="1494" y="530"/>
                </a:lnTo>
                <a:lnTo>
                  <a:pt x="1500" y="549"/>
                </a:lnTo>
                <a:lnTo>
                  <a:pt x="1506" y="568"/>
                </a:lnTo>
                <a:lnTo>
                  <a:pt x="1511" y="587"/>
                </a:lnTo>
                <a:lnTo>
                  <a:pt x="1515" y="607"/>
                </a:lnTo>
                <a:lnTo>
                  <a:pt x="1519" y="627"/>
                </a:lnTo>
                <a:lnTo>
                  <a:pt x="1523" y="646"/>
                </a:lnTo>
                <a:lnTo>
                  <a:pt x="1525" y="666"/>
                </a:lnTo>
                <a:lnTo>
                  <a:pt x="1528" y="686"/>
                </a:lnTo>
                <a:lnTo>
                  <a:pt x="1530" y="706"/>
                </a:lnTo>
                <a:lnTo>
                  <a:pt x="1531" y="727"/>
                </a:lnTo>
                <a:lnTo>
                  <a:pt x="1532" y="747"/>
                </a:lnTo>
                <a:lnTo>
                  <a:pt x="1532" y="767"/>
                </a:lnTo>
                <a:lnTo>
                  <a:pt x="1532" y="787"/>
                </a:lnTo>
                <a:lnTo>
                  <a:pt x="1531" y="807"/>
                </a:lnTo>
                <a:lnTo>
                  <a:pt x="1530" y="827"/>
                </a:lnTo>
                <a:lnTo>
                  <a:pt x="1528" y="847"/>
                </a:lnTo>
                <a:lnTo>
                  <a:pt x="1525" y="867"/>
                </a:lnTo>
                <a:lnTo>
                  <a:pt x="1523" y="887"/>
                </a:lnTo>
                <a:lnTo>
                  <a:pt x="1519" y="907"/>
                </a:lnTo>
                <a:lnTo>
                  <a:pt x="1515" y="926"/>
                </a:lnTo>
                <a:lnTo>
                  <a:pt x="1511" y="946"/>
                </a:lnTo>
                <a:lnTo>
                  <a:pt x="1506" y="965"/>
                </a:lnTo>
                <a:lnTo>
                  <a:pt x="1500" y="985"/>
                </a:lnTo>
                <a:lnTo>
                  <a:pt x="1494" y="1004"/>
                </a:lnTo>
                <a:lnTo>
                  <a:pt x="1488" y="1023"/>
                </a:lnTo>
                <a:lnTo>
                  <a:pt x="1481" y="1042"/>
                </a:lnTo>
                <a:lnTo>
                  <a:pt x="1474" y="1060"/>
                </a:lnTo>
                <a:lnTo>
                  <a:pt x="1466" y="1079"/>
                </a:lnTo>
                <a:lnTo>
                  <a:pt x="1457" y="1097"/>
                </a:lnTo>
                <a:lnTo>
                  <a:pt x="1448" y="1115"/>
                </a:lnTo>
                <a:lnTo>
                  <a:pt x="1439" y="1132"/>
                </a:lnTo>
                <a:lnTo>
                  <a:pt x="1429" y="1150"/>
                </a:lnTo>
                <a:lnTo>
                  <a:pt x="1419" y="1167"/>
                </a:lnTo>
                <a:lnTo>
                  <a:pt x="1408" y="1184"/>
                </a:lnTo>
                <a:lnTo>
                  <a:pt x="1397" y="1201"/>
                </a:lnTo>
                <a:lnTo>
                  <a:pt x="1386" y="1217"/>
                </a:lnTo>
                <a:lnTo>
                  <a:pt x="1374" y="1233"/>
                </a:lnTo>
                <a:lnTo>
                  <a:pt x="1361" y="1249"/>
                </a:lnTo>
                <a:lnTo>
                  <a:pt x="1348" y="1264"/>
                </a:lnTo>
                <a:lnTo>
                  <a:pt x="1335" y="1280"/>
                </a:lnTo>
                <a:lnTo>
                  <a:pt x="1322" y="1294"/>
                </a:lnTo>
                <a:lnTo>
                  <a:pt x="1308" y="1309"/>
                </a:lnTo>
                <a:lnTo>
                  <a:pt x="1293" y="1323"/>
                </a:lnTo>
                <a:lnTo>
                  <a:pt x="1279" y="1336"/>
                </a:lnTo>
                <a:lnTo>
                  <a:pt x="1263" y="1349"/>
                </a:lnTo>
                <a:lnTo>
                  <a:pt x="1248" y="1362"/>
                </a:lnTo>
                <a:lnTo>
                  <a:pt x="1232" y="1375"/>
                </a:lnTo>
                <a:lnTo>
                  <a:pt x="1216" y="1387"/>
                </a:lnTo>
                <a:lnTo>
                  <a:pt x="1200" y="1398"/>
                </a:lnTo>
                <a:lnTo>
                  <a:pt x="1183" y="1409"/>
                </a:lnTo>
                <a:lnTo>
                  <a:pt x="1166" y="1420"/>
                </a:lnTo>
                <a:lnTo>
                  <a:pt x="1149" y="1430"/>
                </a:lnTo>
                <a:lnTo>
                  <a:pt x="1132" y="1440"/>
                </a:lnTo>
                <a:lnTo>
                  <a:pt x="1114" y="1449"/>
                </a:lnTo>
                <a:lnTo>
                  <a:pt x="1096" y="1458"/>
                </a:lnTo>
                <a:lnTo>
                  <a:pt x="1078" y="1467"/>
                </a:lnTo>
                <a:lnTo>
                  <a:pt x="1059" y="1475"/>
                </a:lnTo>
                <a:lnTo>
                  <a:pt x="1041" y="1482"/>
                </a:lnTo>
                <a:lnTo>
                  <a:pt x="1022" y="1489"/>
                </a:lnTo>
                <a:lnTo>
                  <a:pt x="1003" y="1495"/>
                </a:lnTo>
                <a:lnTo>
                  <a:pt x="984" y="1501"/>
                </a:lnTo>
                <a:lnTo>
                  <a:pt x="964" y="1507"/>
                </a:lnTo>
                <a:lnTo>
                  <a:pt x="945" y="1512"/>
                </a:lnTo>
                <a:lnTo>
                  <a:pt x="925" y="1516"/>
                </a:lnTo>
                <a:lnTo>
                  <a:pt x="906" y="1520"/>
                </a:lnTo>
                <a:lnTo>
                  <a:pt x="886" y="1523"/>
                </a:lnTo>
                <a:lnTo>
                  <a:pt x="866" y="1526"/>
                </a:lnTo>
                <a:lnTo>
                  <a:pt x="846" y="1529"/>
                </a:lnTo>
                <a:lnTo>
                  <a:pt x="826" y="1530"/>
                </a:lnTo>
                <a:lnTo>
                  <a:pt x="806" y="1532"/>
                </a:lnTo>
                <a:lnTo>
                  <a:pt x="786" y="1533"/>
                </a:lnTo>
                <a:lnTo>
                  <a:pt x="766" y="1533"/>
                </a:lnTo>
                <a:lnTo>
                  <a:pt x="746" y="1533"/>
                </a:lnTo>
                <a:lnTo>
                  <a:pt x="726" y="1532"/>
                </a:lnTo>
                <a:lnTo>
                  <a:pt x="706" y="1530"/>
                </a:lnTo>
                <a:lnTo>
                  <a:pt x="686" y="1529"/>
                </a:lnTo>
                <a:lnTo>
                  <a:pt x="666" y="1526"/>
                </a:lnTo>
                <a:lnTo>
                  <a:pt x="646" y="1523"/>
                </a:lnTo>
                <a:lnTo>
                  <a:pt x="627" y="1520"/>
                </a:lnTo>
                <a:lnTo>
                  <a:pt x="607" y="1516"/>
                </a:lnTo>
                <a:lnTo>
                  <a:pt x="587" y="1512"/>
                </a:lnTo>
                <a:lnTo>
                  <a:pt x="568" y="1507"/>
                </a:lnTo>
                <a:lnTo>
                  <a:pt x="549" y="1501"/>
                </a:lnTo>
                <a:lnTo>
                  <a:pt x="530" y="1495"/>
                </a:lnTo>
                <a:lnTo>
                  <a:pt x="511" y="1489"/>
                </a:lnTo>
                <a:lnTo>
                  <a:pt x="492" y="1482"/>
                </a:lnTo>
                <a:lnTo>
                  <a:pt x="473" y="1475"/>
                </a:lnTo>
                <a:lnTo>
                  <a:pt x="455" y="1467"/>
                </a:lnTo>
                <a:lnTo>
                  <a:pt x="437" y="1458"/>
                </a:lnTo>
                <a:lnTo>
                  <a:pt x="419" y="1449"/>
                </a:lnTo>
                <a:lnTo>
                  <a:pt x="401" y="1440"/>
                </a:lnTo>
                <a:lnTo>
                  <a:pt x="383" y="1430"/>
                </a:lnTo>
                <a:lnTo>
                  <a:pt x="366" y="1420"/>
                </a:lnTo>
                <a:lnTo>
                  <a:pt x="349" y="1409"/>
                </a:lnTo>
                <a:lnTo>
                  <a:pt x="332" y="1398"/>
                </a:lnTo>
                <a:lnTo>
                  <a:pt x="316" y="1387"/>
                </a:lnTo>
                <a:lnTo>
                  <a:pt x="300" y="1375"/>
                </a:lnTo>
                <a:lnTo>
                  <a:pt x="284" y="1362"/>
                </a:lnTo>
                <a:lnTo>
                  <a:pt x="269" y="1349"/>
                </a:lnTo>
                <a:lnTo>
                  <a:pt x="254" y="1336"/>
                </a:lnTo>
                <a:lnTo>
                  <a:pt x="238" y="1323"/>
                </a:lnTo>
                <a:lnTo>
                  <a:pt x="224" y="1309"/>
                </a:lnTo>
                <a:lnTo>
                  <a:pt x="210" y="1294"/>
                </a:lnTo>
                <a:lnTo>
                  <a:pt x="196" y="1280"/>
                </a:lnTo>
                <a:lnTo>
                  <a:pt x="183" y="1264"/>
                </a:lnTo>
                <a:lnTo>
                  <a:pt x="170" y="1249"/>
                </a:lnTo>
                <a:lnTo>
                  <a:pt x="158" y="1233"/>
                </a:lnTo>
                <a:lnTo>
                  <a:pt x="146" y="1217"/>
                </a:lnTo>
                <a:lnTo>
                  <a:pt x="134" y="1201"/>
                </a:lnTo>
                <a:lnTo>
                  <a:pt x="123" y="1184"/>
                </a:lnTo>
                <a:lnTo>
                  <a:pt x="112" y="1167"/>
                </a:lnTo>
                <a:lnTo>
                  <a:pt x="102" y="1150"/>
                </a:lnTo>
                <a:lnTo>
                  <a:pt x="92" y="1132"/>
                </a:lnTo>
                <a:lnTo>
                  <a:pt x="83" y="1115"/>
                </a:lnTo>
                <a:lnTo>
                  <a:pt x="74" y="1097"/>
                </a:lnTo>
                <a:lnTo>
                  <a:pt x="66" y="1079"/>
                </a:lnTo>
                <a:lnTo>
                  <a:pt x="58" y="1060"/>
                </a:lnTo>
                <a:lnTo>
                  <a:pt x="50" y="1042"/>
                </a:lnTo>
                <a:lnTo>
                  <a:pt x="43" y="1023"/>
                </a:lnTo>
                <a:lnTo>
                  <a:pt x="37" y="1004"/>
                </a:lnTo>
                <a:lnTo>
                  <a:pt x="31" y="985"/>
                </a:lnTo>
                <a:lnTo>
                  <a:pt x="26" y="965"/>
                </a:lnTo>
                <a:lnTo>
                  <a:pt x="21" y="946"/>
                </a:lnTo>
                <a:lnTo>
                  <a:pt x="16" y="926"/>
                </a:lnTo>
                <a:lnTo>
                  <a:pt x="12" y="907"/>
                </a:lnTo>
                <a:lnTo>
                  <a:pt x="9" y="887"/>
                </a:lnTo>
                <a:lnTo>
                  <a:pt x="6" y="867"/>
                </a:lnTo>
                <a:lnTo>
                  <a:pt x="4" y="847"/>
                </a:lnTo>
                <a:lnTo>
                  <a:pt x="2" y="827"/>
                </a:lnTo>
                <a:lnTo>
                  <a:pt x="0" y="807"/>
                </a:lnTo>
                <a:lnTo>
                  <a:pt x="0" y="787"/>
                </a:lnTo>
                <a:lnTo>
                  <a:pt x="0" y="767"/>
                </a:lnTo>
                <a:lnTo>
                  <a:pt x="0" y="747"/>
                </a:lnTo>
                <a:lnTo>
                  <a:pt x="0" y="727"/>
                </a:lnTo>
                <a:lnTo>
                  <a:pt x="2" y="706"/>
                </a:lnTo>
                <a:lnTo>
                  <a:pt x="4" y="686"/>
                </a:lnTo>
                <a:lnTo>
                  <a:pt x="6" y="666"/>
                </a:lnTo>
                <a:lnTo>
                  <a:pt x="9" y="646"/>
                </a:lnTo>
                <a:lnTo>
                  <a:pt x="12" y="627"/>
                </a:lnTo>
                <a:lnTo>
                  <a:pt x="16" y="607"/>
                </a:lnTo>
                <a:lnTo>
                  <a:pt x="21" y="587"/>
                </a:lnTo>
                <a:lnTo>
                  <a:pt x="26" y="568"/>
                </a:lnTo>
                <a:lnTo>
                  <a:pt x="31" y="549"/>
                </a:lnTo>
                <a:lnTo>
                  <a:pt x="37" y="530"/>
                </a:lnTo>
                <a:lnTo>
                  <a:pt x="43" y="511"/>
                </a:lnTo>
                <a:lnTo>
                  <a:pt x="50" y="492"/>
                </a:lnTo>
                <a:lnTo>
                  <a:pt x="58" y="473"/>
                </a:lnTo>
                <a:lnTo>
                  <a:pt x="66" y="455"/>
                </a:lnTo>
                <a:lnTo>
                  <a:pt x="74" y="437"/>
                </a:lnTo>
                <a:lnTo>
                  <a:pt x="83" y="418"/>
                </a:lnTo>
                <a:lnTo>
                  <a:pt x="92" y="401"/>
                </a:lnTo>
                <a:lnTo>
                  <a:pt x="102" y="383"/>
                </a:lnTo>
                <a:lnTo>
                  <a:pt x="112" y="366"/>
                </a:lnTo>
                <a:lnTo>
                  <a:pt x="123" y="349"/>
                </a:lnTo>
                <a:lnTo>
                  <a:pt x="134" y="332"/>
                </a:lnTo>
                <a:lnTo>
                  <a:pt x="146" y="316"/>
                </a:lnTo>
                <a:lnTo>
                  <a:pt x="158" y="300"/>
                </a:lnTo>
                <a:lnTo>
                  <a:pt x="170" y="284"/>
                </a:lnTo>
                <a:lnTo>
                  <a:pt x="183" y="269"/>
                </a:lnTo>
                <a:lnTo>
                  <a:pt x="196" y="254"/>
                </a:lnTo>
                <a:lnTo>
                  <a:pt x="210" y="239"/>
                </a:lnTo>
                <a:lnTo>
                  <a:pt x="224" y="225"/>
                </a:lnTo>
                <a:lnTo>
                  <a:pt x="238" y="211"/>
                </a:lnTo>
                <a:lnTo>
                  <a:pt x="254" y="197"/>
                </a:lnTo>
                <a:lnTo>
                  <a:pt x="269" y="184"/>
                </a:lnTo>
                <a:lnTo>
                  <a:pt x="284" y="171"/>
                </a:lnTo>
                <a:lnTo>
                  <a:pt x="300" y="159"/>
                </a:lnTo>
                <a:lnTo>
                  <a:pt x="316" y="147"/>
                </a:lnTo>
                <a:lnTo>
                  <a:pt x="332" y="135"/>
                </a:lnTo>
                <a:lnTo>
                  <a:pt x="349" y="124"/>
                </a:lnTo>
                <a:lnTo>
                  <a:pt x="366" y="113"/>
                </a:lnTo>
                <a:lnTo>
                  <a:pt x="383" y="103"/>
                </a:lnTo>
                <a:lnTo>
                  <a:pt x="401" y="93"/>
                </a:lnTo>
                <a:lnTo>
                  <a:pt x="419" y="84"/>
                </a:lnTo>
                <a:lnTo>
                  <a:pt x="437" y="75"/>
                </a:lnTo>
                <a:lnTo>
                  <a:pt x="455" y="67"/>
                </a:lnTo>
                <a:lnTo>
                  <a:pt x="473" y="59"/>
                </a:lnTo>
                <a:lnTo>
                  <a:pt x="492" y="51"/>
                </a:lnTo>
                <a:lnTo>
                  <a:pt x="511" y="44"/>
                </a:lnTo>
                <a:lnTo>
                  <a:pt x="530" y="38"/>
                </a:lnTo>
                <a:lnTo>
                  <a:pt x="549" y="32"/>
                </a:lnTo>
                <a:lnTo>
                  <a:pt x="568" y="26"/>
                </a:lnTo>
                <a:lnTo>
                  <a:pt x="587" y="22"/>
                </a:lnTo>
                <a:lnTo>
                  <a:pt x="607" y="17"/>
                </a:lnTo>
                <a:lnTo>
                  <a:pt x="627" y="13"/>
                </a:lnTo>
                <a:lnTo>
                  <a:pt x="646" y="10"/>
                </a:lnTo>
                <a:lnTo>
                  <a:pt x="666" y="7"/>
                </a:lnTo>
                <a:lnTo>
                  <a:pt x="686" y="5"/>
                </a:lnTo>
                <a:lnTo>
                  <a:pt x="706" y="3"/>
                </a:lnTo>
                <a:lnTo>
                  <a:pt x="726" y="2"/>
                </a:lnTo>
                <a:lnTo>
                  <a:pt x="746" y="1"/>
                </a:lnTo>
                <a:lnTo>
                  <a:pt x="766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563080" y="3189600"/>
            <a:ext cx="827280" cy="827280"/>
          </a:xfrm>
          <a:custGeom>
            <a:avLst/>
            <a:gdLst/>
            <a:ahLst/>
            <a:rect l="0" t="0" r="r" b="b"/>
            <a:pathLst>
              <a:path fill="none" w="2298" h="2298">
                <a:moveTo>
                  <a:pt x="1148" y="0"/>
                </a:moveTo>
                <a:lnTo>
                  <a:pt x="1178" y="0"/>
                </a:lnTo>
                <a:lnTo>
                  <a:pt x="1208" y="1"/>
                </a:lnTo>
                <a:lnTo>
                  <a:pt x="1238" y="3"/>
                </a:lnTo>
                <a:lnTo>
                  <a:pt x="1268" y="6"/>
                </a:lnTo>
                <a:lnTo>
                  <a:pt x="1298" y="9"/>
                </a:lnTo>
                <a:lnTo>
                  <a:pt x="1328" y="14"/>
                </a:lnTo>
                <a:lnTo>
                  <a:pt x="1357" y="19"/>
                </a:lnTo>
                <a:lnTo>
                  <a:pt x="1387" y="25"/>
                </a:lnTo>
                <a:lnTo>
                  <a:pt x="1416" y="31"/>
                </a:lnTo>
                <a:lnTo>
                  <a:pt x="1446" y="39"/>
                </a:lnTo>
                <a:lnTo>
                  <a:pt x="1474" y="47"/>
                </a:lnTo>
                <a:lnTo>
                  <a:pt x="1503" y="56"/>
                </a:lnTo>
                <a:lnTo>
                  <a:pt x="1532" y="65"/>
                </a:lnTo>
                <a:lnTo>
                  <a:pt x="1560" y="76"/>
                </a:lnTo>
                <a:lnTo>
                  <a:pt x="1588" y="87"/>
                </a:lnTo>
                <a:lnTo>
                  <a:pt x="1615" y="99"/>
                </a:lnTo>
                <a:lnTo>
                  <a:pt x="1643" y="111"/>
                </a:lnTo>
                <a:lnTo>
                  <a:pt x="1670" y="125"/>
                </a:lnTo>
                <a:lnTo>
                  <a:pt x="1696" y="139"/>
                </a:lnTo>
                <a:lnTo>
                  <a:pt x="1723" y="153"/>
                </a:lnTo>
                <a:lnTo>
                  <a:pt x="1748" y="169"/>
                </a:lnTo>
                <a:lnTo>
                  <a:pt x="1774" y="185"/>
                </a:lnTo>
                <a:lnTo>
                  <a:pt x="1800" y="202"/>
                </a:lnTo>
                <a:lnTo>
                  <a:pt x="1824" y="219"/>
                </a:lnTo>
                <a:lnTo>
                  <a:pt x="1848" y="237"/>
                </a:lnTo>
                <a:lnTo>
                  <a:pt x="1872" y="255"/>
                </a:lnTo>
                <a:lnTo>
                  <a:pt x="1895" y="275"/>
                </a:lnTo>
                <a:lnTo>
                  <a:pt x="1918" y="295"/>
                </a:lnTo>
                <a:lnTo>
                  <a:pt x="1940" y="315"/>
                </a:lnTo>
                <a:lnTo>
                  <a:pt x="1961" y="336"/>
                </a:lnTo>
                <a:lnTo>
                  <a:pt x="1982" y="357"/>
                </a:lnTo>
                <a:lnTo>
                  <a:pt x="2003" y="380"/>
                </a:lnTo>
                <a:lnTo>
                  <a:pt x="2023" y="402"/>
                </a:lnTo>
                <a:lnTo>
                  <a:pt x="2042" y="425"/>
                </a:lnTo>
                <a:lnTo>
                  <a:pt x="2060" y="449"/>
                </a:lnTo>
                <a:lnTo>
                  <a:pt x="2078" y="473"/>
                </a:lnTo>
                <a:lnTo>
                  <a:pt x="2096" y="498"/>
                </a:lnTo>
                <a:lnTo>
                  <a:pt x="2113" y="523"/>
                </a:lnTo>
                <a:lnTo>
                  <a:pt x="2128" y="548"/>
                </a:lnTo>
                <a:lnTo>
                  <a:pt x="2144" y="574"/>
                </a:lnTo>
                <a:lnTo>
                  <a:pt x="2159" y="600"/>
                </a:lnTo>
                <a:lnTo>
                  <a:pt x="2173" y="627"/>
                </a:lnTo>
                <a:lnTo>
                  <a:pt x="2186" y="654"/>
                </a:lnTo>
                <a:lnTo>
                  <a:pt x="2199" y="681"/>
                </a:lnTo>
                <a:lnTo>
                  <a:pt x="2210" y="709"/>
                </a:lnTo>
                <a:lnTo>
                  <a:pt x="2222" y="737"/>
                </a:lnTo>
                <a:lnTo>
                  <a:pt x="2232" y="765"/>
                </a:lnTo>
                <a:lnTo>
                  <a:pt x="2241" y="793"/>
                </a:lnTo>
                <a:lnTo>
                  <a:pt x="2250" y="822"/>
                </a:lnTo>
                <a:lnTo>
                  <a:pt x="2259" y="851"/>
                </a:lnTo>
                <a:lnTo>
                  <a:pt x="2266" y="880"/>
                </a:lnTo>
                <a:lnTo>
                  <a:pt x="2273" y="909"/>
                </a:lnTo>
                <a:lnTo>
                  <a:pt x="2279" y="939"/>
                </a:lnTo>
                <a:lnTo>
                  <a:pt x="2284" y="968"/>
                </a:lnTo>
                <a:lnTo>
                  <a:pt x="2288" y="998"/>
                </a:lnTo>
                <a:lnTo>
                  <a:pt x="2292" y="1028"/>
                </a:lnTo>
                <a:lnTo>
                  <a:pt x="2294" y="1058"/>
                </a:lnTo>
                <a:lnTo>
                  <a:pt x="2296" y="1088"/>
                </a:lnTo>
                <a:lnTo>
                  <a:pt x="2297" y="1118"/>
                </a:lnTo>
                <a:lnTo>
                  <a:pt x="2298" y="1148"/>
                </a:lnTo>
                <a:lnTo>
                  <a:pt x="2297" y="1178"/>
                </a:lnTo>
                <a:lnTo>
                  <a:pt x="2296" y="1208"/>
                </a:lnTo>
                <a:lnTo>
                  <a:pt x="2294" y="1238"/>
                </a:lnTo>
                <a:lnTo>
                  <a:pt x="2292" y="1268"/>
                </a:lnTo>
                <a:lnTo>
                  <a:pt x="2288" y="1298"/>
                </a:lnTo>
                <a:lnTo>
                  <a:pt x="2284" y="1328"/>
                </a:lnTo>
                <a:lnTo>
                  <a:pt x="2279" y="1358"/>
                </a:lnTo>
                <a:lnTo>
                  <a:pt x="2273" y="1387"/>
                </a:lnTo>
                <a:lnTo>
                  <a:pt x="2266" y="1416"/>
                </a:lnTo>
                <a:lnTo>
                  <a:pt x="2259" y="1445"/>
                </a:lnTo>
                <a:lnTo>
                  <a:pt x="2250" y="1474"/>
                </a:lnTo>
                <a:lnTo>
                  <a:pt x="2241" y="1504"/>
                </a:lnTo>
                <a:lnTo>
                  <a:pt x="2232" y="1533"/>
                </a:lnTo>
                <a:lnTo>
                  <a:pt x="2222" y="1561"/>
                </a:lnTo>
                <a:lnTo>
                  <a:pt x="2210" y="1589"/>
                </a:lnTo>
                <a:lnTo>
                  <a:pt x="2199" y="1616"/>
                </a:lnTo>
                <a:lnTo>
                  <a:pt x="2186" y="1644"/>
                </a:lnTo>
                <a:lnTo>
                  <a:pt x="2173" y="1671"/>
                </a:lnTo>
                <a:lnTo>
                  <a:pt x="2159" y="1697"/>
                </a:lnTo>
                <a:lnTo>
                  <a:pt x="2144" y="1723"/>
                </a:lnTo>
                <a:lnTo>
                  <a:pt x="2128" y="1749"/>
                </a:lnTo>
                <a:lnTo>
                  <a:pt x="2113" y="1775"/>
                </a:lnTo>
                <a:lnTo>
                  <a:pt x="2096" y="1800"/>
                </a:lnTo>
                <a:lnTo>
                  <a:pt x="2078" y="1824"/>
                </a:lnTo>
                <a:lnTo>
                  <a:pt x="2060" y="1848"/>
                </a:lnTo>
                <a:lnTo>
                  <a:pt x="2042" y="1872"/>
                </a:lnTo>
                <a:lnTo>
                  <a:pt x="2023" y="1895"/>
                </a:lnTo>
                <a:lnTo>
                  <a:pt x="2003" y="1918"/>
                </a:lnTo>
                <a:lnTo>
                  <a:pt x="1982" y="1940"/>
                </a:lnTo>
                <a:lnTo>
                  <a:pt x="1961" y="1961"/>
                </a:lnTo>
                <a:lnTo>
                  <a:pt x="1940" y="1982"/>
                </a:lnTo>
                <a:lnTo>
                  <a:pt x="1918" y="2003"/>
                </a:lnTo>
                <a:lnTo>
                  <a:pt x="1895" y="2023"/>
                </a:lnTo>
                <a:lnTo>
                  <a:pt x="1872" y="2042"/>
                </a:lnTo>
                <a:lnTo>
                  <a:pt x="1848" y="2060"/>
                </a:lnTo>
                <a:lnTo>
                  <a:pt x="1824" y="2078"/>
                </a:lnTo>
                <a:lnTo>
                  <a:pt x="1800" y="2096"/>
                </a:lnTo>
                <a:lnTo>
                  <a:pt x="1774" y="2112"/>
                </a:lnTo>
                <a:lnTo>
                  <a:pt x="1748" y="2128"/>
                </a:lnTo>
                <a:lnTo>
                  <a:pt x="1723" y="2144"/>
                </a:lnTo>
                <a:lnTo>
                  <a:pt x="1696" y="2159"/>
                </a:lnTo>
                <a:lnTo>
                  <a:pt x="1670" y="2173"/>
                </a:lnTo>
                <a:lnTo>
                  <a:pt x="1643" y="2186"/>
                </a:lnTo>
                <a:lnTo>
                  <a:pt x="1615" y="2198"/>
                </a:lnTo>
                <a:lnTo>
                  <a:pt x="1588" y="2210"/>
                </a:lnTo>
                <a:lnTo>
                  <a:pt x="1560" y="2221"/>
                </a:lnTo>
                <a:lnTo>
                  <a:pt x="1532" y="2232"/>
                </a:lnTo>
                <a:lnTo>
                  <a:pt x="1503" y="2242"/>
                </a:lnTo>
                <a:lnTo>
                  <a:pt x="1474" y="2250"/>
                </a:lnTo>
                <a:lnTo>
                  <a:pt x="1446" y="2259"/>
                </a:lnTo>
                <a:lnTo>
                  <a:pt x="1416" y="2266"/>
                </a:lnTo>
                <a:lnTo>
                  <a:pt x="1387" y="2273"/>
                </a:lnTo>
                <a:lnTo>
                  <a:pt x="1357" y="2279"/>
                </a:lnTo>
                <a:lnTo>
                  <a:pt x="1328" y="2284"/>
                </a:lnTo>
                <a:lnTo>
                  <a:pt x="1298" y="2288"/>
                </a:lnTo>
                <a:lnTo>
                  <a:pt x="1268" y="2291"/>
                </a:lnTo>
                <a:lnTo>
                  <a:pt x="1238" y="2294"/>
                </a:lnTo>
                <a:lnTo>
                  <a:pt x="1208" y="2296"/>
                </a:lnTo>
                <a:lnTo>
                  <a:pt x="1178" y="2297"/>
                </a:lnTo>
                <a:lnTo>
                  <a:pt x="1148" y="2298"/>
                </a:lnTo>
                <a:lnTo>
                  <a:pt x="1118" y="2297"/>
                </a:lnTo>
                <a:lnTo>
                  <a:pt x="1088" y="2296"/>
                </a:lnTo>
                <a:lnTo>
                  <a:pt x="1058" y="2294"/>
                </a:lnTo>
                <a:lnTo>
                  <a:pt x="1028" y="2291"/>
                </a:lnTo>
                <a:lnTo>
                  <a:pt x="998" y="2288"/>
                </a:lnTo>
                <a:lnTo>
                  <a:pt x="969" y="2284"/>
                </a:lnTo>
                <a:lnTo>
                  <a:pt x="939" y="2279"/>
                </a:lnTo>
                <a:lnTo>
                  <a:pt x="909" y="2273"/>
                </a:lnTo>
                <a:lnTo>
                  <a:pt x="880" y="2266"/>
                </a:lnTo>
                <a:lnTo>
                  <a:pt x="851" y="2259"/>
                </a:lnTo>
                <a:lnTo>
                  <a:pt x="822" y="2250"/>
                </a:lnTo>
                <a:lnTo>
                  <a:pt x="793" y="2242"/>
                </a:lnTo>
                <a:lnTo>
                  <a:pt x="765" y="2232"/>
                </a:lnTo>
                <a:lnTo>
                  <a:pt x="737" y="2221"/>
                </a:lnTo>
                <a:lnTo>
                  <a:pt x="709" y="2210"/>
                </a:lnTo>
                <a:lnTo>
                  <a:pt x="681" y="2198"/>
                </a:lnTo>
                <a:lnTo>
                  <a:pt x="654" y="2186"/>
                </a:lnTo>
                <a:lnTo>
                  <a:pt x="627" y="2173"/>
                </a:lnTo>
                <a:lnTo>
                  <a:pt x="600" y="2159"/>
                </a:lnTo>
                <a:lnTo>
                  <a:pt x="574" y="2144"/>
                </a:lnTo>
                <a:lnTo>
                  <a:pt x="548" y="2128"/>
                </a:lnTo>
                <a:lnTo>
                  <a:pt x="523" y="2112"/>
                </a:lnTo>
                <a:lnTo>
                  <a:pt x="498" y="2096"/>
                </a:lnTo>
                <a:lnTo>
                  <a:pt x="473" y="2078"/>
                </a:lnTo>
                <a:lnTo>
                  <a:pt x="449" y="2060"/>
                </a:lnTo>
                <a:lnTo>
                  <a:pt x="425" y="2042"/>
                </a:lnTo>
                <a:lnTo>
                  <a:pt x="402" y="2023"/>
                </a:lnTo>
                <a:lnTo>
                  <a:pt x="380" y="2003"/>
                </a:lnTo>
                <a:lnTo>
                  <a:pt x="358" y="1982"/>
                </a:lnTo>
                <a:lnTo>
                  <a:pt x="336" y="1961"/>
                </a:lnTo>
                <a:lnTo>
                  <a:pt x="315" y="1940"/>
                </a:lnTo>
                <a:lnTo>
                  <a:pt x="295" y="1918"/>
                </a:lnTo>
                <a:lnTo>
                  <a:pt x="275" y="1895"/>
                </a:lnTo>
                <a:lnTo>
                  <a:pt x="256" y="1872"/>
                </a:lnTo>
                <a:lnTo>
                  <a:pt x="237" y="1848"/>
                </a:lnTo>
                <a:lnTo>
                  <a:pt x="219" y="1824"/>
                </a:lnTo>
                <a:lnTo>
                  <a:pt x="202" y="1800"/>
                </a:lnTo>
                <a:lnTo>
                  <a:pt x="185" y="1775"/>
                </a:lnTo>
                <a:lnTo>
                  <a:pt x="169" y="1749"/>
                </a:lnTo>
                <a:lnTo>
                  <a:pt x="153" y="1723"/>
                </a:lnTo>
                <a:lnTo>
                  <a:pt x="139" y="1697"/>
                </a:lnTo>
                <a:lnTo>
                  <a:pt x="125" y="1671"/>
                </a:lnTo>
                <a:lnTo>
                  <a:pt x="111" y="1644"/>
                </a:lnTo>
                <a:lnTo>
                  <a:pt x="99" y="1616"/>
                </a:lnTo>
                <a:lnTo>
                  <a:pt x="87" y="1589"/>
                </a:lnTo>
                <a:lnTo>
                  <a:pt x="76" y="1561"/>
                </a:lnTo>
                <a:lnTo>
                  <a:pt x="65" y="1533"/>
                </a:lnTo>
                <a:lnTo>
                  <a:pt x="56" y="1504"/>
                </a:lnTo>
                <a:lnTo>
                  <a:pt x="47" y="1474"/>
                </a:lnTo>
                <a:lnTo>
                  <a:pt x="39" y="1445"/>
                </a:lnTo>
                <a:lnTo>
                  <a:pt x="31" y="1416"/>
                </a:lnTo>
                <a:lnTo>
                  <a:pt x="25" y="1387"/>
                </a:lnTo>
                <a:lnTo>
                  <a:pt x="19" y="1358"/>
                </a:lnTo>
                <a:lnTo>
                  <a:pt x="14" y="1328"/>
                </a:lnTo>
                <a:lnTo>
                  <a:pt x="9" y="1298"/>
                </a:lnTo>
                <a:lnTo>
                  <a:pt x="6" y="1268"/>
                </a:lnTo>
                <a:lnTo>
                  <a:pt x="3" y="1238"/>
                </a:lnTo>
                <a:lnTo>
                  <a:pt x="1" y="1208"/>
                </a:lnTo>
                <a:lnTo>
                  <a:pt x="0" y="1178"/>
                </a:lnTo>
                <a:lnTo>
                  <a:pt x="0" y="1148"/>
                </a:lnTo>
                <a:lnTo>
                  <a:pt x="0" y="1118"/>
                </a:lnTo>
                <a:lnTo>
                  <a:pt x="1" y="1088"/>
                </a:lnTo>
                <a:lnTo>
                  <a:pt x="3" y="1058"/>
                </a:lnTo>
                <a:lnTo>
                  <a:pt x="6" y="1028"/>
                </a:lnTo>
                <a:lnTo>
                  <a:pt x="9" y="998"/>
                </a:lnTo>
                <a:lnTo>
                  <a:pt x="14" y="968"/>
                </a:lnTo>
                <a:lnTo>
                  <a:pt x="19" y="939"/>
                </a:lnTo>
                <a:lnTo>
                  <a:pt x="25" y="909"/>
                </a:lnTo>
                <a:lnTo>
                  <a:pt x="31" y="880"/>
                </a:lnTo>
                <a:lnTo>
                  <a:pt x="39" y="851"/>
                </a:lnTo>
                <a:lnTo>
                  <a:pt x="47" y="822"/>
                </a:lnTo>
                <a:lnTo>
                  <a:pt x="56" y="793"/>
                </a:lnTo>
                <a:lnTo>
                  <a:pt x="65" y="765"/>
                </a:lnTo>
                <a:lnTo>
                  <a:pt x="76" y="737"/>
                </a:lnTo>
                <a:lnTo>
                  <a:pt x="87" y="709"/>
                </a:lnTo>
                <a:lnTo>
                  <a:pt x="99" y="681"/>
                </a:lnTo>
                <a:lnTo>
                  <a:pt x="111" y="654"/>
                </a:lnTo>
                <a:lnTo>
                  <a:pt x="125" y="627"/>
                </a:lnTo>
                <a:lnTo>
                  <a:pt x="139" y="600"/>
                </a:lnTo>
                <a:lnTo>
                  <a:pt x="153" y="574"/>
                </a:lnTo>
                <a:lnTo>
                  <a:pt x="169" y="548"/>
                </a:lnTo>
                <a:lnTo>
                  <a:pt x="185" y="523"/>
                </a:lnTo>
                <a:lnTo>
                  <a:pt x="202" y="498"/>
                </a:lnTo>
                <a:lnTo>
                  <a:pt x="219" y="473"/>
                </a:lnTo>
                <a:lnTo>
                  <a:pt x="237" y="449"/>
                </a:lnTo>
                <a:lnTo>
                  <a:pt x="256" y="425"/>
                </a:lnTo>
                <a:lnTo>
                  <a:pt x="275" y="402"/>
                </a:lnTo>
                <a:lnTo>
                  <a:pt x="295" y="380"/>
                </a:lnTo>
                <a:lnTo>
                  <a:pt x="315" y="357"/>
                </a:lnTo>
                <a:lnTo>
                  <a:pt x="336" y="336"/>
                </a:lnTo>
                <a:lnTo>
                  <a:pt x="358" y="315"/>
                </a:lnTo>
                <a:lnTo>
                  <a:pt x="380" y="295"/>
                </a:lnTo>
                <a:lnTo>
                  <a:pt x="402" y="275"/>
                </a:lnTo>
                <a:lnTo>
                  <a:pt x="425" y="255"/>
                </a:lnTo>
                <a:lnTo>
                  <a:pt x="449" y="237"/>
                </a:lnTo>
                <a:lnTo>
                  <a:pt x="473" y="219"/>
                </a:lnTo>
                <a:lnTo>
                  <a:pt x="498" y="202"/>
                </a:lnTo>
                <a:lnTo>
                  <a:pt x="523" y="185"/>
                </a:lnTo>
                <a:lnTo>
                  <a:pt x="548" y="169"/>
                </a:lnTo>
                <a:lnTo>
                  <a:pt x="574" y="153"/>
                </a:lnTo>
                <a:lnTo>
                  <a:pt x="600" y="139"/>
                </a:lnTo>
                <a:lnTo>
                  <a:pt x="627" y="125"/>
                </a:lnTo>
                <a:lnTo>
                  <a:pt x="654" y="111"/>
                </a:lnTo>
                <a:lnTo>
                  <a:pt x="681" y="99"/>
                </a:lnTo>
                <a:lnTo>
                  <a:pt x="709" y="87"/>
                </a:lnTo>
                <a:lnTo>
                  <a:pt x="737" y="76"/>
                </a:lnTo>
                <a:lnTo>
                  <a:pt x="765" y="65"/>
                </a:lnTo>
                <a:lnTo>
                  <a:pt x="793" y="56"/>
                </a:lnTo>
                <a:lnTo>
                  <a:pt x="822" y="47"/>
                </a:lnTo>
                <a:lnTo>
                  <a:pt x="851" y="39"/>
                </a:lnTo>
                <a:lnTo>
                  <a:pt x="880" y="31"/>
                </a:lnTo>
                <a:lnTo>
                  <a:pt x="909" y="25"/>
                </a:lnTo>
                <a:lnTo>
                  <a:pt x="939" y="19"/>
                </a:lnTo>
                <a:lnTo>
                  <a:pt x="969" y="14"/>
                </a:lnTo>
                <a:lnTo>
                  <a:pt x="998" y="9"/>
                </a:lnTo>
                <a:lnTo>
                  <a:pt x="1028" y="6"/>
                </a:lnTo>
                <a:lnTo>
                  <a:pt x="1058" y="3"/>
                </a:lnTo>
                <a:lnTo>
                  <a:pt x="1088" y="1"/>
                </a:lnTo>
                <a:lnTo>
                  <a:pt x="1118" y="0"/>
                </a:lnTo>
                <a:lnTo>
                  <a:pt x="1148" y="0"/>
                </a:lnTo>
              </a:path>
            </a:pathLst>
          </a:custGeom>
          <a:ln w="5400">
            <a:solidFill>
              <a:srgbClr val="DCDCDC"/>
            </a:solidFill>
            <a:round/>
          </a:ln>
        </p:spPr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 flipV="1">
            <a:off x="5976360" y="3189600"/>
            <a:ext cx="0" cy="4132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 flipV="1">
            <a:off x="5976360" y="331056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5976360" y="3602880"/>
            <a:ext cx="41364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5976360" y="360288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5976360" y="3602880"/>
            <a:ext cx="0" cy="41364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 flipH="1">
            <a:off x="5684040" y="360288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 flipH="1">
            <a:off x="5563080" y="3602880"/>
            <a:ext cx="413280" cy="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-2520" rIns="252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 flipH="1" flipV="1">
            <a:off x="5684040" y="3310560"/>
            <a:ext cx="292680" cy="292680"/>
          </a:xfrm>
          <a:prstGeom prst="line">
            <a:avLst/>
          </a:prstGeom>
          <a:ln w="5400">
            <a:solidFill>
              <a:srgbClr val="DCDC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520" tIns="2520" rIns="252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884920" y="3481200"/>
            <a:ext cx="307080" cy="213480"/>
          </a:xfrm>
          <a:custGeom>
            <a:avLst/>
            <a:gdLst/>
            <a:ahLst/>
            <a:rect l="0" t="0" r="r" b="b"/>
            <a:pathLst>
              <a:path w="853" h="593">
                <a:moveTo>
                  <a:pt x="254" y="100"/>
                </a:moveTo>
                <a:lnTo>
                  <a:pt x="594" y="0"/>
                </a:lnTo>
                <a:lnTo>
                  <a:pt x="853" y="339"/>
                </a:lnTo>
                <a:lnTo>
                  <a:pt x="340" y="424"/>
                </a:lnTo>
                <a:lnTo>
                  <a:pt x="254" y="459"/>
                </a:lnTo>
                <a:lnTo>
                  <a:pt x="0" y="593"/>
                </a:lnTo>
                <a:lnTo>
                  <a:pt x="254" y="339"/>
                </a:lnTo>
                <a:lnTo>
                  <a:pt x="254" y="100"/>
                </a:lnTo>
                <a:close/>
              </a:path>
            </a:pathLst>
          </a:custGeom>
          <a:solidFill>
            <a:srgbClr val="E8E8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5884920" y="3481200"/>
            <a:ext cx="307080" cy="213480"/>
          </a:xfrm>
          <a:custGeom>
            <a:avLst/>
            <a:gdLst/>
            <a:ahLst/>
            <a:rect l="0" t="0" r="r" b="b"/>
            <a:pathLst>
              <a:path fill="none" w="853" h="593">
                <a:moveTo>
                  <a:pt x="254" y="100"/>
                </a:moveTo>
                <a:lnTo>
                  <a:pt x="594" y="0"/>
                </a:lnTo>
                <a:lnTo>
                  <a:pt x="853" y="339"/>
                </a:lnTo>
                <a:lnTo>
                  <a:pt x="340" y="424"/>
                </a:lnTo>
                <a:lnTo>
                  <a:pt x="254" y="459"/>
                </a:lnTo>
                <a:lnTo>
                  <a:pt x="0" y="593"/>
                </a:lnTo>
                <a:lnTo>
                  <a:pt x="254" y="339"/>
                </a:lnTo>
                <a:lnTo>
                  <a:pt x="254" y="100"/>
                </a:lnTo>
              </a:path>
            </a:pathLst>
          </a:custGeom>
          <a:ln w="11880">
            <a:solidFill>
              <a:srgbClr val="1A1A1A"/>
            </a:solidFill>
            <a:round/>
          </a:ln>
        </p:spPr>
        <p:txBody>
          <a:bodyPr lIns="5760" tIns="5760" rIns="5760" bIns="57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438876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5951160" y="309276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641088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5951160" y="40244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5466240" y="3558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84400" y="2880720"/>
            <a:ext cx="5680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Passeriformes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33640" y="2975400"/>
            <a:ext cx="424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388 records,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665640" y="2975400"/>
            <a:ext cx="293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222 spp.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342800" y="2880720"/>
            <a:ext cx="6044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Accipitriformes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1349280" y="2975400"/>
            <a:ext cx="381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55 records,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1743120" y="2975400"/>
            <a:ext cx="250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22 spp.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458440" y="2880720"/>
            <a:ext cx="5313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Anseriformes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2426760" y="2975400"/>
            <a:ext cx="381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35 records,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2820600" y="2975400"/>
            <a:ext cx="250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16 spp.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478680" y="2880720"/>
            <a:ext cx="6364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Charadriiformes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504240" y="2975400"/>
            <a:ext cx="381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32 records,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3898080" y="2975400"/>
            <a:ext cx="250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18 spp.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4581720" y="2880720"/>
            <a:ext cx="6044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Columbiformes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600800" y="2975400"/>
            <a:ext cx="381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18 records,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994280" y="2975400"/>
            <a:ext cx="20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9 spp.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5741640" y="2880720"/>
            <a:ext cx="4442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Gruiformes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678280" y="2975400"/>
            <a:ext cx="381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16 records,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6071760" y="2975400"/>
            <a:ext cx="2084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9 spp.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189720" y="2717280"/>
            <a:ext cx="19602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Raw bearings by order point east to north-east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50400" y="266652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TJ_Fig_direction_null</dc:title>
</cp:coreProperties>
</file>